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3" r:id="rId3"/>
    <p:sldId id="261" r:id="rId4"/>
    <p:sldId id="264" r:id="rId5"/>
    <p:sldId id="258" r:id="rId6"/>
    <p:sldId id="265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018FBB-DEA4-4E04-818A-65F134AF055A}" v="42" dt="2026-09-14T03:55:39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>
        <p:scale>
          <a:sx n="100" d="100"/>
          <a:sy n="100" d="100"/>
        </p:scale>
        <p:origin x="990" y="27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ya Jones" userId="719b0ddee9380e2f" providerId="LiveId" clId="{19D447DE-249A-4F97-BC59-0DB23D03BEE4}"/>
    <pc:docChg chg="undo custSel addSld delSld modSld">
      <pc:chgData name="Anaya Jones" userId="719b0ddee9380e2f" providerId="LiveId" clId="{19D447DE-249A-4F97-BC59-0DB23D03BEE4}" dt="2026-09-14T03:55:39.235" v="355"/>
      <pc:docMkLst>
        <pc:docMk/>
      </pc:docMkLst>
      <pc:sldChg chg="delSp del mod">
        <pc:chgData name="Anaya Jones" userId="719b0ddee9380e2f" providerId="LiveId" clId="{19D447DE-249A-4F97-BC59-0DB23D03BEE4}" dt="2026-09-13T21:41:58.753" v="246" actId="2696"/>
        <pc:sldMkLst>
          <pc:docMk/>
          <pc:sldMk cId="663581375" sldId="256"/>
        </pc:sldMkLst>
        <pc:spChg chg="del">
          <ac:chgData name="Anaya Jones" userId="719b0ddee9380e2f" providerId="LiveId" clId="{19D447DE-249A-4F97-BC59-0DB23D03BEE4}" dt="2026-09-13T21:41:42.017" v="241" actId="478"/>
          <ac:spMkLst>
            <pc:docMk/>
            <pc:sldMk cId="663581375" sldId="256"/>
            <ac:spMk id="236" creationId="{9E785651-723C-E02E-DB9D-645F7A4F305C}"/>
          </ac:spMkLst>
        </pc:spChg>
        <pc:grpChg chg="del">
          <ac:chgData name="Anaya Jones" userId="719b0ddee9380e2f" providerId="LiveId" clId="{19D447DE-249A-4F97-BC59-0DB23D03BEE4}" dt="2026-09-13T21:41:44.027" v="242" actId="478"/>
          <ac:grpSpMkLst>
            <pc:docMk/>
            <pc:sldMk cId="663581375" sldId="256"/>
            <ac:grpSpMk id="238" creationId="{8A3F181F-05A4-035A-27C5-A3009E2460F9}"/>
          </ac:grpSpMkLst>
        </pc:grpChg>
        <pc:grpChg chg="del">
          <ac:chgData name="Anaya Jones" userId="719b0ddee9380e2f" providerId="LiveId" clId="{19D447DE-249A-4F97-BC59-0DB23D03BEE4}" dt="2026-09-13T21:41:50.291" v="244" actId="478"/>
          <ac:grpSpMkLst>
            <pc:docMk/>
            <pc:sldMk cId="663581375" sldId="256"/>
            <ac:grpSpMk id="252" creationId="{D9E7CC20-79A5-9A2B-BAE4-FA436617229A}"/>
          </ac:grpSpMkLst>
        </pc:grpChg>
        <pc:grpChg chg="del">
          <ac:chgData name="Anaya Jones" userId="719b0ddee9380e2f" providerId="LiveId" clId="{19D447DE-249A-4F97-BC59-0DB23D03BEE4}" dt="2026-09-13T21:41:11.174" v="236" actId="478"/>
          <ac:grpSpMkLst>
            <pc:docMk/>
            <pc:sldMk cId="663581375" sldId="256"/>
            <ac:grpSpMk id="302" creationId="{69F207FA-C21C-1BF7-BA6A-BD2F56D9D834}"/>
          </ac:grpSpMkLst>
        </pc:grpChg>
        <pc:grpChg chg="del">
          <ac:chgData name="Anaya Jones" userId="719b0ddee9380e2f" providerId="LiveId" clId="{19D447DE-249A-4F97-BC59-0DB23D03BEE4}" dt="2026-09-13T21:41:01.250" v="233" actId="478"/>
          <ac:grpSpMkLst>
            <pc:docMk/>
            <pc:sldMk cId="663581375" sldId="256"/>
            <ac:grpSpMk id="348" creationId="{DC0C5458-48BE-56E6-0650-A880E4C464C0}"/>
          </ac:grpSpMkLst>
        </pc:grpChg>
        <pc:grpChg chg="del">
          <ac:chgData name="Anaya Jones" userId="719b0ddee9380e2f" providerId="LiveId" clId="{19D447DE-249A-4F97-BC59-0DB23D03BEE4}" dt="2026-09-13T21:40:42.212" v="228" actId="478"/>
          <ac:grpSpMkLst>
            <pc:docMk/>
            <pc:sldMk cId="663581375" sldId="256"/>
            <ac:grpSpMk id="360" creationId="{27173288-793B-1FAF-2117-A19DCF18D9FD}"/>
          </ac:grpSpMkLst>
        </pc:grpChg>
        <pc:grpChg chg="del">
          <ac:chgData name="Anaya Jones" userId="719b0ddee9380e2f" providerId="LiveId" clId="{19D447DE-249A-4F97-BC59-0DB23D03BEE4}" dt="2026-09-13T21:40:31.943" v="226" actId="478"/>
          <ac:grpSpMkLst>
            <pc:docMk/>
            <pc:sldMk cId="663581375" sldId="256"/>
            <ac:grpSpMk id="373" creationId="{038AD982-ECD0-46EE-A2AF-1B647492EF81}"/>
          </ac:grpSpMkLst>
        </pc:grpChg>
        <pc:grpChg chg="del">
          <ac:chgData name="Anaya Jones" userId="719b0ddee9380e2f" providerId="LiveId" clId="{19D447DE-249A-4F97-BC59-0DB23D03BEE4}" dt="2026-09-13T21:40:49.837" v="230" actId="478"/>
          <ac:grpSpMkLst>
            <pc:docMk/>
            <pc:sldMk cId="663581375" sldId="256"/>
            <ac:grpSpMk id="396" creationId="{733AF349-957F-DAD6-6FAD-CECE58A998AB}"/>
          </ac:grpSpMkLst>
        </pc:grpChg>
        <pc:grpChg chg="del">
          <ac:chgData name="Anaya Jones" userId="719b0ddee9380e2f" providerId="LiveId" clId="{19D447DE-249A-4F97-BC59-0DB23D03BEE4}" dt="2026-09-13T21:41:19.358" v="238" actId="478"/>
          <ac:grpSpMkLst>
            <pc:docMk/>
            <pc:sldMk cId="663581375" sldId="256"/>
            <ac:grpSpMk id="402" creationId="{9BF42FC1-A9B0-69F7-3B83-6452792A61BC}"/>
          </ac:grpSpMkLst>
        </pc:grpChg>
      </pc:sldChg>
      <pc:sldChg chg="delSp modSp del mod">
        <pc:chgData name="Anaya Jones" userId="719b0ddee9380e2f" providerId="LiveId" clId="{19D447DE-249A-4F97-BC59-0DB23D03BEE4}" dt="2026-09-13T21:44:13.934" v="281" actId="47"/>
        <pc:sldMkLst>
          <pc:docMk/>
          <pc:sldMk cId="4241610239" sldId="257"/>
        </pc:sldMkLst>
        <pc:grpChg chg="del">
          <ac:chgData name="Anaya Jones" userId="719b0ddee9380e2f" providerId="LiveId" clId="{19D447DE-249A-4F97-BC59-0DB23D03BEE4}" dt="2026-09-13T21:43:16.483" v="266" actId="478"/>
          <ac:grpSpMkLst>
            <pc:docMk/>
            <pc:sldMk cId="4241610239" sldId="257"/>
            <ac:grpSpMk id="111" creationId="{E70A9E7A-3988-1A8B-E135-3E037816EC20}"/>
          </ac:grpSpMkLst>
        </pc:grpChg>
        <pc:grpChg chg="del mod">
          <ac:chgData name="Anaya Jones" userId="719b0ddee9380e2f" providerId="LiveId" clId="{19D447DE-249A-4F97-BC59-0DB23D03BEE4}" dt="2026-09-13T21:44:11.476" v="280" actId="478"/>
          <ac:grpSpMkLst>
            <pc:docMk/>
            <pc:sldMk cId="4241610239" sldId="257"/>
            <ac:grpSpMk id="118" creationId="{978FB415-0DD8-0AB3-1875-49DA0778345F}"/>
          </ac:grpSpMkLst>
        </pc:grpChg>
        <pc:grpChg chg="del">
          <ac:chgData name="Anaya Jones" userId="719b0ddee9380e2f" providerId="LiveId" clId="{19D447DE-249A-4F97-BC59-0DB23D03BEE4}" dt="2026-09-13T21:44:10.474" v="279" actId="478"/>
          <ac:grpSpMkLst>
            <pc:docMk/>
            <pc:sldMk cId="4241610239" sldId="257"/>
            <ac:grpSpMk id="119" creationId="{062098BA-29B2-2B9F-2887-20D65A2286CB}"/>
          </ac:grpSpMkLst>
        </pc:grpChg>
        <pc:grpChg chg="del">
          <ac:chgData name="Anaya Jones" userId="719b0ddee9380e2f" providerId="LiveId" clId="{19D447DE-249A-4F97-BC59-0DB23D03BEE4}" dt="2026-09-13T21:43:06.056" v="263" actId="478"/>
          <ac:grpSpMkLst>
            <pc:docMk/>
            <pc:sldMk cId="4241610239" sldId="257"/>
            <ac:grpSpMk id="126" creationId="{AE449D2B-FDB0-94EA-B6A2-C465F8456DFD}"/>
          </ac:grpSpMkLst>
        </pc:grpChg>
        <pc:grpChg chg="del">
          <ac:chgData name="Anaya Jones" userId="719b0ddee9380e2f" providerId="LiveId" clId="{19D447DE-249A-4F97-BC59-0DB23D03BEE4}" dt="2026-09-13T21:42:56.463" v="260" actId="478"/>
          <ac:grpSpMkLst>
            <pc:docMk/>
            <pc:sldMk cId="4241610239" sldId="257"/>
            <ac:grpSpMk id="132" creationId="{C32470F6-556A-25A8-1B4E-94E060A95AC9}"/>
          </ac:grpSpMkLst>
        </pc:grpChg>
        <pc:grpChg chg="del">
          <ac:chgData name="Anaya Jones" userId="719b0ddee9380e2f" providerId="LiveId" clId="{19D447DE-249A-4F97-BC59-0DB23D03BEE4}" dt="2026-09-13T21:42:49.812" v="258" actId="478"/>
          <ac:grpSpMkLst>
            <pc:docMk/>
            <pc:sldMk cId="4241610239" sldId="257"/>
            <ac:grpSpMk id="142" creationId="{69DDD426-CABC-5F81-26AE-BB98EDB6AFB7}"/>
          </ac:grpSpMkLst>
        </pc:grpChg>
        <pc:grpChg chg="del">
          <ac:chgData name="Anaya Jones" userId="719b0ddee9380e2f" providerId="LiveId" clId="{19D447DE-249A-4F97-BC59-0DB23D03BEE4}" dt="2026-09-13T21:42:44.064" v="256" actId="478"/>
          <ac:grpSpMkLst>
            <pc:docMk/>
            <pc:sldMk cId="4241610239" sldId="257"/>
            <ac:grpSpMk id="152" creationId="{6D7CBC4E-A4FC-1888-1832-EE111A51223E}"/>
          </ac:grpSpMkLst>
        </pc:grpChg>
        <pc:grpChg chg="del">
          <ac:chgData name="Anaya Jones" userId="719b0ddee9380e2f" providerId="LiveId" clId="{19D447DE-249A-4F97-BC59-0DB23D03BEE4}" dt="2026-09-13T21:42:35.171" v="254" actId="478"/>
          <ac:grpSpMkLst>
            <pc:docMk/>
            <pc:sldMk cId="4241610239" sldId="257"/>
            <ac:grpSpMk id="168" creationId="{CA7D45AD-9090-40E6-85E9-FDA3D3B2A6E9}"/>
          </ac:grpSpMkLst>
        </pc:grpChg>
        <pc:grpChg chg="del">
          <ac:chgData name="Anaya Jones" userId="719b0ddee9380e2f" providerId="LiveId" clId="{19D447DE-249A-4F97-BC59-0DB23D03BEE4}" dt="2026-09-13T21:42:21.515" v="249" actId="478"/>
          <ac:grpSpMkLst>
            <pc:docMk/>
            <pc:sldMk cId="4241610239" sldId="257"/>
            <ac:grpSpMk id="175" creationId="{7CB4BDBB-89D2-10E9-A42A-BB39EC5953E5}"/>
          </ac:grpSpMkLst>
        </pc:grpChg>
        <pc:grpChg chg="del">
          <ac:chgData name="Anaya Jones" userId="719b0ddee9380e2f" providerId="LiveId" clId="{19D447DE-249A-4F97-BC59-0DB23D03BEE4}" dt="2026-09-13T21:42:22.297" v="250" actId="478"/>
          <ac:grpSpMkLst>
            <pc:docMk/>
            <pc:sldMk cId="4241610239" sldId="257"/>
            <ac:grpSpMk id="181" creationId="{4FF063B0-9812-F71D-8B31-5C25813BF623}"/>
          </ac:grpSpMkLst>
        </pc:grpChg>
      </pc:sldChg>
      <pc:sldChg chg="addSp delSp modSp mod">
        <pc:chgData name="Anaya Jones" userId="719b0ddee9380e2f" providerId="LiveId" clId="{19D447DE-249A-4F97-BC59-0DB23D03BEE4}" dt="2026-09-14T03:55:39.235" v="355"/>
        <pc:sldMkLst>
          <pc:docMk/>
          <pc:sldMk cId="4120146966" sldId="259"/>
        </pc:sldMkLst>
        <pc:spChg chg="ord">
          <ac:chgData name="Anaya Jones" userId="719b0ddee9380e2f" providerId="LiveId" clId="{19D447DE-249A-4F97-BC59-0DB23D03BEE4}" dt="2026-09-14T03:53:21.557" v="341" actId="166"/>
          <ac:spMkLst>
            <pc:docMk/>
            <pc:sldMk cId="4120146966" sldId="259"/>
            <ac:spMk id="2" creationId="{FF27C353-172A-1E73-4395-9837D5A7914F}"/>
          </ac:spMkLst>
        </pc:spChg>
        <pc:spChg chg="mod">
          <ac:chgData name="Anaya Jones" userId="719b0ddee9380e2f" providerId="LiveId" clId="{19D447DE-249A-4F97-BC59-0DB23D03BEE4}" dt="2026-09-14T03:52:07.685" v="328" actId="14100"/>
          <ac:spMkLst>
            <pc:docMk/>
            <pc:sldMk cId="4120146966" sldId="259"/>
            <ac:spMk id="3" creationId="{BC4CBE5C-488A-78B7-2A6E-8C4E06863DF9}"/>
          </ac:spMkLst>
        </pc:spChg>
        <pc:spChg chg="add mod">
          <ac:chgData name="Anaya Jones" userId="719b0ddee9380e2f" providerId="LiveId" clId="{19D447DE-249A-4F97-BC59-0DB23D03BEE4}" dt="2026-09-14T03:52:59.628" v="339" actId="206"/>
          <ac:spMkLst>
            <pc:docMk/>
            <pc:sldMk cId="4120146966" sldId="259"/>
            <ac:spMk id="4" creationId="{41EE6F22-9123-295D-6365-86F012B0CBDD}"/>
          </ac:spMkLst>
        </pc:spChg>
        <pc:spChg chg="add mod">
          <ac:chgData name="Anaya Jones" userId="719b0ddee9380e2f" providerId="LiveId" clId="{19D447DE-249A-4F97-BC59-0DB23D03BEE4}" dt="2026-09-14T03:53:10.244" v="340" actId="14100"/>
          <ac:spMkLst>
            <pc:docMk/>
            <pc:sldMk cId="4120146966" sldId="259"/>
            <ac:spMk id="6" creationId="{CA4C1279-2C69-EA99-8832-1EC6A69B21EF}"/>
          </ac:spMkLst>
        </pc:spChg>
        <pc:spChg chg="add mod">
          <ac:chgData name="Anaya Jones" userId="719b0ddee9380e2f" providerId="LiveId" clId="{19D447DE-249A-4F97-BC59-0DB23D03BEE4}" dt="2026-09-14T03:52:14.164" v="330" actId="14100"/>
          <ac:spMkLst>
            <pc:docMk/>
            <pc:sldMk cId="4120146966" sldId="259"/>
            <ac:spMk id="8" creationId="{96E89DE3-0530-91B0-D6D8-14CA2B14AFDA}"/>
          </ac:spMkLst>
        </pc:spChg>
        <pc:spChg chg="add mod">
          <ac:chgData name="Anaya Jones" userId="719b0ddee9380e2f" providerId="LiveId" clId="{19D447DE-249A-4F97-BC59-0DB23D03BEE4}" dt="2026-09-14T03:54:40.470" v="352" actId="164"/>
          <ac:spMkLst>
            <pc:docMk/>
            <pc:sldMk cId="4120146966" sldId="259"/>
            <ac:spMk id="9" creationId="{6C0330DB-8381-930B-D399-37EC1D6B4277}"/>
          </ac:spMkLst>
        </pc:spChg>
        <pc:spChg chg="add mod">
          <ac:chgData name="Anaya Jones" userId="719b0ddee9380e2f" providerId="LiveId" clId="{19D447DE-249A-4F97-BC59-0DB23D03BEE4}" dt="2026-09-14T03:52:22.198" v="332" actId="14100"/>
          <ac:spMkLst>
            <pc:docMk/>
            <pc:sldMk cId="4120146966" sldId="259"/>
            <ac:spMk id="10" creationId="{04BB2043-25EE-1C83-5EAB-F35D2E6EDD19}"/>
          </ac:spMkLst>
        </pc:spChg>
        <pc:spChg chg="mod">
          <ac:chgData name="Anaya Jones" userId="719b0ddee9380e2f" providerId="LiveId" clId="{19D447DE-249A-4F97-BC59-0DB23D03BEE4}" dt="2026-09-14T03:55:39.235" v="355"/>
          <ac:spMkLst>
            <pc:docMk/>
            <pc:sldMk cId="4120146966" sldId="259"/>
            <ac:spMk id="16" creationId="{D3614A36-ACE9-5C4B-4B75-1A84F290C295}"/>
          </ac:spMkLst>
        </pc:spChg>
        <pc:spChg chg="del">
          <ac:chgData name="Anaya Jones" userId="719b0ddee9380e2f" providerId="LiveId" clId="{19D447DE-249A-4F97-BC59-0DB23D03BEE4}" dt="2026-09-13T21:39:24.096" v="217" actId="478"/>
          <ac:spMkLst>
            <pc:docMk/>
            <pc:sldMk cId="4120146966" sldId="259"/>
            <ac:spMk id="23" creationId="{E92AA7AF-25B3-8C3E-EAC1-910E5B7D86C7}"/>
          </ac:spMkLst>
        </pc:spChg>
        <pc:spChg chg="mod">
          <ac:chgData name="Anaya Jones" userId="719b0ddee9380e2f" providerId="LiveId" clId="{19D447DE-249A-4F97-BC59-0DB23D03BEE4}" dt="2026-09-13T21:39:42.371" v="220" actId="1076"/>
          <ac:spMkLst>
            <pc:docMk/>
            <pc:sldMk cId="4120146966" sldId="259"/>
            <ac:spMk id="25" creationId="{C56B2DAE-EC40-694E-7B0B-6DC5E4BB6E01}"/>
          </ac:spMkLst>
        </pc:spChg>
        <pc:grpChg chg="add mod">
          <ac:chgData name="Anaya Jones" userId="719b0ddee9380e2f" providerId="LiveId" clId="{19D447DE-249A-4F97-BC59-0DB23D03BEE4}" dt="2026-09-14T03:54:40.470" v="352" actId="164"/>
          <ac:grpSpMkLst>
            <pc:docMk/>
            <pc:sldMk cId="4120146966" sldId="259"/>
            <ac:grpSpMk id="11" creationId="{31374E30-4B77-C713-C844-BDCCA5570F50}"/>
          </ac:grpSpMkLst>
        </pc:grpChg>
        <pc:picChg chg="add mod">
          <ac:chgData name="Anaya Jones" userId="719b0ddee9380e2f" providerId="LiveId" clId="{19D447DE-249A-4F97-BC59-0DB23D03BEE4}" dt="2026-09-14T03:54:40.470" v="352" actId="164"/>
          <ac:picMkLst>
            <pc:docMk/>
            <pc:sldMk cId="4120146966" sldId="259"/>
            <ac:picMk id="7" creationId="{677DC274-8968-4875-008B-82EF292185F2}"/>
          </ac:picMkLst>
        </pc:picChg>
        <pc:picChg chg="mod">
          <ac:chgData name="Anaya Jones" userId="719b0ddee9380e2f" providerId="LiveId" clId="{19D447DE-249A-4F97-BC59-0DB23D03BEE4}" dt="2026-09-13T21:39:20.989" v="216" actId="1076"/>
          <ac:picMkLst>
            <pc:docMk/>
            <pc:sldMk cId="4120146966" sldId="259"/>
            <ac:picMk id="22" creationId="{D9C8ACB0-A5C1-EA33-958D-9CF1849EAEFA}"/>
          </ac:picMkLst>
        </pc:picChg>
        <pc:picChg chg="mod">
          <ac:chgData name="Anaya Jones" userId="719b0ddee9380e2f" providerId="LiveId" clId="{19D447DE-249A-4F97-BC59-0DB23D03BEE4}" dt="2026-09-14T03:54:11.858" v="347" actId="1076"/>
          <ac:picMkLst>
            <pc:docMk/>
            <pc:sldMk cId="4120146966" sldId="259"/>
            <ac:picMk id="24" creationId="{2D357D86-A59D-E184-2266-F8E76879AFFC}"/>
          </ac:picMkLst>
        </pc:picChg>
        <pc:picChg chg="mod">
          <ac:chgData name="Anaya Jones" userId="719b0ddee9380e2f" providerId="LiveId" clId="{19D447DE-249A-4F97-BC59-0DB23D03BEE4}" dt="2026-09-14T03:54:09.328" v="346" actId="1076"/>
          <ac:picMkLst>
            <pc:docMk/>
            <pc:sldMk cId="4120146966" sldId="259"/>
            <ac:picMk id="27" creationId="{18225D8E-0343-E7C5-AEFE-AB3EC66A5696}"/>
          </ac:picMkLst>
        </pc:picChg>
      </pc:sldChg>
      <pc:sldChg chg="addSp delSp modSp mod modShow">
        <pc:chgData name="Anaya Jones" userId="719b0ddee9380e2f" providerId="LiveId" clId="{19D447DE-249A-4F97-BC59-0DB23D03BEE4}" dt="2026-09-13T21:41:54.275" v="245"/>
        <pc:sldMkLst>
          <pc:docMk/>
          <pc:sldMk cId="4076307678" sldId="260"/>
        </pc:sldMkLst>
        <pc:spChg chg="add mod">
          <ac:chgData name="Anaya Jones" userId="719b0ddee9380e2f" providerId="LiveId" clId="{19D447DE-249A-4F97-BC59-0DB23D03BEE4}" dt="2026-09-13T21:37:28.812" v="187" actId="14100"/>
          <ac:spMkLst>
            <pc:docMk/>
            <pc:sldMk cId="4076307678" sldId="260"/>
            <ac:spMk id="10" creationId="{06F8E992-2B2D-E155-8DAE-229D13709276}"/>
          </ac:spMkLst>
        </pc:spChg>
        <pc:spChg chg="add mod">
          <ac:chgData name="Anaya Jones" userId="719b0ddee9380e2f" providerId="LiveId" clId="{19D447DE-249A-4F97-BC59-0DB23D03BEE4}" dt="2026-09-13T21:37:37.528" v="189" actId="1076"/>
          <ac:spMkLst>
            <pc:docMk/>
            <pc:sldMk cId="4076307678" sldId="260"/>
            <ac:spMk id="33" creationId="{86B966B4-5C16-74A6-100D-7EB4E51EBB4F}"/>
          </ac:spMkLst>
        </pc:spChg>
        <pc:spChg chg="add mod">
          <ac:chgData name="Anaya Jones" userId="719b0ddee9380e2f" providerId="LiveId" clId="{19D447DE-249A-4F97-BC59-0DB23D03BEE4}" dt="2026-09-13T21:38:18.270" v="204" actId="14100"/>
          <ac:spMkLst>
            <pc:docMk/>
            <pc:sldMk cId="4076307678" sldId="260"/>
            <ac:spMk id="50" creationId="{5D98EDCB-34EA-1128-232D-4225926EE5FC}"/>
          </ac:spMkLst>
        </pc:spChg>
        <pc:spChg chg="add mod">
          <ac:chgData name="Anaya Jones" userId="719b0ddee9380e2f" providerId="LiveId" clId="{19D447DE-249A-4F97-BC59-0DB23D03BEE4}" dt="2026-09-13T21:38:28.802" v="207" actId="14100"/>
          <ac:spMkLst>
            <pc:docMk/>
            <pc:sldMk cId="4076307678" sldId="260"/>
            <ac:spMk id="52" creationId="{E375F0EE-8631-85D2-1A14-5EB0EC8C0483}"/>
          </ac:spMkLst>
        </pc:spChg>
        <pc:spChg chg="add mod">
          <ac:chgData name="Anaya Jones" userId="719b0ddee9380e2f" providerId="LiveId" clId="{19D447DE-249A-4F97-BC59-0DB23D03BEE4}" dt="2026-09-13T21:38:46.655" v="213" actId="14100"/>
          <ac:spMkLst>
            <pc:docMk/>
            <pc:sldMk cId="4076307678" sldId="260"/>
            <ac:spMk id="73" creationId="{BD4A769A-7834-745A-EA55-4CB5B23BB79B}"/>
          </ac:spMkLst>
        </pc:spChg>
        <pc:spChg chg="add mod">
          <ac:chgData name="Anaya Jones" userId="719b0ddee9380e2f" providerId="LiveId" clId="{19D447DE-249A-4F97-BC59-0DB23D03BEE4}" dt="2026-09-13T21:38:54.376" v="215" actId="1076"/>
          <ac:spMkLst>
            <pc:docMk/>
            <pc:sldMk cId="4076307678" sldId="260"/>
            <ac:spMk id="85" creationId="{F24E2FF2-132F-3E8B-6CE3-1BC2B80AA34B}"/>
          </ac:spMkLst>
        </pc:spChg>
        <pc:spChg chg="mod">
          <ac:chgData name="Anaya Jones" userId="719b0ddee9380e2f" providerId="LiveId" clId="{19D447DE-249A-4F97-BC59-0DB23D03BEE4}" dt="2026-09-13T21:40:09.816" v="222"/>
          <ac:spMkLst>
            <pc:docMk/>
            <pc:sldMk cId="4076307678" sldId="260"/>
            <ac:spMk id="116" creationId="{EBF6CEA1-C43C-CB6D-56D4-948FF2D25F77}"/>
          </ac:spMkLst>
        </pc:spChg>
        <pc:spChg chg="mod">
          <ac:chgData name="Anaya Jones" userId="719b0ddee9380e2f" providerId="LiveId" clId="{19D447DE-249A-4F97-BC59-0DB23D03BEE4}" dt="2026-09-13T21:40:09.816" v="222"/>
          <ac:spMkLst>
            <pc:docMk/>
            <pc:sldMk cId="4076307678" sldId="260"/>
            <ac:spMk id="117" creationId="{2F13446F-AA61-9DD9-DE38-821EBE1F9ACD}"/>
          </ac:spMkLst>
        </pc:spChg>
        <pc:spChg chg="mod">
          <ac:chgData name="Anaya Jones" userId="719b0ddee9380e2f" providerId="LiveId" clId="{19D447DE-249A-4F97-BC59-0DB23D03BEE4}" dt="2026-09-13T21:32:16.125" v="109" actId="1076"/>
          <ac:spMkLst>
            <pc:docMk/>
            <pc:sldMk cId="4076307678" sldId="260"/>
            <ac:spMk id="118" creationId="{3162BEA4-CA4D-FEE5-BD3D-C82E4E4B09F8}"/>
          </ac:spMkLst>
        </pc:spChg>
        <pc:spChg chg="mod">
          <ac:chgData name="Anaya Jones" userId="719b0ddee9380e2f" providerId="LiveId" clId="{19D447DE-249A-4F97-BC59-0DB23D03BEE4}" dt="2026-09-13T21:37:51.076" v="198" actId="1038"/>
          <ac:spMkLst>
            <pc:docMk/>
            <pc:sldMk cId="4076307678" sldId="260"/>
            <ac:spMk id="126" creationId="{94D546EA-D3BB-901C-6869-F42427F04742}"/>
          </ac:spMkLst>
        </pc:spChg>
        <pc:spChg chg="del">
          <ac:chgData name="Anaya Jones" userId="719b0ddee9380e2f" providerId="LiveId" clId="{19D447DE-249A-4F97-BC59-0DB23D03BEE4}" dt="2026-09-13T21:32:20.615" v="110" actId="478"/>
          <ac:spMkLst>
            <pc:docMk/>
            <pc:sldMk cId="4076307678" sldId="260"/>
            <ac:spMk id="129" creationId="{77ABE667-1C3B-26EC-0D6A-86B8AF56EAFA}"/>
          </ac:spMkLst>
        </pc:spChg>
        <pc:spChg chg="mod">
          <ac:chgData name="Anaya Jones" userId="719b0ddee9380e2f" providerId="LiveId" clId="{19D447DE-249A-4F97-BC59-0DB23D03BEE4}" dt="2026-09-13T21:34:49.352" v="135" actId="1076"/>
          <ac:spMkLst>
            <pc:docMk/>
            <pc:sldMk cId="4076307678" sldId="260"/>
            <ac:spMk id="134" creationId="{B42192D3-8768-1006-4A01-373E9105DE12}"/>
          </ac:spMkLst>
        </pc:spChg>
        <pc:spChg chg="del mod">
          <ac:chgData name="Anaya Jones" userId="719b0ddee9380e2f" providerId="LiveId" clId="{19D447DE-249A-4F97-BC59-0DB23D03BEE4}" dt="2026-09-13T21:34:13.042" v="129" actId="478"/>
          <ac:spMkLst>
            <pc:docMk/>
            <pc:sldMk cId="4076307678" sldId="260"/>
            <ac:spMk id="136" creationId="{3A0AAA3F-6AA7-6AA9-E170-C08466A383DA}"/>
          </ac:spMkLst>
        </pc:spChg>
        <pc:spChg chg="mod">
          <ac:chgData name="Anaya Jones" userId="719b0ddee9380e2f" providerId="LiveId" clId="{19D447DE-249A-4F97-BC59-0DB23D03BEE4}" dt="2026-09-13T21:33:38.426" v="124" actId="165"/>
          <ac:spMkLst>
            <pc:docMk/>
            <pc:sldMk cId="4076307678" sldId="260"/>
            <ac:spMk id="137" creationId="{63C9DC63-1966-C71A-72AE-D8694A828740}"/>
          </ac:spMkLst>
        </pc:spChg>
        <pc:spChg chg="del">
          <ac:chgData name="Anaya Jones" userId="719b0ddee9380e2f" providerId="LiveId" clId="{19D447DE-249A-4F97-BC59-0DB23D03BEE4}" dt="2026-09-13T21:35:53.887" v="167" actId="478"/>
          <ac:spMkLst>
            <pc:docMk/>
            <pc:sldMk cId="4076307678" sldId="260"/>
            <ac:spMk id="139" creationId="{FE4981E0-8148-077B-7283-8A17EC3AF6CE}"/>
          </ac:spMkLst>
        </pc:spChg>
        <pc:spChg chg="mod">
          <ac:chgData name="Anaya Jones" userId="719b0ddee9380e2f" providerId="LiveId" clId="{19D447DE-249A-4F97-BC59-0DB23D03BEE4}" dt="2026-09-13T21:35:04.265" v="159" actId="1038"/>
          <ac:spMkLst>
            <pc:docMk/>
            <pc:sldMk cId="4076307678" sldId="260"/>
            <ac:spMk id="144" creationId="{EEE2D5B3-5B99-8492-697F-B3DC17D9B7C6}"/>
          </ac:spMkLst>
        </pc:spChg>
        <pc:spChg chg="mod">
          <ac:chgData name="Anaya Jones" userId="719b0ddee9380e2f" providerId="LiveId" clId="{19D447DE-249A-4F97-BC59-0DB23D03BEE4}" dt="2026-09-13T21:35:16.130" v="161" actId="1076"/>
          <ac:spMkLst>
            <pc:docMk/>
            <pc:sldMk cId="4076307678" sldId="260"/>
            <ac:spMk id="149" creationId="{8762C0BF-83E9-A45F-14FA-8A34CB36B856}"/>
          </ac:spMkLst>
        </pc:spChg>
        <pc:spChg chg="mod">
          <ac:chgData name="Anaya Jones" userId="719b0ddee9380e2f" providerId="LiveId" clId="{19D447DE-249A-4F97-BC59-0DB23D03BEE4}" dt="2026-09-13T21:37:57.499" v="199" actId="14100"/>
          <ac:spMkLst>
            <pc:docMk/>
            <pc:sldMk cId="4076307678" sldId="260"/>
            <ac:spMk id="158" creationId="{ABF21A06-51AA-2D36-CB6A-CA2B47E59EA7}"/>
          </ac:spMkLst>
        </pc:spChg>
        <pc:spChg chg="mod">
          <ac:chgData name="Anaya Jones" userId="719b0ddee9380e2f" providerId="LiveId" clId="{19D447DE-249A-4F97-BC59-0DB23D03BEE4}" dt="2026-09-13T21:40:09.816" v="222"/>
          <ac:spMkLst>
            <pc:docMk/>
            <pc:sldMk cId="4076307678" sldId="260"/>
            <ac:spMk id="160" creationId="{99576F91-528E-E4AE-C1D0-6ADEEB6E80CF}"/>
          </ac:spMkLst>
        </pc:spChg>
        <pc:spChg chg="mod">
          <ac:chgData name="Anaya Jones" userId="719b0ddee9380e2f" providerId="LiveId" clId="{19D447DE-249A-4F97-BC59-0DB23D03BEE4}" dt="2026-09-13T21:40:09.816" v="222"/>
          <ac:spMkLst>
            <pc:docMk/>
            <pc:sldMk cId="4076307678" sldId="260"/>
            <ac:spMk id="161" creationId="{049662DB-94C5-322F-AB03-BAF3383ABABD}"/>
          </ac:spMkLst>
        </pc:spChg>
        <pc:spChg chg="mod">
          <ac:chgData name="Anaya Jones" userId="719b0ddee9380e2f" providerId="LiveId" clId="{19D447DE-249A-4F97-BC59-0DB23D03BEE4}" dt="2026-09-13T21:40:26.574" v="225" actId="14100"/>
          <ac:spMkLst>
            <pc:docMk/>
            <pc:sldMk cId="4076307678" sldId="260"/>
            <ac:spMk id="162" creationId="{9B642983-C3C2-17EC-BD75-D1645C000440}"/>
          </ac:spMkLst>
        </pc:spChg>
        <pc:spChg chg="mod">
          <ac:chgData name="Anaya Jones" userId="719b0ddee9380e2f" providerId="LiveId" clId="{19D447DE-249A-4F97-BC59-0DB23D03BEE4}" dt="2026-09-13T21:40:09.816" v="222"/>
          <ac:spMkLst>
            <pc:docMk/>
            <pc:sldMk cId="4076307678" sldId="260"/>
            <ac:spMk id="163" creationId="{01E549F5-1926-BF7D-B385-BE96E17EFD5B}"/>
          </ac:spMkLst>
        </pc:spChg>
        <pc:spChg chg="mod">
          <ac:chgData name="Anaya Jones" userId="719b0ddee9380e2f" providerId="LiveId" clId="{19D447DE-249A-4F97-BC59-0DB23D03BEE4}" dt="2026-09-13T21:40:09.816" v="222"/>
          <ac:spMkLst>
            <pc:docMk/>
            <pc:sldMk cId="4076307678" sldId="260"/>
            <ac:spMk id="164" creationId="{2AA7390B-CA07-7001-67ED-F6F1F7BA9E63}"/>
          </ac:spMkLst>
        </pc:spChg>
        <pc:spChg chg="mod">
          <ac:chgData name="Anaya Jones" userId="719b0ddee9380e2f" providerId="LiveId" clId="{19D447DE-249A-4F97-BC59-0DB23D03BEE4}" dt="2026-09-13T21:40:09.816" v="222"/>
          <ac:spMkLst>
            <pc:docMk/>
            <pc:sldMk cId="4076307678" sldId="260"/>
            <ac:spMk id="165" creationId="{B6C29025-2B0F-C201-6B8F-80E8ABA0AF04}"/>
          </ac:spMkLst>
        </pc:spChg>
        <pc:spChg chg="mod">
          <ac:chgData name="Anaya Jones" userId="719b0ddee9380e2f" providerId="LiveId" clId="{19D447DE-249A-4F97-BC59-0DB23D03BEE4}" dt="2026-09-13T21:40:09.816" v="222"/>
          <ac:spMkLst>
            <pc:docMk/>
            <pc:sldMk cId="4076307678" sldId="260"/>
            <ac:spMk id="167" creationId="{7B9C6BE9-7BE0-6472-8676-1FC5C1EFAB90}"/>
          </ac:spMkLst>
        </pc:spChg>
        <pc:spChg chg="mod">
          <ac:chgData name="Anaya Jones" userId="719b0ddee9380e2f" providerId="LiveId" clId="{19D447DE-249A-4F97-BC59-0DB23D03BEE4}" dt="2026-09-13T21:40:09.816" v="222"/>
          <ac:spMkLst>
            <pc:docMk/>
            <pc:sldMk cId="4076307678" sldId="260"/>
            <ac:spMk id="168" creationId="{89D44812-50B3-A702-CBFA-4AC59908B32C}"/>
          </ac:spMkLst>
        </pc:spChg>
        <pc:spChg chg="del">
          <ac:chgData name="Anaya Jones" userId="719b0ddee9380e2f" providerId="LiveId" clId="{19D447DE-249A-4F97-BC59-0DB23D03BEE4}" dt="2026-09-13T21:33:34.071" v="123" actId="478"/>
          <ac:spMkLst>
            <pc:docMk/>
            <pc:sldMk cId="4076307678" sldId="260"/>
            <ac:spMk id="172" creationId="{75841551-A55C-FAE9-688A-1AD32E4617ED}"/>
          </ac:spMkLst>
        </pc:spChg>
        <pc:spChg chg="mod topLvl">
          <ac:chgData name="Anaya Jones" userId="719b0ddee9380e2f" providerId="LiveId" clId="{19D447DE-249A-4F97-BC59-0DB23D03BEE4}" dt="2026-09-13T21:35:34.231" v="164" actId="1076"/>
          <ac:spMkLst>
            <pc:docMk/>
            <pc:sldMk cId="4076307678" sldId="260"/>
            <ac:spMk id="180" creationId="{C0049876-973F-2436-43A8-631BC96EB9F5}"/>
          </ac:spMkLst>
        </pc:spChg>
        <pc:spChg chg="mod ord topLvl">
          <ac:chgData name="Anaya Jones" userId="719b0ddee9380e2f" providerId="LiveId" clId="{19D447DE-249A-4F97-BC59-0DB23D03BEE4}" dt="2026-09-13T21:36:40.711" v="180" actId="14100"/>
          <ac:spMkLst>
            <pc:docMk/>
            <pc:sldMk cId="4076307678" sldId="260"/>
            <ac:spMk id="181" creationId="{839E4C3D-A499-FA88-BEA4-561797524A75}"/>
          </ac:spMkLst>
        </pc:spChg>
        <pc:spChg chg="mod topLvl">
          <ac:chgData name="Anaya Jones" userId="719b0ddee9380e2f" providerId="LiveId" clId="{19D447DE-249A-4F97-BC59-0DB23D03BEE4}" dt="2026-09-13T21:36:57.535" v="184" actId="14100"/>
          <ac:spMkLst>
            <pc:docMk/>
            <pc:sldMk cId="4076307678" sldId="260"/>
            <ac:spMk id="182" creationId="{48303FC8-8D47-823E-F910-4560170EE445}"/>
          </ac:spMkLst>
        </pc:spChg>
        <pc:spChg chg="mod">
          <ac:chgData name="Anaya Jones" userId="719b0ddee9380e2f" providerId="LiveId" clId="{19D447DE-249A-4F97-BC59-0DB23D03BEE4}" dt="2026-09-13T21:33:38.426" v="124" actId="165"/>
          <ac:spMkLst>
            <pc:docMk/>
            <pc:sldMk cId="4076307678" sldId="260"/>
            <ac:spMk id="183" creationId="{F2C06200-3384-DAE3-77E6-63FD7854BD7B}"/>
          </ac:spMkLst>
        </pc:spChg>
        <pc:spChg chg="mod ord topLvl">
          <ac:chgData name="Anaya Jones" userId="719b0ddee9380e2f" providerId="LiveId" clId="{19D447DE-249A-4F97-BC59-0DB23D03BEE4}" dt="2026-09-13T21:36:13.806" v="171" actId="1076"/>
          <ac:spMkLst>
            <pc:docMk/>
            <pc:sldMk cId="4076307678" sldId="260"/>
            <ac:spMk id="185" creationId="{7D66DA62-FA32-38AA-B44A-878496F55930}"/>
          </ac:spMkLst>
        </pc:spChg>
        <pc:spChg chg="del mod topLvl">
          <ac:chgData name="Anaya Jones" userId="719b0ddee9380e2f" providerId="LiveId" clId="{19D447DE-249A-4F97-BC59-0DB23D03BEE4}" dt="2026-09-13T21:36:07.178" v="170" actId="478"/>
          <ac:spMkLst>
            <pc:docMk/>
            <pc:sldMk cId="4076307678" sldId="260"/>
            <ac:spMk id="186" creationId="{42AF8ABF-290C-469F-4BD8-F5B63C9DFF10}"/>
          </ac:spMkLst>
        </pc:spChg>
        <pc:spChg chg="mod">
          <ac:chgData name="Anaya Jones" userId="719b0ddee9380e2f" providerId="LiveId" clId="{19D447DE-249A-4F97-BC59-0DB23D03BEE4}" dt="2026-09-13T21:35:48.870" v="166" actId="1076"/>
          <ac:spMkLst>
            <pc:docMk/>
            <pc:sldMk cId="4076307678" sldId="260"/>
            <ac:spMk id="189" creationId="{E70E0360-5085-17C2-20BC-DDE3E904FB31}"/>
          </ac:spMkLst>
        </pc:spChg>
        <pc:spChg chg="del mod">
          <ac:chgData name="Anaya Jones" userId="719b0ddee9380e2f" providerId="LiveId" clId="{19D447DE-249A-4F97-BC59-0DB23D03BEE4}" dt="2026-09-13T21:35:57.516" v="168" actId="478"/>
          <ac:spMkLst>
            <pc:docMk/>
            <pc:sldMk cId="4076307678" sldId="260"/>
            <ac:spMk id="190" creationId="{9058E243-3083-7537-7A82-216BAF5EBFF9}"/>
          </ac:spMkLst>
        </pc:spChg>
        <pc:spChg chg="mod">
          <ac:chgData name="Anaya Jones" userId="719b0ddee9380e2f" providerId="LiveId" clId="{19D447DE-249A-4F97-BC59-0DB23D03BEE4}" dt="2026-09-13T21:40:38.537" v="227"/>
          <ac:spMkLst>
            <pc:docMk/>
            <pc:sldMk cId="4076307678" sldId="260"/>
            <ac:spMk id="197" creationId="{C1A22AD0-61EC-60E2-4D74-348846164179}"/>
          </ac:spMkLst>
        </pc:spChg>
        <pc:spChg chg="mod">
          <ac:chgData name="Anaya Jones" userId="719b0ddee9380e2f" providerId="LiveId" clId="{19D447DE-249A-4F97-BC59-0DB23D03BEE4}" dt="2026-09-13T21:40:38.537" v="227"/>
          <ac:spMkLst>
            <pc:docMk/>
            <pc:sldMk cId="4076307678" sldId="260"/>
            <ac:spMk id="198" creationId="{72CA5932-D3F1-1415-4447-680FEF869B40}"/>
          </ac:spMkLst>
        </pc:spChg>
        <pc:spChg chg="mod">
          <ac:chgData name="Anaya Jones" userId="719b0ddee9380e2f" providerId="LiveId" clId="{19D447DE-249A-4F97-BC59-0DB23D03BEE4}" dt="2026-09-13T21:40:38.537" v="227"/>
          <ac:spMkLst>
            <pc:docMk/>
            <pc:sldMk cId="4076307678" sldId="260"/>
            <ac:spMk id="200" creationId="{65220AB6-66D6-1BAD-862C-70D274DE6366}"/>
          </ac:spMkLst>
        </pc:spChg>
        <pc:spChg chg="mod">
          <ac:chgData name="Anaya Jones" userId="719b0ddee9380e2f" providerId="LiveId" clId="{19D447DE-249A-4F97-BC59-0DB23D03BEE4}" dt="2026-09-13T21:40:38.537" v="227"/>
          <ac:spMkLst>
            <pc:docMk/>
            <pc:sldMk cId="4076307678" sldId="260"/>
            <ac:spMk id="201" creationId="{8D557706-D861-7203-E389-D7A05A6C5382}"/>
          </ac:spMkLst>
        </pc:spChg>
        <pc:spChg chg="mod">
          <ac:chgData name="Anaya Jones" userId="719b0ddee9380e2f" providerId="LiveId" clId="{19D447DE-249A-4F97-BC59-0DB23D03BEE4}" dt="2026-09-13T21:40:38.537" v="227"/>
          <ac:spMkLst>
            <pc:docMk/>
            <pc:sldMk cId="4076307678" sldId="260"/>
            <ac:spMk id="203" creationId="{937DBA8F-D323-9D60-7651-8337796849B9}"/>
          </ac:spMkLst>
        </pc:spChg>
        <pc:spChg chg="mod">
          <ac:chgData name="Anaya Jones" userId="719b0ddee9380e2f" providerId="LiveId" clId="{19D447DE-249A-4F97-BC59-0DB23D03BEE4}" dt="2026-09-13T21:40:38.537" v="227"/>
          <ac:spMkLst>
            <pc:docMk/>
            <pc:sldMk cId="4076307678" sldId="260"/>
            <ac:spMk id="204" creationId="{2416324A-941C-7734-58BA-40B270BE2A1F}"/>
          </ac:spMkLst>
        </pc:spChg>
        <pc:spChg chg="mod">
          <ac:chgData name="Anaya Jones" userId="719b0ddee9380e2f" providerId="LiveId" clId="{19D447DE-249A-4F97-BC59-0DB23D03BEE4}" dt="2026-09-13T21:40:45.870" v="229"/>
          <ac:spMkLst>
            <pc:docMk/>
            <pc:sldMk cId="4076307678" sldId="260"/>
            <ac:spMk id="206" creationId="{FFA6A524-21E5-C06C-C3FE-07F9CB0B769C}"/>
          </ac:spMkLst>
        </pc:spChg>
        <pc:spChg chg="mod">
          <ac:chgData name="Anaya Jones" userId="719b0ddee9380e2f" providerId="LiveId" clId="{19D447DE-249A-4F97-BC59-0DB23D03BEE4}" dt="2026-09-13T21:40:45.870" v="229"/>
          <ac:spMkLst>
            <pc:docMk/>
            <pc:sldMk cId="4076307678" sldId="260"/>
            <ac:spMk id="207" creationId="{115FAA69-61C2-50F2-0070-D86AD2CF7D91}"/>
          </ac:spMkLst>
        </pc:spChg>
        <pc:spChg chg="mod">
          <ac:chgData name="Anaya Jones" userId="719b0ddee9380e2f" providerId="LiveId" clId="{19D447DE-249A-4F97-BC59-0DB23D03BEE4}" dt="2026-09-13T21:40:54.192" v="231"/>
          <ac:spMkLst>
            <pc:docMk/>
            <pc:sldMk cId="4076307678" sldId="260"/>
            <ac:spMk id="210" creationId="{9324E5B3-BCF0-B9A9-7625-A68CF60D19A7}"/>
          </ac:spMkLst>
        </pc:spChg>
        <pc:spChg chg="mod">
          <ac:chgData name="Anaya Jones" userId="719b0ddee9380e2f" providerId="LiveId" clId="{19D447DE-249A-4F97-BC59-0DB23D03BEE4}" dt="2026-09-13T21:40:54.192" v="231"/>
          <ac:spMkLst>
            <pc:docMk/>
            <pc:sldMk cId="4076307678" sldId="260"/>
            <ac:spMk id="212" creationId="{1E91FF49-DEF2-750E-98D6-F6D2B817645E}"/>
          </ac:spMkLst>
        </pc:spChg>
        <pc:spChg chg="mod">
          <ac:chgData name="Anaya Jones" userId="719b0ddee9380e2f" providerId="LiveId" clId="{19D447DE-249A-4F97-BC59-0DB23D03BEE4}" dt="2026-09-13T21:40:54.192" v="231"/>
          <ac:spMkLst>
            <pc:docMk/>
            <pc:sldMk cId="4076307678" sldId="260"/>
            <ac:spMk id="215" creationId="{49CA599A-3AC6-1CA7-2FF6-2DA99D890B30}"/>
          </ac:spMkLst>
        </pc:spChg>
        <pc:spChg chg="mod">
          <ac:chgData name="Anaya Jones" userId="719b0ddee9380e2f" providerId="LiveId" clId="{19D447DE-249A-4F97-BC59-0DB23D03BEE4}" dt="2026-09-13T21:40:54.192" v="231"/>
          <ac:spMkLst>
            <pc:docMk/>
            <pc:sldMk cId="4076307678" sldId="260"/>
            <ac:spMk id="216" creationId="{C025E571-8200-EF0C-4392-7CFA533A5743}"/>
          </ac:spMkLst>
        </pc:spChg>
        <pc:spChg chg="mod">
          <ac:chgData name="Anaya Jones" userId="719b0ddee9380e2f" providerId="LiveId" clId="{19D447DE-249A-4F97-BC59-0DB23D03BEE4}" dt="2026-09-13T21:40:54.192" v="231"/>
          <ac:spMkLst>
            <pc:docMk/>
            <pc:sldMk cId="4076307678" sldId="260"/>
            <ac:spMk id="217" creationId="{12D908FA-C390-F354-CAF6-74B9F5BAEF8B}"/>
          </ac:spMkLst>
        </pc:spChg>
        <pc:spChg chg="mod">
          <ac:chgData name="Anaya Jones" userId="719b0ddee9380e2f" providerId="LiveId" clId="{19D447DE-249A-4F97-BC59-0DB23D03BEE4}" dt="2026-09-13T21:40:54.192" v="231"/>
          <ac:spMkLst>
            <pc:docMk/>
            <pc:sldMk cId="4076307678" sldId="260"/>
            <ac:spMk id="218" creationId="{2AF21871-65E0-D2F5-80B7-2DADE0B327E1}"/>
          </ac:spMkLst>
        </pc:spChg>
        <pc:spChg chg="mod">
          <ac:chgData name="Anaya Jones" userId="719b0ddee9380e2f" providerId="LiveId" clId="{19D447DE-249A-4F97-BC59-0DB23D03BEE4}" dt="2026-09-13T21:41:04.817" v="234"/>
          <ac:spMkLst>
            <pc:docMk/>
            <pc:sldMk cId="4076307678" sldId="260"/>
            <ac:spMk id="223" creationId="{6834D4B2-0663-A795-E8DD-4216CBC81019}"/>
          </ac:spMkLst>
        </pc:spChg>
        <pc:spChg chg="mod">
          <ac:chgData name="Anaya Jones" userId="719b0ddee9380e2f" providerId="LiveId" clId="{19D447DE-249A-4F97-BC59-0DB23D03BEE4}" dt="2026-09-13T21:41:04.817" v="234"/>
          <ac:spMkLst>
            <pc:docMk/>
            <pc:sldMk cId="4076307678" sldId="260"/>
            <ac:spMk id="224" creationId="{3CE1B13C-97EF-548C-BC60-B51A0BF6ACE5}"/>
          </ac:spMkLst>
        </pc:spChg>
        <pc:spChg chg="mod">
          <ac:chgData name="Anaya Jones" userId="719b0ddee9380e2f" providerId="LiveId" clId="{19D447DE-249A-4F97-BC59-0DB23D03BEE4}" dt="2026-09-13T21:41:04.817" v="234"/>
          <ac:spMkLst>
            <pc:docMk/>
            <pc:sldMk cId="4076307678" sldId="260"/>
            <ac:spMk id="225" creationId="{7D350D61-22CD-81C9-D357-351190D36AFE}"/>
          </ac:spMkLst>
        </pc:spChg>
        <pc:spChg chg="mod">
          <ac:chgData name="Anaya Jones" userId="719b0ddee9380e2f" providerId="LiveId" clId="{19D447DE-249A-4F97-BC59-0DB23D03BEE4}" dt="2026-09-13T21:41:04.817" v="234"/>
          <ac:spMkLst>
            <pc:docMk/>
            <pc:sldMk cId="4076307678" sldId="260"/>
            <ac:spMk id="226" creationId="{C3AC881C-A279-05C9-BDCD-AC919409083B}"/>
          </ac:spMkLst>
        </pc:spChg>
        <pc:spChg chg="mod">
          <ac:chgData name="Anaya Jones" userId="719b0ddee9380e2f" providerId="LiveId" clId="{19D447DE-249A-4F97-BC59-0DB23D03BEE4}" dt="2026-09-13T21:41:04.817" v="234"/>
          <ac:spMkLst>
            <pc:docMk/>
            <pc:sldMk cId="4076307678" sldId="260"/>
            <ac:spMk id="227" creationId="{B187E070-E170-DAF3-1FDB-2BC1D6E7A5EB}"/>
          </ac:spMkLst>
        </pc:spChg>
        <pc:spChg chg="mod">
          <ac:chgData name="Anaya Jones" userId="719b0ddee9380e2f" providerId="LiveId" clId="{19D447DE-249A-4F97-BC59-0DB23D03BEE4}" dt="2026-09-13T21:41:04.817" v="234"/>
          <ac:spMkLst>
            <pc:docMk/>
            <pc:sldMk cId="4076307678" sldId="260"/>
            <ac:spMk id="228" creationId="{89247057-9F93-6019-A3AF-1A6BA4D53EDE}"/>
          </ac:spMkLst>
        </pc:spChg>
        <pc:spChg chg="mod">
          <ac:chgData name="Anaya Jones" userId="719b0ddee9380e2f" providerId="LiveId" clId="{19D447DE-249A-4F97-BC59-0DB23D03BEE4}" dt="2026-09-13T21:41:04.817" v="234"/>
          <ac:spMkLst>
            <pc:docMk/>
            <pc:sldMk cId="4076307678" sldId="260"/>
            <ac:spMk id="229" creationId="{1DBCE54E-414A-CB2E-A2F5-0089D3F22F90}"/>
          </ac:spMkLst>
        </pc:spChg>
        <pc:spChg chg="mod">
          <ac:chgData name="Anaya Jones" userId="719b0ddee9380e2f" providerId="LiveId" clId="{19D447DE-249A-4F97-BC59-0DB23D03BEE4}" dt="2026-09-13T21:41:04.817" v="234"/>
          <ac:spMkLst>
            <pc:docMk/>
            <pc:sldMk cId="4076307678" sldId="260"/>
            <ac:spMk id="230" creationId="{98DE419B-9E8F-00DA-BC34-90DF2BEC1314}"/>
          </ac:spMkLst>
        </pc:spChg>
        <pc:spChg chg="mod">
          <ac:chgData name="Anaya Jones" userId="719b0ddee9380e2f" providerId="LiveId" clId="{19D447DE-249A-4F97-BC59-0DB23D03BEE4}" dt="2026-09-13T21:41:04.817" v="234"/>
          <ac:spMkLst>
            <pc:docMk/>
            <pc:sldMk cId="4076307678" sldId="260"/>
            <ac:spMk id="232" creationId="{8FBA24D1-3874-A0AD-0F4E-AB44F025C552}"/>
          </ac:spMkLst>
        </pc:spChg>
        <pc:spChg chg="mod">
          <ac:chgData name="Anaya Jones" userId="719b0ddee9380e2f" providerId="LiveId" clId="{19D447DE-249A-4F97-BC59-0DB23D03BEE4}" dt="2026-09-13T21:41:04.817" v="234"/>
          <ac:spMkLst>
            <pc:docMk/>
            <pc:sldMk cId="4076307678" sldId="260"/>
            <ac:spMk id="233" creationId="{0284BD24-D98E-BDB2-AC26-1ED8624BFC7C}"/>
          </ac:spMkLst>
        </pc:spChg>
        <pc:spChg chg="mod">
          <ac:chgData name="Anaya Jones" userId="719b0ddee9380e2f" providerId="LiveId" clId="{19D447DE-249A-4F97-BC59-0DB23D03BEE4}" dt="2026-09-13T21:41:15.048" v="237"/>
          <ac:spMkLst>
            <pc:docMk/>
            <pc:sldMk cId="4076307678" sldId="260"/>
            <ac:spMk id="239" creationId="{CA6BA22A-4486-14B5-9C0C-BBDDC8492940}"/>
          </ac:spMkLst>
        </pc:spChg>
        <pc:spChg chg="mod">
          <ac:chgData name="Anaya Jones" userId="719b0ddee9380e2f" providerId="LiveId" clId="{19D447DE-249A-4F97-BC59-0DB23D03BEE4}" dt="2026-09-13T21:41:15.048" v="237"/>
          <ac:spMkLst>
            <pc:docMk/>
            <pc:sldMk cId="4076307678" sldId="260"/>
            <ac:spMk id="240" creationId="{E9C5AD25-F1E2-7C96-B929-463168E77E62}"/>
          </ac:spMkLst>
        </pc:spChg>
        <pc:spChg chg="mod">
          <ac:chgData name="Anaya Jones" userId="719b0ddee9380e2f" providerId="LiveId" clId="{19D447DE-249A-4F97-BC59-0DB23D03BEE4}" dt="2026-09-13T21:41:15.048" v="237"/>
          <ac:spMkLst>
            <pc:docMk/>
            <pc:sldMk cId="4076307678" sldId="260"/>
            <ac:spMk id="245" creationId="{2D3CD7CF-6139-2CD6-0331-C805A5BA46AE}"/>
          </ac:spMkLst>
        </pc:spChg>
        <pc:spChg chg="mod">
          <ac:chgData name="Anaya Jones" userId="719b0ddee9380e2f" providerId="LiveId" clId="{19D447DE-249A-4F97-BC59-0DB23D03BEE4}" dt="2026-09-13T21:41:15.048" v="237"/>
          <ac:spMkLst>
            <pc:docMk/>
            <pc:sldMk cId="4076307678" sldId="260"/>
            <ac:spMk id="249" creationId="{658EA431-39E9-084F-368E-F7C4528B58F4}"/>
          </ac:spMkLst>
        </pc:spChg>
        <pc:spChg chg="mod">
          <ac:chgData name="Anaya Jones" userId="719b0ddee9380e2f" providerId="LiveId" clId="{19D447DE-249A-4F97-BC59-0DB23D03BEE4}" dt="2026-09-13T21:41:15.048" v="237"/>
          <ac:spMkLst>
            <pc:docMk/>
            <pc:sldMk cId="4076307678" sldId="260"/>
            <ac:spMk id="252" creationId="{40C12B55-EB4D-02F9-17B7-261E9237B97F}"/>
          </ac:spMkLst>
        </pc:spChg>
        <pc:spChg chg="mod">
          <ac:chgData name="Anaya Jones" userId="719b0ddee9380e2f" providerId="LiveId" clId="{19D447DE-249A-4F97-BC59-0DB23D03BEE4}" dt="2026-09-13T21:41:15.048" v="237"/>
          <ac:spMkLst>
            <pc:docMk/>
            <pc:sldMk cId="4076307678" sldId="260"/>
            <ac:spMk id="253" creationId="{9AAFFC52-3F56-61DC-794D-DBA989A1D700}"/>
          </ac:spMkLst>
        </pc:spChg>
        <pc:spChg chg="mod">
          <ac:chgData name="Anaya Jones" userId="719b0ddee9380e2f" providerId="LiveId" clId="{19D447DE-249A-4F97-BC59-0DB23D03BEE4}" dt="2026-09-13T21:41:15.048" v="237"/>
          <ac:spMkLst>
            <pc:docMk/>
            <pc:sldMk cId="4076307678" sldId="260"/>
            <ac:spMk id="254" creationId="{F98FD2C2-0898-1FBB-4DF8-9A861B00CB44}"/>
          </ac:spMkLst>
        </pc:spChg>
        <pc:spChg chg="mod">
          <ac:chgData name="Anaya Jones" userId="719b0ddee9380e2f" providerId="LiveId" clId="{19D447DE-249A-4F97-BC59-0DB23D03BEE4}" dt="2026-09-13T21:41:15.048" v="237"/>
          <ac:spMkLst>
            <pc:docMk/>
            <pc:sldMk cId="4076307678" sldId="260"/>
            <ac:spMk id="255" creationId="{79041A46-22EB-ED42-F0D1-8B4BBAE499E1}"/>
          </ac:spMkLst>
        </pc:spChg>
        <pc:spChg chg="mod">
          <ac:chgData name="Anaya Jones" userId="719b0ddee9380e2f" providerId="LiveId" clId="{19D447DE-249A-4F97-BC59-0DB23D03BEE4}" dt="2026-09-13T21:41:15.048" v="237"/>
          <ac:spMkLst>
            <pc:docMk/>
            <pc:sldMk cId="4076307678" sldId="260"/>
            <ac:spMk id="256" creationId="{1D14BBCC-E22B-E0B9-A1A3-B5620DB6F9C1}"/>
          </ac:spMkLst>
        </pc:spChg>
        <pc:spChg chg="mod">
          <ac:chgData name="Anaya Jones" userId="719b0ddee9380e2f" providerId="LiveId" clId="{19D447DE-249A-4F97-BC59-0DB23D03BEE4}" dt="2026-09-13T21:41:15.048" v="237"/>
          <ac:spMkLst>
            <pc:docMk/>
            <pc:sldMk cId="4076307678" sldId="260"/>
            <ac:spMk id="257" creationId="{440E2B3A-75FF-6813-BD8A-C376F146A697}"/>
          </ac:spMkLst>
        </pc:spChg>
        <pc:spChg chg="mod">
          <ac:chgData name="Anaya Jones" userId="719b0ddee9380e2f" providerId="LiveId" clId="{19D447DE-249A-4F97-BC59-0DB23D03BEE4}" dt="2026-09-13T21:41:32.333" v="239"/>
          <ac:spMkLst>
            <pc:docMk/>
            <pc:sldMk cId="4076307678" sldId="260"/>
            <ac:spMk id="260" creationId="{A23039D5-623B-EB54-3D03-3A85F1A1947F}"/>
          </ac:spMkLst>
        </pc:spChg>
        <pc:spChg chg="mod">
          <ac:chgData name="Anaya Jones" userId="719b0ddee9380e2f" providerId="LiveId" clId="{19D447DE-249A-4F97-BC59-0DB23D03BEE4}" dt="2026-09-13T21:41:32.333" v="239"/>
          <ac:spMkLst>
            <pc:docMk/>
            <pc:sldMk cId="4076307678" sldId="260"/>
            <ac:spMk id="261" creationId="{3CC2E4E5-CA2C-CCE4-F9D7-566FFA2DF456}"/>
          </ac:spMkLst>
        </pc:spChg>
        <pc:spChg chg="mod">
          <ac:chgData name="Anaya Jones" userId="719b0ddee9380e2f" providerId="LiveId" clId="{19D447DE-249A-4F97-BC59-0DB23D03BEE4}" dt="2026-09-13T21:41:32.333" v="239"/>
          <ac:spMkLst>
            <pc:docMk/>
            <pc:sldMk cId="4076307678" sldId="260"/>
            <ac:spMk id="262" creationId="{5470C2CB-C219-FBAC-A60D-187C4E4D124C}"/>
          </ac:spMkLst>
        </pc:spChg>
        <pc:spChg chg="mod">
          <ac:chgData name="Anaya Jones" userId="719b0ddee9380e2f" providerId="LiveId" clId="{19D447DE-249A-4F97-BC59-0DB23D03BEE4}" dt="2026-09-13T21:41:32.333" v="239"/>
          <ac:spMkLst>
            <pc:docMk/>
            <pc:sldMk cId="4076307678" sldId="260"/>
            <ac:spMk id="263" creationId="{45218A46-05B5-F9B2-0251-CA7E43D2BE50}"/>
          </ac:spMkLst>
        </pc:spChg>
        <pc:spChg chg="mod">
          <ac:chgData name="Anaya Jones" userId="719b0ddee9380e2f" providerId="LiveId" clId="{19D447DE-249A-4F97-BC59-0DB23D03BEE4}" dt="2026-09-13T21:41:32.333" v="239"/>
          <ac:spMkLst>
            <pc:docMk/>
            <pc:sldMk cId="4076307678" sldId="260"/>
            <ac:spMk id="265" creationId="{AED901BB-ABF9-CE1E-82E2-B4C914458EFD}"/>
          </ac:spMkLst>
        </pc:spChg>
        <pc:spChg chg="mod">
          <ac:chgData name="Anaya Jones" userId="719b0ddee9380e2f" providerId="LiveId" clId="{19D447DE-249A-4F97-BC59-0DB23D03BEE4}" dt="2026-09-13T21:41:32.333" v="239"/>
          <ac:spMkLst>
            <pc:docMk/>
            <pc:sldMk cId="4076307678" sldId="260"/>
            <ac:spMk id="266" creationId="{6F41D65D-1FE0-F16E-7521-687C9F18DC5A}"/>
          </ac:spMkLst>
        </pc:spChg>
        <pc:spChg chg="mod">
          <ac:chgData name="Anaya Jones" userId="719b0ddee9380e2f" providerId="LiveId" clId="{19D447DE-249A-4F97-BC59-0DB23D03BEE4}" dt="2026-09-13T21:41:32.333" v="239"/>
          <ac:spMkLst>
            <pc:docMk/>
            <pc:sldMk cId="4076307678" sldId="260"/>
            <ac:spMk id="267" creationId="{93F86B85-040B-ADD7-DFE1-049850E51416}"/>
          </ac:spMkLst>
        </pc:spChg>
        <pc:spChg chg="mod">
          <ac:chgData name="Anaya Jones" userId="719b0ddee9380e2f" providerId="LiveId" clId="{19D447DE-249A-4F97-BC59-0DB23D03BEE4}" dt="2026-09-13T21:41:32.333" v="239"/>
          <ac:spMkLst>
            <pc:docMk/>
            <pc:sldMk cId="4076307678" sldId="260"/>
            <ac:spMk id="268" creationId="{90DA98F3-C065-058D-78BA-20C7EE73EDAA}"/>
          </ac:spMkLst>
        </pc:spChg>
        <pc:spChg chg="mod">
          <ac:chgData name="Anaya Jones" userId="719b0ddee9380e2f" providerId="LiveId" clId="{19D447DE-249A-4F97-BC59-0DB23D03BEE4}" dt="2026-09-13T21:41:32.333" v="239"/>
          <ac:spMkLst>
            <pc:docMk/>
            <pc:sldMk cId="4076307678" sldId="260"/>
            <ac:spMk id="269" creationId="{7A74B1BA-ED51-99F1-EC1B-A3124430F272}"/>
          </ac:spMkLst>
        </pc:spChg>
        <pc:spChg chg="mod">
          <ac:chgData name="Anaya Jones" userId="719b0ddee9380e2f" providerId="LiveId" clId="{19D447DE-249A-4F97-BC59-0DB23D03BEE4}" dt="2026-09-13T21:41:32.333" v="239"/>
          <ac:spMkLst>
            <pc:docMk/>
            <pc:sldMk cId="4076307678" sldId="260"/>
            <ac:spMk id="270" creationId="{0296CE88-2A32-5498-7E8A-E77F4F3FBDE8}"/>
          </ac:spMkLst>
        </pc:spChg>
        <pc:spChg chg="add">
          <ac:chgData name="Anaya Jones" userId="719b0ddee9380e2f" providerId="LiveId" clId="{19D447DE-249A-4F97-BC59-0DB23D03BEE4}" dt="2026-09-13T21:41:37.538" v="240" actId="22"/>
          <ac:spMkLst>
            <pc:docMk/>
            <pc:sldMk cId="4076307678" sldId="260"/>
            <ac:spMk id="272" creationId="{1D40798D-46EB-20E6-3DA4-9C6C4957F057}"/>
          </ac:spMkLst>
        </pc:spChg>
        <pc:spChg chg="mod">
          <ac:chgData name="Anaya Jones" userId="719b0ddee9380e2f" providerId="LiveId" clId="{19D447DE-249A-4F97-BC59-0DB23D03BEE4}" dt="2026-09-13T21:41:47.555" v="243"/>
          <ac:spMkLst>
            <pc:docMk/>
            <pc:sldMk cId="4076307678" sldId="260"/>
            <ac:spMk id="275" creationId="{2A42CA77-47FE-36EF-A339-4D5B244A724D}"/>
          </ac:spMkLst>
        </pc:spChg>
        <pc:spChg chg="mod">
          <ac:chgData name="Anaya Jones" userId="719b0ddee9380e2f" providerId="LiveId" clId="{19D447DE-249A-4F97-BC59-0DB23D03BEE4}" dt="2026-09-13T21:41:47.555" v="243"/>
          <ac:spMkLst>
            <pc:docMk/>
            <pc:sldMk cId="4076307678" sldId="260"/>
            <ac:spMk id="277" creationId="{B97717B6-9522-3B16-63A9-338FEB3C7781}"/>
          </ac:spMkLst>
        </pc:spChg>
        <pc:spChg chg="mod">
          <ac:chgData name="Anaya Jones" userId="719b0ddee9380e2f" providerId="LiveId" clId="{19D447DE-249A-4F97-BC59-0DB23D03BEE4}" dt="2026-09-13T21:41:47.555" v="243"/>
          <ac:spMkLst>
            <pc:docMk/>
            <pc:sldMk cId="4076307678" sldId="260"/>
            <ac:spMk id="279" creationId="{94AC21B0-9D20-604A-82C2-28769FCD6793}"/>
          </ac:spMkLst>
        </pc:spChg>
        <pc:spChg chg="mod">
          <ac:chgData name="Anaya Jones" userId="719b0ddee9380e2f" providerId="LiveId" clId="{19D447DE-249A-4F97-BC59-0DB23D03BEE4}" dt="2026-09-13T21:41:47.555" v="243"/>
          <ac:spMkLst>
            <pc:docMk/>
            <pc:sldMk cId="4076307678" sldId="260"/>
            <ac:spMk id="280" creationId="{BE4D6EDB-D07F-283A-CD52-310F550F61FD}"/>
          </ac:spMkLst>
        </pc:spChg>
        <pc:spChg chg="mod">
          <ac:chgData name="Anaya Jones" userId="719b0ddee9380e2f" providerId="LiveId" clId="{19D447DE-249A-4F97-BC59-0DB23D03BEE4}" dt="2026-09-13T21:41:47.555" v="243"/>
          <ac:spMkLst>
            <pc:docMk/>
            <pc:sldMk cId="4076307678" sldId="260"/>
            <ac:spMk id="281" creationId="{E0A4CB6B-693B-F82B-6C45-C6795198A7A0}"/>
          </ac:spMkLst>
        </pc:spChg>
        <pc:spChg chg="mod">
          <ac:chgData name="Anaya Jones" userId="719b0ddee9380e2f" providerId="LiveId" clId="{19D447DE-249A-4F97-BC59-0DB23D03BEE4}" dt="2026-09-13T21:41:47.555" v="243"/>
          <ac:spMkLst>
            <pc:docMk/>
            <pc:sldMk cId="4076307678" sldId="260"/>
            <ac:spMk id="282" creationId="{ECDEAEA5-EECD-A147-3C4F-5588C2D9D682}"/>
          </ac:spMkLst>
        </pc:spChg>
        <pc:spChg chg="mod">
          <ac:chgData name="Anaya Jones" userId="719b0ddee9380e2f" providerId="LiveId" clId="{19D447DE-249A-4F97-BC59-0DB23D03BEE4}" dt="2026-09-13T21:41:47.555" v="243"/>
          <ac:spMkLst>
            <pc:docMk/>
            <pc:sldMk cId="4076307678" sldId="260"/>
            <ac:spMk id="283" creationId="{44988A34-ABBB-587D-3447-50386C0BB9CA}"/>
          </ac:spMkLst>
        </pc:spChg>
        <pc:spChg chg="mod">
          <ac:chgData name="Anaya Jones" userId="719b0ddee9380e2f" providerId="LiveId" clId="{19D447DE-249A-4F97-BC59-0DB23D03BEE4}" dt="2026-09-13T21:41:54.275" v="245"/>
          <ac:spMkLst>
            <pc:docMk/>
            <pc:sldMk cId="4076307678" sldId="260"/>
            <ac:spMk id="287" creationId="{0B2F5D28-A7CC-9E89-4F65-4A0582122F35}"/>
          </ac:spMkLst>
        </pc:spChg>
        <pc:spChg chg="mod">
          <ac:chgData name="Anaya Jones" userId="719b0ddee9380e2f" providerId="LiveId" clId="{19D447DE-249A-4F97-BC59-0DB23D03BEE4}" dt="2026-09-13T21:41:54.275" v="245"/>
          <ac:spMkLst>
            <pc:docMk/>
            <pc:sldMk cId="4076307678" sldId="260"/>
            <ac:spMk id="288" creationId="{1F511DC0-FC23-A726-D42E-35A1DCA19D5C}"/>
          </ac:spMkLst>
        </pc:spChg>
        <pc:spChg chg="mod">
          <ac:chgData name="Anaya Jones" userId="719b0ddee9380e2f" providerId="LiveId" clId="{19D447DE-249A-4F97-BC59-0DB23D03BEE4}" dt="2026-09-13T21:41:54.275" v="245"/>
          <ac:spMkLst>
            <pc:docMk/>
            <pc:sldMk cId="4076307678" sldId="260"/>
            <ac:spMk id="289" creationId="{3ADF468C-E9EC-2CF3-90E0-59B31303C79D}"/>
          </ac:spMkLst>
        </pc:spChg>
        <pc:spChg chg="mod">
          <ac:chgData name="Anaya Jones" userId="719b0ddee9380e2f" providerId="LiveId" clId="{19D447DE-249A-4F97-BC59-0DB23D03BEE4}" dt="2026-09-13T21:41:54.275" v="245"/>
          <ac:spMkLst>
            <pc:docMk/>
            <pc:sldMk cId="4076307678" sldId="260"/>
            <ac:spMk id="290" creationId="{B31E709B-66B9-AB48-2FE9-4607CA93B06E}"/>
          </ac:spMkLst>
        </pc:spChg>
        <pc:spChg chg="mod">
          <ac:chgData name="Anaya Jones" userId="719b0ddee9380e2f" providerId="LiveId" clId="{19D447DE-249A-4F97-BC59-0DB23D03BEE4}" dt="2026-09-13T21:41:54.275" v="245"/>
          <ac:spMkLst>
            <pc:docMk/>
            <pc:sldMk cId="4076307678" sldId="260"/>
            <ac:spMk id="291" creationId="{9EFFD377-C6B7-B378-7A44-5F3B3237023E}"/>
          </ac:spMkLst>
        </pc:spChg>
        <pc:spChg chg="mod">
          <ac:chgData name="Anaya Jones" userId="719b0ddee9380e2f" providerId="LiveId" clId="{19D447DE-249A-4F97-BC59-0DB23D03BEE4}" dt="2026-09-13T21:41:54.275" v="245"/>
          <ac:spMkLst>
            <pc:docMk/>
            <pc:sldMk cId="4076307678" sldId="260"/>
            <ac:spMk id="292" creationId="{49C38EAB-5407-2B18-99A0-DDA51082F110}"/>
          </ac:spMkLst>
        </pc:spChg>
        <pc:spChg chg="mod">
          <ac:chgData name="Anaya Jones" userId="719b0ddee9380e2f" providerId="LiveId" clId="{19D447DE-249A-4F97-BC59-0DB23D03BEE4}" dt="2026-09-13T21:41:54.275" v="245"/>
          <ac:spMkLst>
            <pc:docMk/>
            <pc:sldMk cId="4076307678" sldId="260"/>
            <ac:spMk id="294" creationId="{5D81F1D0-5D67-10AD-49E7-A0EA95D83B42}"/>
          </ac:spMkLst>
        </pc:spChg>
        <pc:spChg chg="mod">
          <ac:chgData name="Anaya Jones" userId="719b0ddee9380e2f" providerId="LiveId" clId="{19D447DE-249A-4F97-BC59-0DB23D03BEE4}" dt="2026-09-13T21:41:54.275" v="245"/>
          <ac:spMkLst>
            <pc:docMk/>
            <pc:sldMk cId="4076307678" sldId="260"/>
            <ac:spMk id="295" creationId="{73B52FEF-07D5-1787-8AC6-E89BA4902E7C}"/>
          </ac:spMkLst>
        </pc:spChg>
        <pc:grpChg chg="mod">
          <ac:chgData name="Anaya Jones" userId="719b0ddee9380e2f" providerId="LiveId" clId="{19D447DE-249A-4F97-BC59-0DB23D03BEE4}" dt="2026-09-13T21:40:22.233" v="224" actId="14100"/>
          <ac:grpSpMkLst>
            <pc:docMk/>
            <pc:sldMk cId="4076307678" sldId="260"/>
            <ac:grpSpMk id="111" creationId="{FF2430B9-32CC-3482-9F75-C7ED572F52B2}"/>
          </ac:grpSpMkLst>
        </pc:grpChg>
        <pc:grpChg chg="del">
          <ac:chgData name="Anaya Jones" userId="719b0ddee9380e2f" providerId="LiveId" clId="{19D447DE-249A-4F97-BC59-0DB23D03BEE4}" dt="2026-09-13T21:32:20.615" v="110" actId="478"/>
          <ac:grpSpMkLst>
            <pc:docMk/>
            <pc:sldMk cId="4076307678" sldId="260"/>
            <ac:grpSpMk id="128" creationId="{B858B4BC-55E6-7B64-7557-EB37A3F16742}"/>
          </ac:grpSpMkLst>
        </pc:grpChg>
        <pc:grpChg chg="mod">
          <ac:chgData name="Anaya Jones" userId="719b0ddee9380e2f" providerId="LiveId" clId="{19D447DE-249A-4F97-BC59-0DB23D03BEE4}" dt="2026-09-13T21:31:54.764" v="106" actId="14100"/>
          <ac:grpSpMkLst>
            <pc:docMk/>
            <pc:sldMk cId="4076307678" sldId="260"/>
            <ac:grpSpMk id="132" creationId="{6AE35D64-113E-6309-5578-E0062C174404}"/>
          </ac:grpSpMkLst>
        </pc:grpChg>
        <pc:grpChg chg="mod">
          <ac:chgData name="Anaya Jones" userId="719b0ddee9380e2f" providerId="LiveId" clId="{19D447DE-249A-4F97-BC59-0DB23D03BEE4}" dt="2026-09-13T21:35:19.178" v="162" actId="14100"/>
          <ac:grpSpMkLst>
            <pc:docMk/>
            <pc:sldMk cId="4076307678" sldId="260"/>
            <ac:grpSpMk id="150" creationId="{7D559F18-B674-89BE-2C05-8A537FBAF05B}"/>
          </ac:grpSpMkLst>
        </pc:grpChg>
        <pc:grpChg chg="mod">
          <ac:chgData name="Anaya Jones" userId="719b0ddee9380e2f" providerId="LiveId" clId="{19D447DE-249A-4F97-BC59-0DB23D03BEE4}" dt="2026-09-13T21:40:38.537" v="227"/>
          <ac:grpSpMkLst>
            <pc:docMk/>
            <pc:sldMk cId="4076307678" sldId="260"/>
            <ac:grpSpMk id="170" creationId="{19FC3B51-B4FF-710B-BA04-FF2967B68A36}"/>
          </ac:grpSpMkLst>
        </pc:grpChg>
        <pc:grpChg chg="del mod topLvl">
          <ac:chgData name="Anaya Jones" userId="719b0ddee9380e2f" providerId="LiveId" clId="{19D447DE-249A-4F97-BC59-0DB23D03BEE4}" dt="2026-09-13T21:36:07.178" v="170" actId="478"/>
          <ac:grpSpMkLst>
            <pc:docMk/>
            <pc:sldMk cId="4076307678" sldId="260"/>
            <ac:grpSpMk id="184" creationId="{4D15C19F-03C0-58A4-AB24-449437B24AC5}"/>
          </ac:grpSpMkLst>
        </pc:grpChg>
        <pc:grpChg chg="del mod">
          <ac:chgData name="Anaya Jones" userId="719b0ddee9380e2f" providerId="LiveId" clId="{19D447DE-249A-4F97-BC59-0DB23D03BEE4}" dt="2026-09-13T21:35:27.937" v="163" actId="165"/>
          <ac:grpSpMkLst>
            <pc:docMk/>
            <pc:sldMk cId="4076307678" sldId="260"/>
            <ac:grpSpMk id="187" creationId="{7E8C5D22-AAEC-49EE-8C68-0BA69378BDA2}"/>
          </ac:grpSpMkLst>
        </pc:grpChg>
        <pc:grpChg chg="del">
          <ac:chgData name="Anaya Jones" userId="719b0ddee9380e2f" providerId="LiveId" clId="{19D447DE-249A-4F97-BC59-0DB23D03BEE4}" dt="2026-09-13T21:35:57.516" v="168" actId="478"/>
          <ac:grpSpMkLst>
            <pc:docMk/>
            <pc:sldMk cId="4076307678" sldId="260"/>
            <ac:grpSpMk id="188" creationId="{D4C06CD8-8D74-54BE-6789-BCECE8F83F11}"/>
          </ac:grpSpMkLst>
        </pc:grpChg>
        <pc:grpChg chg="mod">
          <ac:chgData name="Anaya Jones" userId="719b0ddee9380e2f" providerId="LiveId" clId="{19D447DE-249A-4F97-BC59-0DB23D03BEE4}" dt="2026-09-13T21:32:06.655" v="107" actId="14100"/>
          <ac:grpSpMkLst>
            <pc:docMk/>
            <pc:sldMk cId="4076307678" sldId="260"/>
            <ac:grpSpMk id="195" creationId="{5ED8F554-615B-F298-11D0-8F6565C93F4C}"/>
          </ac:grpSpMkLst>
        </pc:grpChg>
        <pc:grpChg chg="mod">
          <ac:chgData name="Anaya Jones" userId="719b0ddee9380e2f" providerId="LiveId" clId="{19D447DE-249A-4F97-BC59-0DB23D03BEE4}" dt="2026-09-13T21:40:38.537" v="227"/>
          <ac:grpSpMkLst>
            <pc:docMk/>
            <pc:sldMk cId="4076307678" sldId="260"/>
            <ac:grpSpMk id="196" creationId="{ECC74066-D0B3-3131-5CEE-B93D910DCF25}"/>
          </ac:grpSpMkLst>
        </pc:grpChg>
        <pc:grpChg chg="mod">
          <ac:chgData name="Anaya Jones" userId="719b0ddee9380e2f" providerId="LiveId" clId="{19D447DE-249A-4F97-BC59-0DB23D03BEE4}" dt="2026-09-13T21:40:38.537" v="227"/>
          <ac:grpSpMkLst>
            <pc:docMk/>
            <pc:sldMk cId="4076307678" sldId="260"/>
            <ac:grpSpMk id="199" creationId="{A032B204-5312-03B7-F450-2984A4B77784}"/>
          </ac:grpSpMkLst>
        </pc:grpChg>
        <pc:grpChg chg="mod">
          <ac:chgData name="Anaya Jones" userId="719b0ddee9380e2f" providerId="LiveId" clId="{19D447DE-249A-4F97-BC59-0DB23D03BEE4}" dt="2026-09-13T21:40:38.537" v="227"/>
          <ac:grpSpMkLst>
            <pc:docMk/>
            <pc:sldMk cId="4076307678" sldId="260"/>
            <ac:grpSpMk id="202" creationId="{9D0CDD92-2631-499A-E8F8-5A3BAB2E19C0}"/>
          </ac:grpSpMkLst>
        </pc:grpChg>
        <pc:grpChg chg="add mod">
          <ac:chgData name="Anaya Jones" userId="719b0ddee9380e2f" providerId="LiveId" clId="{19D447DE-249A-4F97-BC59-0DB23D03BEE4}" dt="2026-09-13T21:40:45.870" v="229"/>
          <ac:grpSpMkLst>
            <pc:docMk/>
            <pc:sldMk cId="4076307678" sldId="260"/>
            <ac:grpSpMk id="205" creationId="{D9CC6A16-ADF1-4C4F-18F2-575F6E527EC7}"/>
          </ac:grpSpMkLst>
        </pc:grpChg>
        <pc:grpChg chg="add mod">
          <ac:chgData name="Anaya Jones" userId="719b0ddee9380e2f" providerId="LiveId" clId="{19D447DE-249A-4F97-BC59-0DB23D03BEE4}" dt="2026-09-13T21:40:58.084" v="232" actId="14100"/>
          <ac:grpSpMkLst>
            <pc:docMk/>
            <pc:sldMk cId="4076307678" sldId="260"/>
            <ac:grpSpMk id="208" creationId="{6111414D-F677-FFE0-CA31-34BB22BD503B}"/>
          </ac:grpSpMkLst>
        </pc:grpChg>
        <pc:grpChg chg="mod">
          <ac:chgData name="Anaya Jones" userId="719b0ddee9380e2f" providerId="LiveId" clId="{19D447DE-249A-4F97-BC59-0DB23D03BEE4}" dt="2026-09-13T21:40:54.192" v="231"/>
          <ac:grpSpMkLst>
            <pc:docMk/>
            <pc:sldMk cId="4076307678" sldId="260"/>
            <ac:grpSpMk id="209" creationId="{FC93B045-F647-ED4B-F988-F1ED864AA6ED}"/>
          </ac:grpSpMkLst>
        </pc:grpChg>
        <pc:grpChg chg="mod">
          <ac:chgData name="Anaya Jones" userId="719b0ddee9380e2f" providerId="LiveId" clId="{19D447DE-249A-4F97-BC59-0DB23D03BEE4}" dt="2026-09-13T21:40:54.192" v="231"/>
          <ac:grpSpMkLst>
            <pc:docMk/>
            <pc:sldMk cId="4076307678" sldId="260"/>
            <ac:grpSpMk id="213" creationId="{3082C4A0-1469-A6FE-771E-7B46A649931C}"/>
          </ac:grpSpMkLst>
        </pc:grpChg>
        <pc:grpChg chg="mod">
          <ac:chgData name="Anaya Jones" userId="719b0ddee9380e2f" providerId="LiveId" clId="{19D447DE-249A-4F97-BC59-0DB23D03BEE4}" dt="2026-09-13T21:40:54.192" v="231"/>
          <ac:grpSpMkLst>
            <pc:docMk/>
            <pc:sldMk cId="4076307678" sldId="260"/>
            <ac:grpSpMk id="214" creationId="{F4C46B4E-C642-E189-CFFF-0EFF4CB2832A}"/>
          </ac:grpSpMkLst>
        </pc:grpChg>
        <pc:grpChg chg="mod">
          <ac:chgData name="Anaya Jones" userId="719b0ddee9380e2f" providerId="LiveId" clId="{19D447DE-249A-4F97-BC59-0DB23D03BEE4}" dt="2026-09-13T21:41:07.182" v="235" actId="14100"/>
          <ac:grpSpMkLst>
            <pc:docMk/>
            <pc:sldMk cId="4076307678" sldId="260"/>
            <ac:grpSpMk id="219" creationId="{E59801D5-7AEE-4059-2D3F-ABBDF393D681}"/>
          </ac:grpSpMkLst>
        </pc:grpChg>
        <pc:grpChg chg="add mod">
          <ac:chgData name="Anaya Jones" userId="719b0ddee9380e2f" providerId="LiveId" clId="{19D447DE-249A-4F97-BC59-0DB23D03BEE4}" dt="2026-09-13T21:41:47.555" v="243"/>
          <ac:grpSpMkLst>
            <pc:docMk/>
            <pc:sldMk cId="4076307678" sldId="260"/>
            <ac:grpSpMk id="273" creationId="{B85708C4-BA40-D738-9E13-35740A76333C}"/>
          </ac:grpSpMkLst>
        </pc:grpChg>
        <pc:grpChg chg="mod">
          <ac:chgData name="Anaya Jones" userId="719b0ddee9380e2f" providerId="LiveId" clId="{19D447DE-249A-4F97-BC59-0DB23D03BEE4}" dt="2026-09-13T21:41:47.555" v="243"/>
          <ac:grpSpMkLst>
            <pc:docMk/>
            <pc:sldMk cId="4076307678" sldId="260"/>
            <ac:grpSpMk id="274" creationId="{E398016E-345D-DAC1-C307-B68DF28FA151}"/>
          </ac:grpSpMkLst>
        </pc:grpChg>
        <pc:grpChg chg="mod">
          <ac:chgData name="Anaya Jones" userId="719b0ddee9380e2f" providerId="LiveId" clId="{19D447DE-249A-4F97-BC59-0DB23D03BEE4}" dt="2026-09-13T21:41:47.555" v="243"/>
          <ac:grpSpMkLst>
            <pc:docMk/>
            <pc:sldMk cId="4076307678" sldId="260"/>
            <ac:grpSpMk id="276" creationId="{5123ACA4-1A20-5FD8-7D91-6CD14DFCADB5}"/>
          </ac:grpSpMkLst>
        </pc:grpChg>
        <pc:grpChg chg="add mod">
          <ac:chgData name="Anaya Jones" userId="719b0ddee9380e2f" providerId="LiveId" clId="{19D447DE-249A-4F97-BC59-0DB23D03BEE4}" dt="2026-09-13T21:41:54.275" v="245"/>
          <ac:grpSpMkLst>
            <pc:docMk/>
            <pc:sldMk cId="4076307678" sldId="260"/>
            <ac:grpSpMk id="284" creationId="{21908AC1-6267-DC20-4893-595C4291FCE9}"/>
          </ac:grpSpMkLst>
        </pc:grpChg>
        <pc:grpChg chg="mod">
          <ac:chgData name="Anaya Jones" userId="719b0ddee9380e2f" providerId="LiveId" clId="{19D447DE-249A-4F97-BC59-0DB23D03BEE4}" dt="2026-09-13T21:41:54.275" v="245"/>
          <ac:grpSpMkLst>
            <pc:docMk/>
            <pc:sldMk cId="4076307678" sldId="260"/>
            <ac:grpSpMk id="286" creationId="{FB9B5291-1885-00F4-6C37-1F20E999D00A}"/>
          </ac:grpSpMkLst>
        </pc:grpChg>
      </pc:sldChg>
      <pc:sldChg chg="addSp delSp modSp add del mod modShow">
        <pc:chgData name="Anaya Jones" userId="719b0ddee9380e2f" providerId="LiveId" clId="{19D447DE-249A-4F97-BC59-0DB23D03BEE4}" dt="2026-09-13T21:44:05.977" v="278" actId="14100"/>
        <pc:sldMkLst>
          <pc:docMk/>
          <pc:sldMk cId="318363649" sldId="261"/>
        </pc:sldMkLst>
        <pc:spChg chg="add mod ord">
          <ac:chgData name="Anaya Jones" userId="719b0ddee9380e2f" providerId="LiveId" clId="{19D447DE-249A-4F97-BC59-0DB23D03BEE4}" dt="2026-09-13T21:30:34.774" v="90" actId="166"/>
          <ac:spMkLst>
            <pc:docMk/>
            <pc:sldMk cId="318363649" sldId="261"/>
            <ac:spMk id="3" creationId="{44D1AB4A-F430-D51E-5750-17764BAE84A5}"/>
          </ac:spMkLst>
        </pc:spChg>
        <pc:spChg chg="add mod">
          <ac:chgData name="Anaya Jones" userId="719b0ddee9380e2f" providerId="LiveId" clId="{19D447DE-249A-4F97-BC59-0DB23D03BEE4}" dt="2026-09-13T21:30:05.596" v="86" actId="14100"/>
          <ac:spMkLst>
            <pc:docMk/>
            <pc:sldMk cId="318363649" sldId="261"/>
            <ac:spMk id="4" creationId="{0FC869AF-4B8D-D8D3-064D-187D46E737FD}"/>
          </ac:spMkLst>
        </pc:spChg>
        <pc:spChg chg="add mod ord">
          <ac:chgData name="Anaya Jones" userId="719b0ddee9380e2f" providerId="LiveId" clId="{19D447DE-249A-4F97-BC59-0DB23D03BEE4}" dt="2026-09-13T21:30:50.270" v="100" actId="171"/>
          <ac:spMkLst>
            <pc:docMk/>
            <pc:sldMk cId="318363649" sldId="261"/>
            <ac:spMk id="6" creationId="{1D4D3156-1B7A-CC9E-11C6-7671E420FA26}"/>
          </ac:spMkLst>
        </pc:spChg>
        <pc:spChg chg="add mod">
          <ac:chgData name="Anaya Jones" userId="719b0ddee9380e2f" providerId="LiveId" clId="{19D447DE-249A-4F97-BC59-0DB23D03BEE4}" dt="2026-09-13T21:31:08.296" v="102" actId="1076"/>
          <ac:spMkLst>
            <pc:docMk/>
            <pc:sldMk cId="318363649" sldId="261"/>
            <ac:spMk id="8" creationId="{926F892C-213F-45B7-5C5D-C9227FB22E01}"/>
          </ac:spMkLst>
        </pc:spChg>
        <pc:spChg chg="mod">
          <ac:chgData name="Anaya Jones" userId="719b0ddee9380e2f" providerId="LiveId" clId="{19D447DE-249A-4F97-BC59-0DB23D03BEE4}" dt="2026-09-13T21:42:16.216" v="247"/>
          <ac:spMkLst>
            <pc:docMk/>
            <pc:sldMk cId="318363649" sldId="261"/>
            <ac:spMk id="10" creationId="{4EA338B4-DAA0-FC87-5D68-BBE725165895}"/>
          </ac:spMkLst>
        </pc:spChg>
        <pc:spChg chg="mod">
          <ac:chgData name="Anaya Jones" userId="719b0ddee9380e2f" providerId="LiveId" clId="{19D447DE-249A-4F97-BC59-0DB23D03BEE4}" dt="2026-09-13T21:42:16.216" v="247"/>
          <ac:spMkLst>
            <pc:docMk/>
            <pc:sldMk cId="318363649" sldId="261"/>
            <ac:spMk id="12" creationId="{CEB5105A-266D-914B-BA3C-106B73AB5788}"/>
          </ac:spMkLst>
        </pc:spChg>
        <pc:spChg chg="mod">
          <ac:chgData name="Anaya Jones" userId="719b0ddee9380e2f" providerId="LiveId" clId="{19D447DE-249A-4F97-BC59-0DB23D03BEE4}" dt="2026-09-13T21:42:16.216" v="247"/>
          <ac:spMkLst>
            <pc:docMk/>
            <pc:sldMk cId="318363649" sldId="261"/>
            <ac:spMk id="13" creationId="{F7AA02FB-EBA7-A7B9-CBA8-96BE82919EBA}"/>
          </ac:spMkLst>
        </pc:spChg>
        <pc:spChg chg="mod topLvl">
          <ac:chgData name="Anaya Jones" userId="719b0ddee9380e2f" providerId="LiveId" clId="{19D447DE-249A-4F97-BC59-0DB23D03BEE4}" dt="2026-09-13T21:29:33.516" v="80" actId="1076"/>
          <ac:spMkLst>
            <pc:docMk/>
            <pc:sldMk cId="318363649" sldId="261"/>
            <ac:spMk id="15" creationId="{C9C8FAEA-F12F-A556-E60D-6B05BC2F624C}"/>
          </ac:spMkLst>
        </pc:spChg>
        <pc:spChg chg="mod topLvl">
          <ac:chgData name="Anaya Jones" userId="719b0ddee9380e2f" providerId="LiveId" clId="{19D447DE-249A-4F97-BC59-0DB23D03BEE4}" dt="2026-09-13T21:28:59.642" v="75" actId="1076"/>
          <ac:spMkLst>
            <pc:docMk/>
            <pc:sldMk cId="318363649" sldId="261"/>
            <ac:spMk id="20" creationId="{80EA5055-7D24-504B-EFFB-3A9678565F35}"/>
          </ac:spMkLst>
        </pc:spChg>
        <pc:spChg chg="mod ord topLvl">
          <ac:chgData name="Anaya Jones" userId="719b0ddee9380e2f" providerId="LiveId" clId="{19D447DE-249A-4F97-BC59-0DB23D03BEE4}" dt="2026-09-13T21:28:00.432" v="64" actId="14100"/>
          <ac:spMkLst>
            <pc:docMk/>
            <pc:sldMk cId="318363649" sldId="261"/>
            <ac:spMk id="21" creationId="{ED585D2C-4CDE-6DF7-A071-C948B2CC0C53}"/>
          </ac:spMkLst>
        </pc:spChg>
        <pc:spChg chg="mod">
          <ac:chgData name="Anaya Jones" userId="719b0ddee9380e2f" providerId="LiveId" clId="{19D447DE-249A-4F97-BC59-0DB23D03BEE4}" dt="2026-09-13T21:42:25.738" v="251"/>
          <ac:spMkLst>
            <pc:docMk/>
            <pc:sldMk cId="318363649" sldId="261"/>
            <ac:spMk id="29" creationId="{FF349FAB-F18A-249D-DCBE-8E3934AE96DA}"/>
          </ac:spMkLst>
        </pc:spChg>
        <pc:spChg chg="mod">
          <ac:chgData name="Anaya Jones" userId="719b0ddee9380e2f" providerId="LiveId" clId="{19D447DE-249A-4F97-BC59-0DB23D03BEE4}" dt="2026-09-13T21:42:25.738" v="251"/>
          <ac:spMkLst>
            <pc:docMk/>
            <pc:sldMk cId="318363649" sldId="261"/>
            <ac:spMk id="34" creationId="{367C339A-8137-1933-48AB-66BBAE7F8503}"/>
          </ac:spMkLst>
        </pc:spChg>
        <pc:spChg chg="mod">
          <ac:chgData name="Anaya Jones" userId="719b0ddee9380e2f" providerId="LiveId" clId="{19D447DE-249A-4F97-BC59-0DB23D03BEE4}" dt="2026-09-13T21:42:25.738" v="251"/>
          <ac:spMkLst>
            <pc:docMk/>
            <pc:sldMk cId="318363649" sldId="261"/>
            <ac:spMk id="35" creationId="{FD91EB6C-6782-4DB9-2C45-1FBFB03C4FA6}"/>
          </ac:spMkLst>
        </pc:spChg>
        <pc:spChg chg="mod">
          <ac:chgData name="Anaya Jones" userId="719b0ddee9380e2f" providerId="LiveId" clId="{19D447DE-249A-4F97-BC59-0DB23D03BEE4}" dt="2026-09-13T21:42:25.738" v="251"/>
          <ac:spMkLst>
            <pc:docMk/>
            <pc:sldMk cId="318363649" sldId="261"/>
            <ac:spMk id="36" creationId="{05173217-DAB8-00DC-6111-26552C7F2CF9}"/>
          </ac:spMkLst>
        </pc:spChg>
        <pc:spChg chg="mod">
          <ac:chgData name="Anaya Jones" userId="719b0ddee9380e2f" providerId="LiveId" clId="{19D447DE-249A-4F97-BC59-0DB23D03BEE4}" dt="2026-09-13T21:27:39.858" v="63" actId="1076"/>
          <ac:spMkLst>
            <pc:docMk/>
            <pc:sldMk cId="318363649" sldId="261"/>
            <ac:spMk id="74" creationId="{3BA0B255-2A37-7BAA-188C-D068BF0BC6BD}"/>
          </ac:spMkLst>
        </pc:spChg>
        <pc:spChg chg="mod ord topLvl">
          <ac:chgData name="Anaya Jones" userId="719b0ddee9380e2f" providerId="LiveId" clId="{19D447DE-249A-4F97-BC59-0DB23D03BEE4}" dt="2026-09-13T21:27:13.679" v="46" actId="171"/>
          <ac:spMkLst>
            <pc:docMk/>
            <pc:sldMk cId="318363649" sldId="261"/>
            <ac:spMk id="76" creationId="{4F13A432-D2BC-61B2-651E-A50596E7D5A0}"/>
          </ac:spMkLst>
        </pc:spChg>
        <pc:spChg chg="mod ord topLvl">
          <ac:chgData name="Anaya Jones" userId="719b0ddee9380e2f" providerId="LiveId" clId="{19D447DE-249A-4F97-BC59-0DB23D03BEE4}" dt="2026-09-13T21:26:46.761" v="40" actId="1076"/>
          <ac:spMkLst>
            <pc:docMk/>
            <pc:sldMk cId="318363649" sldId="261"/>
            <ac:spMk id="77" creationId="{27CBC7C0-2E1A-06CE-2CEA-48CF36BA918C}"/>
          </ac:spMkLst>
        </pc:spChg>
        <pc:spChg chg="del">
          <ac:chgData name="Anaya Jones" userId="719b0ddee9380e2f" providerId="LiveId" clId="{19D447DE-249A-4F97-BC59-0DB23D03BEE4}" dt="2026-09-13T21:22:27.220" v="11" actId="478"/>
          <ac:spMkLst>
            <pc:docMk/>
            <pc:sldMk cId="318363649" sldId="261"/>
            <ac:spMk id="81" creationId="{AA3039FE-F0F3-FB14-6D96-5E6A85DDDFBF}"/>
          </ac:spMkLst>
        </pc:spChg>
        <pc:spChg chg="del topLvl">
          <ac:chgData name="Anaya Jones" userId="719b0ddee9380e2f" providerId="LiveId" clId="{19D447DE-249A-4F97-BC59-0DB23D03BEE4}" dt="2026-09-13T21:26:10.514" v="33" actId="478"/>
          <ac:spMkLst>
            <pc:docMk/>
            <pc:sldMk cId="318363649" sldId="261"/>
            <ac:spMk id="82" creationId="{7D932079-BCE9-D337-4827-F66394B78011}"/>
          </ac:spMkLst>
        </pc:spChg>
        <pc:spChg chg="mod ord topLvl">
          <ac:chgData name="Anaya Jones" userId="719b0ddee9380e2f" providerId="LiveId" clId="{19D447DE-249A-4F97-BC59-0DB23D03BEE4}" dt="2026-09-13T21:27:29.174" v="57" actId="20577"/>
          <ac:spMkLst>
            <pc:docMk/>
            <pc:sldMk cId="318363649" sldId="261"/>
            <ac:spMk id="85" creationId="{F0346A05-9141-E583-C750-643514D20119}"/>
          </ac:spMkLst>
        </pc:spChg>
        <pc:spChg chg="mod topLvl">
          <ac:chgData name="Anaya Jones" userId="719b0ddee9380e2f" providerId="LiveId" clId="{19D447DE-249A-4F97-BC59-0DB23D03BEE4}" dt="2026-09-13T21:29:38.825" v="81" actId="1076"/>
          <ac:spMkLst>
            <pc:docMk/>
            <pc:sldMk cId="318363649" sldId="261"/>
            <ac:spMk id="86" creationId="{F8AB8E25-74F0-4EE7-4088-0A0C5FCA0E55}"/>
          </ac:spMkLst>
        </pc:spChg>
        <pc:spChg chg="del">
          <ac:chgData name="Anaya Jones" userId="719b0ddee9380e2f" providerId="LiveId" clId="{19D447DE-249A-4F97-BC59-0DB23D03BEE4}" dt="2026-09-13T21:22:32.070" v="12" actId="478"/>
          <ac:spMkLst>
            <pc:docMk/>
            <pc:sldMk cId="318363649" sldId="261"/>
            <ac:spMk id="87" creationId="{59CC2894-C065-AB0E-8336-774587417472}"/>
          </ac:spMkLst>
        </pc:spChg>
        <pc:spChg chg="mod">
          <ac:chgData name="Anaya Jones" userId="719b0ddee9380e2f" providerId="LiveId" clId="{19D447DE-249A-4F97-BC59-0DB23D03BEE4}" dt="2026-09-13T21:42:40.167" v="255"/>
          <ac:spMkLst>
            <pc:docMk/>
            <pc:sldMk cId="318363649" sldId="261"/>
            <ac:spMk id="98" creationId="{AC8C1E9C-E734-EFAD-379C-699D8B0EB1C6}"/>
          </ac:spMkLst>
        </pc:spChg>
        <pc:spChg chg="mod topLvl">
          <ac:chgData name="Anaya Jones" userId="719b0ddee9380e2f" providerId="LiveId" clId="{19D447DE-249A-4F97-BC59-0DB23D03BEE4}" dt="2026-09-13T21:29:05.035" v="76" actId="1076"/>
          <ac:spMkLst>
            <pc:docMk/>
            <pc:sldMk cId="318363649" sldId="261"/>
            <ac:spMk id="99" creationId="{F3711936-69E9-3BBF-80B6-FBB20B2A9B52}"/>
          </ac:spMkLst>
        </pc:spChg>
        <pc:spChg chg="mod topLvl">
          <ac:chgData name="Anaya Jones" userId="719b0ddee9380e2f" providerId="LiveId" clId="{19D447DE-249A-4F97-BC59-0DB23D03BEE4}" dt="2026-09-13T21:29:43.407" v="82" actId="1076"/>
          <ac:spMkLst>
            <pc:docMk/>
            <pc:sldMk cId="318363649" sldId="261"/>
            <ac:spMk id="102" creationId="{E036B6E9-0D38-FE54-5617-61DA45951C76}"/>
          </ac:spMkLst>
        </pc:spChg>
        <pc:spChg chg="mod">
          <ac:chgData name="Anaya Jones" userId="719b0ddee9380e2f" providerId="LiveId" clId="{19D447DE-249A-4F97-BC59-0DB23D03BEE4}" dt="2026-09-13T21:42:40.167" v="255"/>
          <ac:spMkLst>
            <pc:docMk/>
            <pc:sldMk cId="318363649" sldId="261"/>
            <ac:spMk id="103" creationId="{F0AFFE00-C574-1096-78C9-8B0245739400}"/>
          </ac:spMkLst>
        </pc:spChg>
        <pc:spChg chg="mod">
          <ac:chgData name="Anaya Jones" userId="719b0ddee9380e2f" providerId="LiveId" clId="{19D447DE-249A-4F97-BC59-0DB23D03BEE4}" dt="2026-09-13T21:42:40.167" v="255"/>
          <ac:spMkLst>
            <pc:docMk/>
            <pc:sldMk cId="318363649" sldId="261"/>
            <ac:spMk id="105" creationId="{AE77A652-D2E3-17A9-CE6E-B447FBD47BED}"/>
          </ac:spMkLst>
        </pc:spChg>
        <pc:spChg chg="mod">
          <ac:chgData name="Anaya Jones" userId="719b0ddee9380e2f" providerId="LiveId" clId="{19D447DE-249A-4F97-BC59-0DB23D03BEE4}" dt="2026-09-13T21:42:40.167" v="255"/>
          <ac:spMkLst>
            <pc:docMk/>
            <pc:sldMk cId="318363649" sldId="261"/>
            <ac:spMk id="109" creationId="{2FA1F006-4850-73E7-61A0-6E1BB19DF30A}"/>
          </ac:spMkLst>
        </pc:spChg>
        <pc:spChg chg="mod">
          <ac:chgData name="Anaya Jones" userId="719b0ddee9380e2f" providerId="LiveId" clId="{19D447DE-249A-4F97-BC59-0DB23D03BEE4}" dt="2026-09-13T21:42:40.167" v="255"/>
          <ac:spMkLst>
            <pc:docMk/>
            <pc:sldMk cId="318363649" sldId="261"/>
            <ac:spMk id="110" creationId="{85F4074F-565D-7908-0C49-CB9CC4DB6FD7}"/>
          </ac:spMkLst>
        </pc:spChg>
        <pc:spChg chg="mod">
          <ac:chgData name="Anaya Jones" userId="719b0ddee9380e2f" providerId="LiveId" clId="{19D447DE-249A-4F97-BC59-0DB23D03BEE4}" dt="2026-09-13T21:42:40.167" v="255"/>
          <ac:spMkLst>
            <pc:docMk/>
            <pc:sldMk cId="318363649" sldId="261"/>
            <ac:spMk id="111" creationId="{FFC26335-C298-9A32-2200-DA854C29A3B8}"/>
          </ac:spMkLst>
        </pc:spChg>
        <pc:spChg chg="mod">
          <ac:chgData name="Anaya Jones" userId="719b0ddee9380e2f" providerId="LiveId" clId="{19D447DE-249A-4F97-BC59-0DB23D03BEE4}" dt="2026-09-13T21:42:40.167" v="255"/>
          <ac:spMkLst>
            <pc:docMk/>
            <pc:sldMk cId="318363649" sldId="261"/>
            <ac:spMk id="112" creationId="{862CF913-11D0-C234-DF8E-84C0DB59B498}"/>
          </ac:spMkLst>
        </pc:spChg>
        <pc:spChg chg="mod">
          <ac:chgData name="Anaya Jones" userId="719b0ddee9380e2f" providerId="LiveId" clId="{19D447DE-249A-4F97-BC59-0DB23D03BEE4}" dt="2026-09-13T21:42:40.167" v="255"/>
          <ac:spMkLst>
            <pc:docMk/>
            <pc:sldMk cId="318363649" sldId="261"/>
            <ac:spMk id="113" creationId="{2FCA7899-A04E-5C1F-2C40-FCD0F7B5300E}"/>
          </ac:spMkLst>
        </pc:spChg>
        <pc:spChg chg="mod">
          <ac:chgData name="Anaya Jones" userId="719b0ddee9380e2f" providerId="LiveId" clId="{19D447DE-249A-4F97-BC59-0DB23D03BEE4}" dt="2026-09-13T21:42:40.167" v="255"/>
          <ac:spMkLst>
            <pc:docMk/>
            <pc:sldMk cId="318363649" sldId="261"/>
            <ac:spMk id="114" creationId="{49EBF749-5B9E-A988-2D68-A5EF66652472}"/>
          </ac:spMkLst>
        </pc:spChg>
        <pc:spChg chg="mod">
          <ac:chgData name="Anaya Jones" userId="719b0ddee9380e2f" providerId="LiveId" clId="{19D447DE-249A-4F97-BC59-0DB23D03BEE4}" dt="2026-09-13T21:42:47.468" v="257"/>
          <ac:spMkLst>
            <pc:docMk/>
            <pc:sldMk cId="318363649" sldId="261"/>
            <ac:spMk id="116" creationId="{A6B892BD-3A38-C11E-887F-34061CE81326}"/>
          </ac:spMkLst>
        </pc:spChg>
        <pc:spChg chg="mod">
          <ac:chgData name="Anaya Jones" userId="719b0ddee9380e2f" providerId="LiveId" clId="{19D447DE-249A-4F97-BC59-0DB23D03BEE4}" dt="2026-09-13T21:42:47.468" v="257"/>
          <ac:spMkLst>
            <pc:docMk/>
            <pc:sldMk cId="318363649" sldId="261"/>
            <ac:spMk id="120" creationId="{7C2701C2-25E0-7460-C045-97A3823EDCF2}"/>
          </ac:spMkLst>
        </pc:spChg>
        <pc:spChg chg="mod">
          <ac:chgData name="Anaya Jones" userId="719b0ddee9380e2f" providerId="LiveId" clId="{19D447DE-249A-4F97-BC59-0DB23D03BEE4}" dt="2026-09-13T21:42:47.468" v="257"/>
          <ac:spMkLst>
            <pc:docMk/>
            <pc:sldMk cId="318363649" sldId="261"/>
            <ac:spMk id="121" creationId="{7874CA89-EDB8-8139-0B07-04FE67F56259}"/>
          </ac:spMkLst>
        </pc:spChg>
        <pc:spChg chg="mod">
          <ac:chgData name="Anaya Jones" userId="719b0ddee9380e2f" providerId="LiveId" clId="{19D447DE-249A-4F97-BC59-0DB23D03BEE4}" dt="2026-09-13T21:42:47.468" v="257"/>
          <ac:spMkLst>
            <pc:docMk/>
            <pc:sldMk cId="318363649" sldId="261"/>
            <ac:spMk id="122" creationId="{2F25F278-94F6-4956-D700-3ADB61D9E565}"/>
          </ac:spMkLst>
        </pc:spChg>
        <pc:spChg chg="mod">
          <ac:chgData name="Anaya Jones" userId="719b0ddee9380e2f" providerId="LiveId" clId="{19D447DE-249A-4F97-BC59-0DB23D03BEE4}" dt="2026-09-13T21:42:47.468" v="257"/>
          <ac:spMkLst>
            <pc:docMk/>
            <pc:sldMk cId="318363649" sldId="261"/>
            <ac:spMk id="123" creationId="{0DCD696B-17F9-B783-0FE8-9B55A2EAA66B}"/>
          </ac:spMkLst>
        </pc:spChg>
        <pc:spChg chg="mod">
          <ac:chgData name="Anaya Jones" userId="719b0ddee9380e2f" providerId="LiveId" clId="{19D447DE-249A-4F97-BC59-0DB23D03BEE4}" dt="2026-09-13T21:42:52.655" v="259"/>
          <ac:spMkLst>
            <pc:docMk/>
            <pc:sldMk cId="318363649" sldId="261"/>
            <ac:spMk id="125" creationId="{95CD18C2-B5C4-4EFB-D025-8B4FB8CF9C07}"/>
          </ac:spMkLst>
        </pc:spChg>
        <pc:spChg chg="mod">
          <ac:chgData name="Anaya Jones" userId="719b0ddee9380e2f" providerId="LiveId" clId="{19D447DE-249A-4F97-BC59-0DB23D03BEE4}" dt="2026-09-13T21:42:52.655" v="259"/>
          <ac:spMkLst>
            <pc:docMk/>
            <pc:sldMk cId="318363649" sldId="261"/>
            <ac:spMk id="129" creationId="{C17816D6-6395-71F0-5215-610086B1336F}"/>
          </ac:spMkLst>
        </pc:spChg>
        <pc:spChg chg="mod">
          <ac:chgData name="Anaya Jones" userId="719b0ddee9380e2f" providerId="LiveId" clId="{19D447DE-249A-4F97-BC59-0DB23D03BEE4}" dt="2026-09-13T21:42:52.655" v="259"/>
          <ac:spMkLst>
            <pc:docMk/>
            <pc:sldMk cId="318363649" sldId="261"/>
            <ac:spMk id="130" creationId="{2CB1AAEB-6437-0017-00B3-B98DCA5F6EDF}"/>
          </ac:spMkLst>
        </pc:spChg>
        <pc:spChg chg="mod">
          <ac:chgData name="Anaya Jones" userId="719b0ddee9380e2f" providerId="LiveId" clId="{19D447DE-249A-4F97-BC59-0DB23D03BEE4}" dt="2026-09-13T21:42:52.655" v="259"/>
          <ac:spMkLst>
            <pc:docMk/>
            <pc:sldMk cId="318363649" sldId="261"/>
            <ac:spMk id="131" creationId="{44062957-4296-C2BB-8273-A1F70A717E05}"/>
          </ac:spMkLst>
        </pc:spChg>
        <pc:spChg chg="mod">
          <ac:chgData name="Anaya Jones" userId="719b0ddee9380e2f" providerId="LiveId" clId="{19D447DE-249A-4F97-BC59-0DB23D03BEE4}" dt="2026-09-13T21:42:52.655" v="259"/>
          <ac:spMkLst>
            <pc:docMk/>
            <pc:sldMk cId="318363649" sldId="261"/>
            <ac:spMk id="132" creationId="{054FAB5A-50BF-B357-F390-37FA462F283A}"/>
          </ac:spMkLst>
        </pc:spChg>
        <pc:spChg chg="mod">
          <ac:chgData name="Anaya Jones" userId="719b0ddee9380e2f" providerId="LiveId" clId="{19D447DE-249A-4F97-BC59-0DB23D03BEE4}" dt="2026-09-13T21:43:00.525" v="261"/>
          <ac:spMkLst>
            <pc:docMk/>
            <pc:sldMk cId="318363649" sldId="261"/>
            <ac:spMk id="134" creationId="{83BBC7C0-AC0B-0D19-675E-92D35390A76E}"/>
          </ac:spMkLst>
        </pc:spChg>
        <pc:spChg chg="mod">
          <ac:chgData name="Anaya Jones" userId="719b0ddee9380e2f" providerId="LiveId" clId="{19D447DE-249A-4F97-BC59-0DB23D03BEE4}" dt="2026-09-13T21:43:00.525" v="261"/>
          <ac:spMkLst>
            <pc:docMk/>
            <pc:sldMk cId="318363649" sldId="261"/>
            <ac:spMk id="136" creationId="{6A793F90-5855-DDAB-8FDC-3388DC0A8BAC}"/>
          </ac:spMkLst>
        </pc:spChg>
        <pc:spChg chg="mod">
          <ac:chgData name="Anaya Jones" userId="719b0ddee9380e2f" providerId="LiveId" clId="{19D447DE-249A-4F97-BC59-0DB23D03BEE4}" dt="2026-09-13T21:43:00.525" v="261"/>
          <ac:spMkLst>
            <pc:docMk/>
            <pc:sldMk cId="318363649" sldId="261"/>
            <ac:spMk id="137" creationId="{0C0480DD-516F-36AE-DD53-B56AFD1D9E03}"/>
          </ac:spMkLst>
        </pc:spChg>
        <pc:spChg chg="mod">
          <ac:chgData name="Anaya Jones" userId="719b0ddee9380e2f" providerId="LiveId" clId="{19D447DE-249A-4F97-BC59-0DB23D03BEE4}" dt="2026-09-13T21:43:09.580" v="264"/>
          <ac:spMkLst>
            <pc:docMk/>
            <pc:sldMk cId="318363649" sldId="261"/>
            <ac:spMk id="139" creationId="{5DC230D3-6D07-5837-B9D2-AD37B907B2DA}"/>
          </ac:spMkLst>
        </pc:spChg>
        <pc:spChg chg="mod">
          <ac:chgData name="Anaya Jones" userId="719b0ddee9380e2f" providerId="LiveId" clId="{19D447DE-249A-4F97-BC59-0DB23D03BEE4}" dt="2026-09-13T21:43:09.580" v="264"/>
          <ac:spMkLst>
            <pc:docMk/>
            <pc:sldMk cId="318363649" sldId="261"/>
            <ac:spMk id="141" creationId="{AC9E1483-A2CF-1E42-49F7-84D4D71BCBAA}"/>
          </ac:spMkLst>
        </pc:spChg>
        <pc:spChg chg="mod">
          <ac:chgData name="Anaya Jones" userId="719b0ddee9380e2f" providerId="LiveId" clId="{19D447DE-249A-4F97-BC59-0DB23D03BEE4}" dt="2026-09-13T21:43:09.580" v="264"/>
          <ac:spMkLst>
            <pc:docMk/>
            <pc:sldMk cId="318363649" sldId="261"/>
            <ac:spMk id="142" creationId="{714FD454-F509-BEFD-B0AF-8957923CCB31}"/>
          </ac:spMkLst>
        </pc:spChg>
        <pc:spChg chg="mod">
          <ac:chgData name="Anaya Jones" userId="719b0ddee9380e2f" providerId="LiveId" clId="{19D447DE-249A-4F97-BC59-0DB23D03BEE4}" dt="2026-09-13T21:43:20.260" v="267"/>
          <ac:spMkLst>
            <pc:docMk/>
            <pc:sldMk cId="318363649" sldId="261"/>
            <ac:spMk id="145" creationId="{0426C80A-7C18-D2CA-8945-C73A82263D16}"/>
          </ac:spMkLst>
        </pc:spChg>
        <pc:spChg chg="mod">
          <ac:chgData name="Anaya Jones" userId="719b0ddee9380e2f" providerId="LiveId" clId="{19D447DE-249A-4F97-BC59-0DB23D03BEE4}" dt="2026-09-13T21:43:20.260" v="267"/>
          <ac:spMkLst>
            <pc:docMk/>
            <pc:sldMk cId="318363649" sldId="261"/>
            <ac:spMk id="147" creationId="{B0AC00B1-4C95-FB11-E20F-4F7E16A62629}"/>
          </ac:spMkLst>
        </pc:spChg>
        <pc:spChg chg="mod">
          <ac:chgData name="Anaya Jones" userId="719b0ddee9380e2f" providerId="LiveId" clId="{19D447DE-249A-4F97-BC59-0DB23D03BEE4}" dt="2026-09-13T21:43:20.260" v="267"/>
          <ac:spMkLst>
            <pc:docMk/>
            <pc:sldMk cId="318363649" sldId="261"/>
            <ac:spMk id="148" creationId="{EA37816D-7556-BB7C-DBD2-6B6EF0F3BAC2}"/>
          </ac:spMkLst>
        </pc:spChg>
        <pc:spChg chg="mod">
          <ac:chgData name="Anaya Jones" userId="719b0ddee9380e2f" providerId="LiveId" clId="{19D447DE-249A-4F97-BC59-0DB23D03BEE4}" dt="2026-09-13T21:43:20.260" v="267"/>
          <ac:spMkLst>
            <pc:docMk/>
            <pc:sldMk cId="318363649" sldId="261"/>
            <ac:spMk id="149" creationId="{A70CDF16-BCD5-AB42-A9DA-75096721FA03}"/>
          </ac:spMkLst>
        </pc:spChg>
        <pc:spChg chg="mod">
          <ac:chgData name="Anaya Jones" userId="719b0ddee9380e2f" providerId="LiveId" clId="{19D447DE-249A-4F97-BC59-0DB23D03BEE4}" dt="2026-09-13T21:43:36.659" v="270"/>
          <ac:spMkLst>
            <pc:docMk/>
            <pc:sldMk cId="318363649" sldId="261"/>
            <ac:spMk id="151" creationId="{9009446C-F72C-A7D0-00D3-EAF3F68A6FA4}"/>
          </ac:spMkLst>
        </pc:spChg>
        <pc:spChg chg="mod">
          <ac:chgData name="Anaya Jones" userId="719b0ddee9380e2f" providerId="LiveId" clId="{19D447DE-249A-4F97-BC59-0DB23D03BEE4}" dt="2026-09-13T21:43:36.659" v="270"/>
          <ac:spMkLst>
            <pc:docMk/>
            <pc:sldMk cId="318363649" sldId="261"/>
            <ac:spMk id="153" creationId="{84291A55-C1B8-B452-A20F-34A22C28DF44}"/>
          </ac:spMkLst>
        </pc:spChg>
        <pc:spChg chg="mod">
          <ac:chgData name="Anaya Jones" userId="719b0ddee9380e2f" providerId="LiveId" clId="{19D447DE-249A-4F97-BC59-0DB23D03BEE4}" dt="2026-09-13T21:43:36.659" v="270"/>
          <ac:spMkLst>
            <pc:docMk/>
            <pc:sldMk cId="318363649" sldId="261"/>
            <ac:spMk id="154" creationId="{854397B3-B9EA-5F07-F730-7B64CDD066E7}"/>
          </ac:spMkLst>
        </pc:spChg>
        <pc:grpChg chg="add del mod">
          <ac:chgData name="Anaya Jones" userId="719b0ddee9380e2f" providerId="LiveId" clId="{19D447DE-249A-4F97-BC59-0DB23D03BEE4}" dt="2026-09-13T21:42:17.516" v="248" actId="478"/>
          <ac:grpSpMkLst>
            <pc:docMk/>
            <pc:sldMk cId="318363649" sldId="261"/>
            <ac:grpSpMk id="9" creationId="{2C508C7D-8484-8FEC-99DF-2D2A47F82ADD}"/>
          </ac:grpSpMkLst>
        </pc:grpChg>
        <pc:grpChg chg="mod">
          <ac:chgData name="Anaya Jones" userId="719b0ddee9380e2f" providerId="LiveId" clId="{19D447DE-249A-4F97-BC59-0DB23D03BEE4}" dt="2026-09-13T21:42:16.216" v="247"/>
          <ac:grpSpMkLst>
            <pc:docMk/>
            <pc:sldMk cId="318363649" sldId="261"/>
            <ac:grpSpMk id="11" creationId="{B07AFAFF-15A2-6A0B-5AB9-A0B9962BC903}"/>
          </ac:grpSpMkLst>
        </pc:grpChg>
        <pc:grpChg chg="add mod">
          <ac:chgData name="Anaya Jones" userId="719b0ddee9380e2f" providerId="LiveId" clId="{19D447DE-249A-4F97-BC59-0DB23D03BEE4}" dt="2026-09-13T21:42:31.226" v="253" actId="14100"/>
          <ac:grpSpMkLst>
            <pc:docMk/>
            <pc:sldMk cId="318363649" sldId="261"/>
            <ac:grpSpMk id="28" creationId="{15138F77-A1D9-8948-875D-CA321873CB5E}"/>
          </ac:grpSpMkLst>
        </pc:grpChg>
        <pc:grpChg chg="mod">
          <ac:chgData name="Anaya Jones" userId="719b0ddee9380e2f" providerId="LiveId" clId="{19D447DE-249A-4F97-BC59-0DB23D03BEE4}" dt="2026-09-13T21:42:25.738" v="251"/>
          <ac:grpSpMkLst>
            <pc:docMk/>
            <pc:sldMk cId="318363649" sldId="261"/>
            <ac:grpSpMk id="30" creationId="{6285679A-E50B-D069-3029-194C13953D9B}"/>
          </ac:grpSpMkLst>
        </pc:grpChg>
        <pc:grpChg chg="ord">
          <ac:chgData name="Anaya Jones" userId="719b0ddee9380e2f" providerId="LiveId" clId="{19D447DE-249A-4F97-BC59-0DB23D03BEE4}" dt="2026-09-13T21:26:04.001" v="31" actId="171"/>
          <ac:grpSpMkLst>
            <pc:docMk/>
            <pc:sldMk cId="318363649" sldId="261"/>
            <ac:grpSpMk id="52" creationId="{FD2DF1E5-B3F2-8F9D-B946-AA5CB4807A9A}"/>
          </ac:grpSpMkLst>
        </pc:grpChg>
        <pc:grpChg chg="del mod topLvl">
          <ac:chgData name="Anaya Jones" userId="719b0ddee9380e2f" providerId="LiveId" clId="{19D447DE-249A-4F97-BC59-0DB23D03BEE4}" dt="2026-09-13T21:26:25.964" v="35" actId="165"/>
          <ac:grpSpMkLst>
            <pc:docMk/>
            <pc:sldMk cId="318363649" sldId="261"/>
            <ac:grpSpMk id="75" creationId="{D901A9A5-273D-3186-1C52-BDAD22164573}"/>
          </ac:grpSpMkLst>
        </pc:grpChg>
        <pc:grpChg chg="mod">
          <ac:chgData name="Anaya Jones" userId="719b0ddee9380e2f" providerId="LiveId" clId="{19D447DE-249A-4F97-BC59-0DB23D03BEE4}" dt="2026-09-13T21:29:13.713" v="77" actId="1076"/>
          <ac:grpSpMkLst>
            <pc:docMk/>
            <pc:sldMk cId="318363649" sldId="261"/>
            <ac:grpSpMk id="79" creationId="{BA68F3BA-9D07-F2F6-044C-1D438A4334F0}"/>
          </ac:grpSpMkLst>
        </pc:grpChg>
        <pc:grpChg chg="del">
          <ac:chgData name="Anaya Jones" userId="719b0ddee9380e2f" providerId="LiveId" clId="{19D447DE-249A-4F97-BC59-0DB23D03BEE4}" dt="2026-09-13T21:22:27.220" v="11" actId="478"/>
          <ac:grpSpMkLst>
            <pc:docMk/>
            <pc:sldMk cId="318363649" sldId="261"/>
            <ac:grpSpMk id="80" creationId="{07967895-E82A-2382-AB86-2CAB3104EEEE}"/>
          </ac:grpSpMkLst>
        </pc:grpChg>
        <pc:grpChg chg="del mod">
          <ac:chgData name="Anaya Jones" userId="719b0ddee9380e2f" providerId="LiveId" clId="{19D447DE-249A-4F97-BC59-0DB23D03BEE4}" dt="2026-09-13T21:26:10.514" v="33" actId="478"/>
          <ac:grpSpMkLst>
            <pc:docMk/>
            <pc:sldMk cId="318363649" sldId="261"/>
            <ac:grpSpMk id="88" creationId="{9BB6EC1E-44EA-98B3-E0DD-BE0789B8EC8A}"/>
          </ac:grpSpMkLst>
        </pc:grpChg>
        <pc:grpChg chg="del mod">
          <ac:chgData name="Anaya Jones" userId="719b0ddee9380e2f" providerId="LiveId" clId="{19D447DE-249A-4F97-BC59-0DB23D03BEE4}" dt="2026-09-13T21:25:53.262" v="28" actId="165"/>
          <ac:grpSpMkLst>
            <pc:docMk/>
            <pc:sldMk cId="318363649" sldId="261"/>
            <ac:grpSpMk id="89" creationId="{A9689222-6527-3929-C5B0-1747623C8F02}"/>
          </ac:grpSpMkLst>
        </pc:grpChg>
        <pc:grpChg chg="del">
          <ac:chgData name="Anaya Jones" userId="719b0ddee9380e2f" providerId="LiveId" clId="{19D447DE-249A-4F97-BC59-0DB23D03BEE4}" dt="2026-09-13T21:21:59.422" v="4" actId="478"/>
          <ac:grpSpMkLst>
            <pc:docMk/>
            <pc:sldMk cId="318363649" sldId="261"/>
            <ac:grpSpMk id="96" creationId="{29A4E8D1-0287-B181-1349-EB7B90B6EDBC}"/>
          </ac:grpSpMkLst>
        </pc:grpChg>
        <pc:grpChg chg="del">
          <ac:chgData name="Anaya Jones" userId="719b0ddee9380e2f" providerId="LiveId" clId="{19D447DE-249A-4F97-BC59-0DB23D03BEE4}" dt="2026-09-13T21:22:01.458" v="5" actId="478"/>
          <ac:grpSpMkLst>
            <pc:docMk/>
            <pc:sldMk cId="318363649" sldId="261"/>
            <ac:grpSpMk id="97" creationId="{E08839F9-792C-279A-87DD-79541E8BA6F2}"/>
          </ac:grpSpMkLst>
        </pc:grpChg>
        <pc:grpChg chg="del mod topLvl">
          <ac:chgData name="Anaya Jones" userId="719b0ddee9380e2f" providerId="LiveId" clId="{19D447DE-249A-4F97-BC59-0DB23D03BEE4}" dt="2026-09-13T21:28:52.474" v="73" actId="165"/>
          <ac:grpSpMkLst>
            <pc:docMk/>
            <pc:sldMk cId="318363649" sldId="261"/>
            <ac:grpSpMk id="101" creationId="{0743DDA0-5385-8B9B-85A0-2FA76FDAEECC}"/>
          </ac:grpSpMkLst>
        </pc:grpChg>
        <pc:grpChg chg="del mod">
          <ac:chgData name="Anaya Jones" userId="719b0ddee9380e2f" providerId="LiveId" clId="{19D447DE-249A-4F97-BC59-0DB23D03BEE4}" dt="2026-09-13T21:28:28.378" v="68" actId="165"/>
          <ac:grpSpMkLst>
            <pc:docMk/>
            <pc:sldMk cId="318363649" sldId="261"/>
            <ac:grpSpMk id="104" creationId="{03FCBA42-86AD-F7E8-ECAD-595874BB9EA0}"/>
          </ac:grpSpMkLst>
        </pc:grpChg>
        <pc:grpChg chg="mod">
          <ac:chgData name="Anaya Jones" userId="719b0ddee9380e2f" providerId="LiveId" clId="{19D447DE-249A-4F97-BC59-0DB23D03BEE4}" dt="2026-09-13T21:42:40.167" v="255"/>
          <ac:grpSpMkLst>
            <pc:docMk/>
            <pc:sldMk cId="318363649" sldId="261"/>
            <ac:grpSpMk id="108" creationId="{0B779C67-C5BD-82B1-CEF4-7A930204DF36}"/>
          </ac:grpSpMkLst>
        </pc:grpChg>
        <pc:grpChg chg="add mod">
          <ac:chgData name="Anaya Jones" userId="719b0ddee9380e2f" providerId="LiveId" clId="{19D447DE-249A-4F97-BC59-0DB23D03BEE4}" dt="2026-09-13T21:42:47.468" v="257"/>
          <ac:grpSpMkLst>
            <pc:docMk/>
            <pc:sldMk cId="318363649" sldId="261"/>
            <ac:grpSpMk id="115" creationId="{9F227CDA-AF25-35B9-8C9F-72D102E84CB7}"/>
          </ac:grpSpMkLst>
        </pc:grpChg>
        <pc:grpChg chg="mod">
          <ac:chgData name="Anaya Jones" userId="719b0ddee9380e2f" providerId="LiveId" clId="{19D447DE-249A-4F97-BC59-0DB23D03BEE4}" dt="2026-09-13T21:42:47.468" v="257"/>
          <ac:grpSpMkLst>
            <pc:docMk/>
            <pc:sldMk cId="318363649" sldId="261"/>
            <ac:grpSpMk id="117" creationId="{238CF8D9-2191-F599-6FA3-90F3EEEBB687}"/>
          </ac:grpSpMkLst>
        </pc:grpChg>
        <pc:grpChg chg="mod">
          <ac:chgData name="Anaya Jones" userId="719b0ddee9380e2f" providerId="LiveId" clId="{19D447DE-249A-4F97-BC59-0DB23D03BEE4}" dt="2026-09-13T21:42:47.468" v="257"/>
          <ac:grpSpMkLst>
            <pc:docMk/>
            <pc:sldMk cId="318363649" sldId="261"/>
            <ac:grpSpMk id="118" creationId="{C5A722A4-DDC3-A693-5ADA-138F6F956DCD}"/>
          </ac:grpSpMkLst>
        </pc:grpChg>
        <pc:grpChg chg="mod">
          <ac:chgData name="Anaya Jones" userId="719b0ddee9380e2f" providerId="LiveId" clId="{19D447DE-249A-4F97-BC59-0DB23D03BEE4}" dt="2026-09-13T21:42:47.468" v="257"/>
          <ac:grpSpMkLst>
            <pc:docMk/>
            <pc:sldMk cId="318363649" sldId="261"/>
            <ac:grpSpMk id="119" creationId="{C1FAF685-AB63-018F-6F3F-E59846D6D896}"/>
          </ac:grpSpMkLst>
        </pc:grpChg>
        <pc:grpChg chg="add mod">
          <ac:chgData name="Anaya Jones" userId="719b0ddee9380e2f" providerId="LiveId" clId="{19D447DE-249A-4F97-BC59-0DB23D03BEE4}" dt="2026-09-13T21:42:52.655" v="259"/>
          <ac:grpSpMkLst>
            <pc:docMk/>
            <pc:sldMk cId="318363649" sldId="261"/>
            <ac:grpSpMk id="124" creationId="{DBBC725A-D815-77D5-71BA-C171B0A21BE0}"/>
          </ac:grpSpMkLst>
        </pc:grpChg>
        <pc:grpChg chg="mod">
          <ac:chgData name="Anaya Jones" userId="719b0ddee9380e2f" providerId="LiveId" clId="{19D447DE-249A-4F97-BC59-0DB23D03BEE4}" dt="2026-09-13T21:42:52.655" v="259"/>
          <ac:grpSpMkLst>
            <pc:docMk/>
            <pc:sldMk cId="318363649" sldId="261"/>
            <ac:grpSpMk id="126" creationId="{6AB8E076-5FF5-083B-7413-686619809210}"/>
          </ac:grpSpMkLst>
        </pc:grpChg>
        <pc:grpChg chg="mod">
          <ac:chgData name="Anaya Jones" userId="719b0ddee9380e2f" providerId="LiveId" clId="{19D447DE-249A-4F97-BC59-0DB23D03BEE4}" dt="2026-09-13T21:42:52.655" v="259"/>
          <ac:grpSpMkLst>
            <pc:docMk/>
            <pc:sldMk cId="318363649" sldId="261"/>
            <ac:grpSpMk id="127" creationId="{0E1E7C52-362E-F72E-2931-19770933A6CB}"/>
          </ac:grpSpMkLst>
        </pc:grpChg>
        <pc:grpChg chg="mod">
          <ac:chgData name="Anaya Jones" userId="719b0ddee9380e2f" providerId="LiveId" clId="{19D447DE-249A-4F97-BC59-0DB23D03BEE4}" dt="2026-09-13T21:42:52.655" v="259"/>
          <ac:grpSpMkLst>
            <pc:docMk/>
            <pc:sldMk cId="318363649" sldId="261"/>
            <ac:grpSpMk id="128" creationId="{03D971CA-3221-C24D-8AE4-E44933699CDB}"/>
          </ac:grpSpMkLst>
        </pc:grpChg>
        <pc:grpChg chg="add mod">
          <ac:chgData name="Anaya Jones" userId="719b0ddee9380e2f" providerId="LiveId" clId="{19D447DE-249A-4F97-BC59-0DB23D03BEE4}" dt="2026-09-13T21:44:03.683" v="277" actId="14100"/>
          <ac:grpSpMkLst>
            <pc:docMk/>
            <pc:sldMk cId="318363649" sldId="261"/>
            <ac:grpSpMk id="133" creationId="{74AAA2F3-3C8B-25FC-5992-082C8D14C65C}"/>
          </ac:grpSpMkLst>
        </pc:grpChg>
        <pc:grpChg chg="mod">
          <ac:chgData name="Anaya Jones" userId="719b0ddee9380e2f" providerId="LiveId" clId="{19D447DE-249A-4F97-BC59-0DB23D03BEE4}" dt="2026-09-13T21:43:00.525" v="261"/>
          <ac:grpSpMkLst>
            <pc:docMk/>
            <pc:sldMk cId="318363649" sldId="261"/>
            <ac:grpSpMk id="135" creationId="{B394E45F-284D-0890-11BC-DA0B2EAFBEB7}"/>
          </ac:grpSpMkLst>
        </pc:grpChg>
        <pc:grpChg chg="add mod">
          <ac:chgData name="Anaya Jones" userId="719b0ddee9380e2f" providerId="LiveId" clId="{19D447DE-249A-4F97-BC59-0DB23D03BEE4}" dt="2026-09-13T21:44:05.977" v="278" actId="14100"/>
          <ac:grpSpMkLst>
            <pc:docMk/>
            <pc:sldMk cId="318363649" sldId="261"/>
            <ac:grpSpMk id="138" creationId="{E62766CE-4ACF-0544-AAC7-A0B681E1F50A}"/>
          </ac:grpSpMkLst>
        </pc:grpChg>
        <pc:grpChg chg="mod">
          <ac:chgData name="Anaya Jones" userId="719b0ddee9380e2f" providerId="LiveId" clId="{19D447DE-249A-4F97-BC59-0DB23D03BEE4}" dt="2026-09-13T21:43:09.580" v="264"/>
          <ac:grpSpMkLst>
            <pc:docMk/>
            <pc:sldMk cId="318363649" sldId="261"/>
            <ac:grpSpMk id="140" creationId="{472C794B-D521-E529-C2C6-3B798851B6DB}"/>
          </ac:grpSpMkLst>
        </pc:grpChg>
        <pc:grpChg chg="add mod">
          <ac:chgData name="Anaya Jones" userId="719b0ddee9380e2f" providerId="LiveId" clId="{19D447DE-249A-4F97-BC59-0DB23D03BEE4}" dt="2026-09-13T21:43:57.859" v="275" actId="164"/>
          <ac:grpSpMkLst>
            <pc:docMk/>
            <pc:sldMk cId="318363649" sldId="261"/>
            <ac:grpSpMk id="143" creationId="{6F1D3CA0-6E6E-EA28-584A-B769AB33D4EA}"/>
          </ac:grpSpMkLst>
        </pc:grpChg>
        <pc:grpChg chg="mod">
          <ac:chgData name="Anaya Jones" userId="719b0ddee9380e2f" providerId="LiveId" clId="{19D447DE-249A-4F97-BC59-0DB23D03BEE4}" dt="2026-09-13T21:43:20.260" v="267"/>
          <ac:grpSpMkLst>
            <pc:docMk/>
            <pc:sldMk cId="318363649" sldId="261"/>
            <ac:grpSpMk id="144" creationId="{ABF97694-52AE-C708-112D-C4571B075712}"/>
          </ac:grpSpMkLst>
        </pc:grpChg>
        <pc:grpChg chg="mod">
          <ac:chgData name="Anaya Jones" userId="719b0ddee9380e2f" providerId="LiveId" clId="{19D447DE-249A-4F97-BC59-0DB23D03BEE4}" dt="2026-09-13T21:43:20.260" v="267"/>
          <ac:grpSpMkLst>
            <pc:docMk/>
            <pc:sldMk cId="318363649" sldId="261"/>
            <ac:grpSpMk id="146" creationId="{CC02DAC2-5573-AB00-1290-A11D61ADD605}"/>
          </ac:grpSpMkLst>
        </pc:grpChg>
        <pc:grpChg chg="add mod">
          <ac:chgData name="Anaya Jones" userId="719b0ddee9380e2f" providerId="LiveId" clId="{19D447DE-249A-4F97-BC59-0DB23D03BEE4}" dt="2026-09-13T21:43:57.859" v="275" actId="164"/>
          <ac:grpSpMkLst>
            <pc:docMk/>
            <pc:sldMk cId="318363649" sldId="261"/>
            <ac:grpSpMk id="150" creationId="{A41ADDD5-C4C6-B213-F256-91F41438E6C2}"/>
          </ac:grpSpMkLst>
        </pc:grpChg>
        <pc:grpChg chg="mod">
          <ac:chgData name="Anaya Jones" userId="719b0ddee9380e2f" providerId="LiveId" clId="{19D447DE-249A-4F97-BC59-0DB23D03BEE4}" dt="2026-09-13T21:43:36.659" v="270"/>
          <ac:grpSpMkLst>
            <pc:docMk/>
            <pc:sldMk cId="318363649" sldId="261"/>
            <ac:grpSpMk id="152" creationId="{C886F43C-32D6-E065-17D9-981D44603E03}"/>
          </ac:grpSpMkLst>
        </pc:grpChg>
        <pc:grpChg chg="add mod">
          <ac:chgData name="Anaya Jones" userId="719b0ddee9380e2f" providerId="LiveId" clId="{19D447DE-249A-4F97-BC59-0DB23D03BEE4}" dt="2026-09-13T21:43:57.859" v="275" actId="164"/>
          <ac:grpSpMkLst>
            <pc:docMk/>
            <pc:sldMk cId="318363649" sldId="261"/>
            <ac:grpSpMk id="155" creationId="{7B8837A8-648C-100E-2D96-3DED2CB0938A}"/>
          </ac:grpSpMkLst>
        </pc:grpChg>
      </pc:sldChg>
      <pc:sldChg chg="del">
        <pc:chgData name="Anaya Jones" userId="719b0ddee9380e2f" providerId="LiveId" clId="{19D447DE-249A-4F97-BC59-0DB23D03BEE4}" dt="2026-09-13T21:45:07.514" v="293" actId="2696"/>
        <pc:sldMkLst>
          <pc:docMk/>
          <pc:sldMk cId="314114886" sldId="262"/>
        </pc:sldMkLst>
      </pc:sldChg>
      <pc:sldChg chg="modSp add mod modShow">
        <pc:chgData name="Anaya Jones" userId="719b0ddee9380e2f" providerId="LiveId" clId="{19D447DE-249A-4F97-BC59-0DB23D03BEE4}" dt="2026-09-14T03:50:33.046" v="324" actId="1076"/>
        <pc:sldMkLst>
          <pc:docMk/>
          <pc:sldMk cId="1387091" sldId="263"/>
        </pc:sldMkLst>
        <pc:spChg chg="mod">
          <ac:chgData name="Anaya Jones" userId="719b0ddee9380e2f" providerId="LiveId" clId="{19D447DE-249A-4F97-BC59-0DB23D03BEE4}" dt="2026-09-14T03:50:33.046" v="324" actId="1076"/>
          <ac:spMkLst>
            <pc:docMk/>
            <pc:sldMk cId="1387091" sldId="263"/>
            <ac:spMk id="98" creationId="{F685B8A8-79B2-9712-5C77-2180594F4F77}"/>
          </ac:spMkLst>
        </pc:spChg>
      </pc:sldChg>
      <pc:sldChg chg="delSp add mod modShow">
        <pc:chgData name="Anaya Jones" userId="719b0ddee9380e2f" providerId="LiveId" clId="{19D447DE-249A-4F97-BC59-0DB23D03BEE4}" dt="2026-09-13T21:44:38.288" v="290" actId="729"/>
        <pc:sldMkLst>
          <pc:docMk/>
          <pc:sldMk cId="1997614224" sldId="264"/>
        </pc:sldMkLst>
        <pc:grpChg chg="del">
          <ac:chgData name="Anaya Jones" userId="719b0ddee9380e2f" providerId="LiveId" clId="{19D447DE-249A-4F97-BC59-0DB23D03BEE4}" dt="2026-09-13T21:44:33.778" v="289" actId="478"/>
          <ac:grpSpMkLst>
            <pc:docMk/>
            <pc:sldMk cId="1997614224" sldId="264"/>
            <ac:grpSpMk id="28" creationId="{8790B60E-245D-B2BA-7D6A-5CEABFC8D137}"/>
          </ac:grpSpMkLst>
        </pc:grpChg>
        <pc:grpChg chg="del">
          <ac:chgData name="Anaya Jones" userId="719b0ddee9380e2f" providerId="LiveId" clId="{19D447DE-249A-4F97-BC59-0DB23D03BEE4}" dt="2026-09-13T21:44:29.717" v="284" actId="478"/>
          <ac:grpSpMkLst>
            <pc:docMk/>
            <pc:sldMk cId="1997614224" sldId="264"/>
            <ac:grpSpMk id="37" creationId="{AA0C10A3-8265-5C62-583C-2E2256ACE017}"/>
          </ac:grpSpMkLst>
        </pc:grpChg>
        <pc:grpChg chg="del">
          <ac:chgData name="Anaya Jones" userId="719b0ddee9380e2f" providerId="LiveId" clId="{19D447DE-249A-4F97-BC59-0DB23D03BEE4}" dt="2026-09-13T21:44:28.485" v="283" actId="478"/>
          <ac:grpSpMkLst>
            <pc:docMk/>
            <pc:sldMk cId="1997614224" sldId="264"/>
            <ac:grpSpMk id="115" creationId="{5632F6FD-14A9-8DA2-EE25-1B3C2B22C37C}"/>
          </ac:grpSpMkLst>
        </pc:grpChg>
        <pc:grpChg chg="del">
          <ac:chgData name="Anaya Jones" userId="719b0ddee9380e2f" providerId="LiveId" clId="{19D447DE-249A-4F97-BC59-0DB23D03BEE4}" dt="2026-09-13T21:44:30.644" v="285" actId="478"/>
          <ac:grpSpMkLst>
            <pc:docMk/>
            <pc:sldMk cId="1997614224" sldId="264"/>
            <ac:grpSpMk id="124" creationId="{A37B8354-8A7F-7AA4-726D-A6CD386A67A9}"/>
          </ac:grpSpMkLst>
        </pc:grpChg>
        <pc:grpChg chg="del">
          <ac:chgData name="Anaya Jones" userId="719b0ddee9380e2f" providerId="LiveId" clId="{19D447DE-249A-4F97-BC59-0DB23D03BEE4}" dt="2026-09-13T21:44:31.231" v="286" actId="478"/>
          <ac:grpSpMkLst>
            <pc:docMk/>
            <pc:sldMk cId="1997614224" sldId="264"/>
            <ac:grpSpMk id="133" creationId="{90B5C78A-CF7D-0F14-E79B-A2795A2376AB}"/>
          </ac:grpSpMkLst>
        </pc:grpChg>
        <pc:grpChg chg="del">
          <ac:chgData name="Anaya Jones" userId="719b0ddee9380e2f" providerId="LiveId" clId="{19D447DE-249A-4F97-BC59-0DB23D03BEE4}" dt="2026-09-13T21:44:32.125" v="287" actId="478"/>
          <ac:grpSpMkLst>
            <pc:docMk/>
            <pc:sldMk cId="1997614224" sldId="264"/>
            <ac:grpSpMk id="138" creationId="{51B0B46C-A228-9FC9-FC0B-4A768C0F4E5B}"/>
          </ac:grpSpMkLst>
        </pc:grpChg>
        <pc:grpChg chg="del">
          <ac:chgData name="Anaya Jones" userId="719b0ddee9380e2f" providerId="LiveId" clId="{19D447DE-249A-4F97-BC59-0DB23D03BEE4}" dt="2026-09-13T21:44:32.753" v="288" actId="478"/>
          <ac:grpSpMkLst>
            <pc:docMk/>
            <pc:sldMk cId="1997614224" sldId="264"/>
            <ac:grpSpMk id="155" creationId="{0E8013EA-5957-4242-FE9B-6D195AA94BE7}"/>
          </ac:grpSpMkLst>
        </pc:grpChg>
      </pc:sldChg>
      <pc:sldChg chg="add">
        <pc:chgData name="Anaya Jones" userId="719b0ddee9380e2f" providerId="LiveId" clId="{19D447DE-249A-4F97-BC59-0DB23D03BEE4}" dt="2026-09-13T21:44:51.478" v="292" actId="2890"/>
        <pc:sldMkLst>
          <pc:docMk/>
          <pc:sldMk cId="2347482325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9433C-7CD2-2812-87DE-16BF0BF33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A3B38E-7023-E2B4-C950-4A2B06316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F7A09-0027-6082-7D82-D5720D83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8B0F-DFE8-4C8E-81EF-A1B27FDCB6D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EC91F-7AAC-792E-9BEF-6754F453B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1FE74-09FB-4E14-F7D0-4B02E5F4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428B7-CD70-49A0-953F-F261EE50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3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6C8B3-843D-2D3F-ECBD-D5691BBD6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4E4E6-41A5-B419-BC3D-6EDEE55C7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13F62-67DB-4CD7-4785-50037A06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8B0F-DFE8-4C8E-81EF-A1B27FDCB6D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B6638-9593-99E9-63EF-38EC1177D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5F427-3706-AAE9-D268-C1F89A5E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428B7-CD70-49A0-953F-F261EE50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10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59F45-80DB-FA37-F856-6D493B62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76B15-631A-DC25-CC13-7843341F7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F6273-A3DC-745E-4334-5200BCAB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8B0F-DFE8-4C8E-81EF-A1B27FDCB6D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1CD9E-18ED-F51D-DB3A-C4E66E3A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1CEE0-58B3-FBAA-BD3C-370183BB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428B7-CD70-49A0-953F-F261EE50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2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5A86-915A-CEB2-D680-B77EA1B87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F9681-E861-CA0B-5063-C885242EA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60BE4-84A2-0EC8-E5D2-384667C4B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709C6-D20F-E8CD-EA5F-3D3CA43B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8B0F-DFE8-4C8E-81EF-A1B27FDCB6D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97542-467A-0DF7-17A6-AC668AC03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9FC9B-6F4C-C239-207F-8E6EC0625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428B7-CD70-49A0-953F-F261EE50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42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792AA-EB01-8365-A1B8-202C11BE6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8E395-679F-5682-74B5-1DDEA5E87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CC4AB-5358-6717-BEAF-44D3F5009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386327-1BFC-D01C-90E3-8F02C8570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3B4E57-92A6-13A2-D614-78364F9FCC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395C6-C5C9-747D-6E12-F41339F0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8B0F-DFE8-4C8E-81EF-A1B27FDCB6D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A27759-8F0E-6A42-ABB7-9DEE1EB93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D20958-CFD0-63FA-DD97-9AA5AF40E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428B7-CD70-49A0-953F-F261EE50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33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D79A-EB9D-E8BB-4F75-3B91901D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108A28-A66E-784C-0BAC-AC065B0B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8B0F-DFE8-4C8E-81EF-A1B27FDCB6D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94808-B063-5DEA-89B5-DD8F8112C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F4BF77-5B33-4E1A-E461-2A45C0F5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428B7-CD70-49A0-953F-F261EE50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1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EF818A-0046-EB77-848A-6661AA62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8B0F-DFE8-4C8E-81EF-A1B27FDCB6D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D929D-952C-FBBF-0F02-72690B53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78365-C3F6-A6E4-D41B-5D48C218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428B7-CD70-49A0-953F-F261EE50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29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DA07-BF25-AAA9-440B-761ED4F64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45122-4A74-D9A4-B9EE-0407B5BBF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7E940-035B-CAF9-F870-7053657BD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5D8BD-5C42-C81B-5B0C-95AF8258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8B0F-DFE8-4C8E-81EF-A1B27FDCB6D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A716E-DDB2-62E9-7171-B8CC09B0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7FCCB-4D60-8F48-724D-B3AE92404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428B7-CD70-49A0-953F-F261EE50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12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BCD79-103F-405B-089B-9FA5ADBF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27DDA2-3EAA-32BB-1E07-C4F2B1E450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C1CF7-D803-60FA-0283-CBF0C0DF4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4ABED-0693-28E5-4A5C-E2C390479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8B0F-DFE8-4C8E-81EF-A1B27FDCB6D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6859A-93A0-DD23-A1D1-8E8076609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3D539-54EE-DD3E-51AF-575E49F5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428B7-CD70-49A0-953F-F261EE50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9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B048-E7BD-52DB-5FE7-C3C73D41B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93D31-A378-C864-1DE9-D2F00F8BC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ED19C-04FC-F1C7-057E-26EC80AD5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8B0F-DFE8-4C8E-81EF-A1B27FDCB6D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C571E-E5AD-63A4-BD65-2F0DF9114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B0445-E86A-6992-C606-67617CA0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428B7-CD70-49A0-953F-F261EE50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2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614DBD-DA0E-27C8-D7D6-E12BF5B0C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72660C-D067-E5F2-8395-23325F95B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9EF65-1E8A-C4A2-2F7B-CEF38EEA8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8B0F-DFE8-4C8E-81EF-A1B27FDCB6D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E0D4D-CB01-5B90-86AA-E05C4F273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92690-B52C-DD94-ECE8-4396A2D6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428B7-CD70-49A0-953F-F261EE50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2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D079DF-9867-6F24-D3B3-8AB550780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006D4-56AD-1E99-BEA8-9D8E253AE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A0B75-7FC0-198E-2746-6F40159D8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28B0F-DFE8-4C8E-81EF-A1B27FDCB6D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22712-3CBB-95C0-4549-EAA058A75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0520C-0468-5840-DC38-D1A3A574F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428B7-CD70-49A0-953F-F261EE50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6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C61E8-9749-DAB6-2EE1-621187961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3935848C-2492-EED7-BBB1-D4D425BBDF26}"/>
              </a:ext>
            </a:extLst>
          </p:cNvPr>
          <p:cNvSpPr/>
          <p:nvPr/>
        </p:nvSpPr>
        <p:spPr>
          <a:xfrm>
            <a:off x="5730643" y="1087063"/>
            <a:ext cx="488334" cy="821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3C06E-6CD7-B5EE-810F-2C0F59F273E5}"/>
              </a:ext>
            </a:extLst>
          </p:cNvPr>
          <p:cNvSpPr/>
          <p:nvPr/>
        </p:nvSpPr>
        <p:spPr>
          <a:xfrm>
            <a:off x="6958383" y="1994912"/>
            <a:ext cx="445717" cy="14340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4E84482-AC58-D3CD-38EB-5E6FEFCC50B5}"/>
              </a:ext>
            </a:extLst>
          </p:cNvPr>
          <p:cNvSpPr/>
          <p:nvPr/>
        </p:nvSpPr>
        <p:spPr>
          <a:xfrm>
            <a:off x="-565430" y="5792713"/>
            <a:ext cx="456404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First Floor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21F998D-7766-1520-39E2-4FF14C976F15}"/>
              </a:ext>
            </a:extLst>
          </p:cNvPr>
          <p:cNvGrpSpPr/>
          <p:nvPr/>
        </p:nvGrpSpPr>
        <p:grpSpPr>
          <a:xfrm>
            <a:off x="6402655" y="4874251"/>
            <a:ext cx="2323591" cy="1184951"/>
            <a:chOff x="6402655" y="4874251"/>
            <a:chExt cx="2323591" cy="1184951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8DAAFA2-9E8D-0CD1-E0AA-55E906CE5A73}"/>
                </a:ext>
              </a:extLst>
            </p:cNvPr>
            <p:cNvGrpSpPr/>
            <p:nvPr/>
          </p:nvGrpSpPr>
          <p:grpSpPr>
            <a:xfrm>
              <a:off x="6402655" y="4874251"/>
              <a:ext cx="2323591" cy="1184951"/>
              <a:chOff x="6402655" y="4874251"/>
              <a:chExt cx="2323591" cy="1184951"/>
            </a:xfrm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331769E6-8393-AD56-2F62-7ADF85A902B2}"/>
                  </a:ext>
                </a:extLst>
              </p:cNvPr>
              <p:cNvGrpSpPr/>
              <p:nvPr/>
            </p:nvGrpSpPr>
            <p:grpSpPr>
              <a:xfrm>
                <a:off x="6402655" y="4874251"/>
                <a:ext cx="2323591" cy="1184951"/>
                <a:chOff x="6158272" y="5165074"/>
                <a:chExt cx="2323591" cy="1184951"/>
              </a:xfrm>
            </p:grpSpPr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60A8FBB4-E811-C440-FBEC-7B10D410387E}"/>
                    </a:ext>
                  </a:extLst>
                </p:cNvPr>
                <p:cNvSpPr/>
                <p:nvPr/>
              </p:nvSpPr>
              <p:spPr>
                <a:xfrm>
                  <a:off x="6180620" y="5165074"/>
                  <a:ext cx="2278895" cy="1162093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442CD71A-5C0B-1946-4EF9-989188A09032}"/>
                    </a:ext>
                  </a:extLst>
                </p:cNvPr>
                <p:cNvSpPr/>
                <p:nvPr/>
              </p:nvSpPr>
              <p:spPr>
                <a:xfrm>
                  <a:off x="8436144" y="5506960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C5A964A3-AFAB-A1D1-4658-320C1B37FA86}"/>
                    </a:ext>
                  </a:extLst>
                </p:cNvPr>
                <p:cNvSpPr/>
                <p:nvPr/>
              </p:nvSpPr>
              <p:spPr>
                <a:xfrm rot="16200000">
                  <a:off x="7926415" y="6118347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8C40678D-B2DE-370E-06D0-A9AED0AC4537}"/>
                    </a:ext>
                  </a:extLst>
                </p:cNvPr>
                <p:cNvSpPr/>
                <p:nvPr/>
              </p:nvSpPr>
              <p:spPr>
                <a:xfrm rot="16200000">
                  <a:off x="6869532" y="6118346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100E2632-FB68-523E-2723-9E6203BC0A33}"/>
                    </a:ext>
                  </a:extLst>
                </p:cNvPr>
                <p:cNvGrpSpPr/>
                <p:nvPr/>
              </p:nvGrpSpPr>
              <p:grpSpPr>
                <a:xfrm rot="16200000">
                  <a:off x="6186463" y="5622968"/>
                  <a:ext cx="239556" cy="295938"/>
                  <a:chOff x="9076361" y="2963878"/>
                  <a:chExt cx="239556" cy="295938"/>
                </a:xfrm>
              </p:grpSpPr>
              <p:sp>
                <p:nvSpPr>
                  <p:cNvPr id="80" name="Isosceles Triangle 10">
                    <a:extLst>
                      <a:ext uri="{FF2B5EF4-FFF2-40B4-BE49-F238E27FC236}">
                        <a16:creationId xmlns:a16="http://schemas.microsoft.com/office/drawing/2014/main" id="{F59B33C4-1449-9053-B445-AC3CBED768A0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9076361" y="3001836"/>
                    <a:ext cx="239556" cy="257980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5A6D9B13-8FAD-9C36-4E62-A7D5A3DFA2C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158183" y="2889241"/>
                    <a:ext cx="75913" cy="225188"/>
                  </a:xfrm>
                  <a:prstGeom prst="rect">
                    <a:avLst/>
                  </a:prstGeom>
                  <a:solidFill>
                    <a:schemeClr val="bg1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EA3CB724-E611-60FA-FAEA-1062DCEF6971}"/>
                  </a:ext>
                </a:extLst>
              </p:cNvPr>
              <p:cNvGrpSpPr/>
              <p:nvPr/>
            </p:nvGrpSpPr>
            <p:grpSpPr>
              <a:xfrm rot="5400000">
                <a:off x="7130652" y="4823190"/>
                <a:ext cx="172917" cy="302028"/>
                <a:chOff x="9933213" y="3946493"/>
                <a:chExt cx="172917" cy="302028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80EA2B7-BFCB-5914-AEA9-18BAE89BE1FD}"/>
                    </a:ext>
                  </a:extLst>
                </p:cNvPr>
                <p:cNvSpPr/>
                <p:nvPr/>
              </p:nvSpPr>
              <p:spPr>
                <a:xfrm>
                  <a:off x="10060411" y="3984450"/>
                  <a:ext cx="45719" cy="23219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06DFC26-2D99-354F-73AF-C08D6D21CD05}"/>
                    </a:ext>
                  </a:extLst>
                </p:cNvPr>
                <p:cNvSpPr/>
                <p:nvPr/>
              </p:nvSpPr>
              <p:spPr>
                <a:xfrm>
                  <a:off x="9933213" y="3946493"/>
                  <a:ext cx="129026" cy="30202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3251D63-2552-02B0-155B-8F1E7EB7BEF5}"/>
                </a:ext>
              </a:extLst>
            </p:cNvPr>
            <p:cNvSpPr/>
            <p:nvPr/>
          </p:nvSpPr>
          <p:spPr>
            <a:xfrm>
              <a:off x="7040123" y="5217187"/>
              <a:ext cx="1048653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Parlor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F0EB5E5-0983-586C-4FC1-49F5CFE08796}"/>
              </a:ext>
            </a:extLst>
          </p:cNvPr>
          <p:cNvGrpSpPr/>
          <p:nvPr/>
        </p:nvGrpSpPr>
        <p:grpSpPr>
          <a:xfrm>
            <a:off x="6995134" y="3964531"/>
            <a:ext cx="2340697" cy="934555"/>
            <a:chOff x="6995134" y="3964531"/>
            <a:chExt cx="2340697" cy="934555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0B633DE-B858-E2E6-FFB0-1DF9D8C8408A}"/>
                </a:ext>
              </a:extLst>
            </p:cNvPr>
            <p:cNvGrpSpPr/>
            <p:nvPr/>
          </p:nvGrpSpPr>
          <p:grpSpPr>
            <a:xfrm>
              <a:off x="6995134" y="3964531"/>
              <a:ext cx="2340697" cy="934555"/>
              <a:chOff x="6995134" y="3964531"/>
              <a:chExt cx="2340697" cy="934555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29DC534B-6C4F-370C-79B3-BB56D6F03DB9}"/>
                  </a:ext>
                </a:extLst>
              </p:cNvPr>
              <p:cNvGrpSpPr/>
              <p:nvPr/>
            </p:nvGrpSpPr>
            <p:grpSpPr>
              <a:xfrm>
                <a:off x="6995134" y="3995729"/>
                <a:ext cx="2340697" cy="903357"/>
                <a:chOff x="7765659" y="4319453"/>
                <a:chExt cx="2340697" cy="903357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775D256-8F0E-098D-9826-8F68F197E0A1}"/>
                    </a:ext>
                  </a:extLst>
                </p:cNvPr>
                <p:cNvGrpSpPr/>
                <p:nvPr/>
              </p:nvGrpSpPr>
              <p:grpSpPr>
                <a:xfrm>
                  <a:off x="7765659" y="4319453"/>
                  <a:ext cx="2340697" cy="865402"/>
                  <a:chOff x="6972321" y="3999548"/>
                  <a:chExt cx="2340697" cy="865402"/>
                </a:xfrm>
              </p:grpSpPr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51AFE40A-0B66-7397-A069-0DD43D160462}"/>
                      </a:ext>
                    </a:extLst>
                  </p:cNvPr>
                  <p:cNvGrpSpPr/>
                  <p:nvPr/>
                </p:nvGrpSpPr>
                <p:grpSpPr>
                  <a:xfrm>
                    <a:off x="6972321" y="3999548"/>
                    <a:ext cx="2340697" cy="865402"/>
                    <a:chOff x="6972321" y="3999548"/>
                    <a:chExt cx="2340697" cy="865402"/>
                  </a:xfrm>
                </p:grpSpPr>
                <p:sp>
                  <p:nvSpPr>
                    <p:cNvPr id="49" name="Rectangle 48">
                      <a:extLst>
                        <a:ext uri="{FF2B5EF4-FFF2-40B4-BE49-F238E27FC236}">
                          <a16:creationId xmlns:a16="http://schemas.microsoft.com/office/drawing/2014/main" id="{9FB2441E-E2E7-4E43-53D4-886944826B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72321" y="3999548"/>
                      <a:ext cx="2325919" cy="865402"/>
                    </a:xfrm>
                    <a:custGeom>
                      <a:avLst/>
                      <a:gdLst>
                        <a:gd name="connsiteX0" fmla="*/ 0 w 2027746"/>
                        <a:gd name="connsiteY0" fmla="*/ 0 h 865402"/>
                        <a:gd name="connsiteX1" fmla="*/ 2027746 w 2027746"/>
                        <a:gd name="connsiteY1" fmla="*/ 0 h 865402"/>
                        <a:gd name="connsiteX2" fmla="*/ 2027746 w 2027746"/>
                        <a:gd name="connsiteY2" fmla="*/ 865402 h 865402"/>
                        <a:gd name="connsiteX3" fmla="*/ 0 w 2027746"/>
                        <a:gd name="connsiteY3" fmla="*/ 865402 h 865402"/>
                        <a:gd name="connsiteX4" fmla="*/ 0 w 2027746"/>
                        <a:gd name="connsiteY4" fmla="*/ 0 h 865402"/>
                        <a:gd name="connsiteX0" fmla="*/ 0 w 2027746"/>
                        <a:gd name="connsiteY0" fmla="*/ 4018 h 869420"/>
                        <a:gd name="connsiteX1" fmla="*/ 1718455 w 2027746"/>
                        <a:gd name="connsiteY1" fmla="*/ 0 h 869420"/>
                        <a:gd name="connsiteX2" fmla="*/ 2027746 w 2027746"/>
                        <a:gd name="connsiteY2" fmla="*/ 4018 h 869420"/>
                        <a:gd name="connsiteX3" fmla="*/ 2027746 w 2027746"/>
                        <a:gd name="connsiteY3" fmla="*/ 869420 h 869420"/>
                        <a:gd name="connsiteX4" fmla="*/ 0 w 2027746"/>
                        <a:gd name="connsiteY4" fmla="*/ 869420 h 869420"/>
                        <a:gd name="connsiteX5" fmla="*/ 0 w 2027746"/>
                        <a:gd name="connsiteY5" fmla="*/ 4018 h 869420"/>
                        <a:gd name="connsiteX0" fmla="*/ 0 w 2325919"/>
                        <a:gd name="connsiteY0" fmla="*/ 4018 h 869420"/>
                        <a:gd name="connsiteX1" fmla="*/ 1718455 w 2325919"/>
                        <a:gd name="connsiteY1" fmla="*/ 0 h 869420"/>
                        <a:gd name="connsiteX2" fmla="*/ 2325919 w 2325919"/>
                        <a:gd name="connsiteY2" fmla="*/ 310143 h 869420"/>
                        <a:gd name="connsiteX3" fmla="*/ 2027746 w 2325919"/>
                        <a:gd name="connsiteY3" fmla="*/ 869420 h 869420"/>
                        <a:gd name="connsiteX4" fmla="*/ 0 w 2325919"/>
                        <a:gd name="connsiteY4" fmla="*/ 869420 h 869420"/>
                        <a:gd name="connsiteX5" fmla="*/ 0 w 2325919"/>
                        <a:gd name="connsiteY5" fmla="*/ 4018 h 869420"/>
                        <a:gd name="connsiteX0" fmla="*/ 0 w 2325919"/>
                        <a:gd name="connsiteY0" fmla="*/ 0 h 865402"/>
                        <a:gd name="connsiteX1" fmla="*/ 2036507 w 2325919"/>
                        <a:gd name="connsiteY1" fmla="*/ 7909 h 865402"/>
                        <a:gd name="connsiteX2" fmla="*/ 2325919 w 2325919"/>
                        <a:gd name="connsiteY2" fmla="*/ 306125 h 865402"/>
                        <a:gd name="connsiteX3" fmla="*/ 2027746 w 2325919"/>
                        <a:gd name="connsiteY3" fmla="*/ 865402 h 865402"/>
                        <a:gd name="connsiteX4" fmla="*/ 0 w 2325919"/>
                        <a:gd name="connsiteY4" fmla="*/ 865402 h 865402"/>
                        <a:gd name="connsiteX5" fmla="*/ 0 w 2325919"/>
                        <a:gd name="connsiteY5" fmla="*/ 0 h 865402"/>
                        <a:gd name="connsiteX0" fmla="*/ 0 w 2325919"/>
                        <a:gd name="connsiteY0" fmla="*/ 0 h 865402"/>
                        <a:gd name="connsiteX1" fmla="*/ 2036507 w 2325919"/>
                        <a:gd name="connsiteY1" fmla="*/ 7909 h 865402"/>
                        <a:gd name="connsiteX2" fmla="*/ 2325919 w 2325919"/>
                        <a:gd name="connsiteY2" fmla="*/ 306125 h 865402"/>
                        <a:gd name="connsiteX3" fmla="*/ 2167703 w 2325919"/>
                        <a:gd name="connsiteY3" fmla="*/ 576428 h 865402"/>
                        <a:gd name="connsiteX4" fmla="*/ 2027746 w 2325919"/>
                        <a:gd name="connsiteY4" fmla="*/ 865402 h 865402"/>
                        <a:gd name="connsiteX5" fmla="*/ 0 w 2325919"/>
                        <a:gd name="connsiteY5" fmla="*/ 865402 h 865402"/>
                        <a:gd name="connsiteX6" fmla="*/ 0 w 2325919"/>
                        <a:gd name="connsiteY6" fmla="*/ 0 h 865402"/>
                        <a:gd name="connsiteX0" fmla="*/ 0 w 2325919"/>
                        <a:gd name="connsiteY0" fmla="*/ 0 h 865402"/>
                        <a:gd name="connsiteX1" fmla="*/ 2036507 w 2325919"/>
                        <a:gd name="connsiteY1" fmla="*/ 7909 h 865402"/>
                        <a:gd name="connsiteX2" fmla="*/ 2325919 w 2325919"/>
                        <a:gd name="connsiteY2" fmla="*/ 306125 h 865402"/>
                        <a:gd name="connsiteX3" fmla="*/ 2322753 w 2325919"/>
                        <a:gd name="connsiteY3" fmla="*/ 572452 h 865402"/>
                        <a:gd name="connsiteX4" fmla="*/ 2027746 w 2325919"/>
                        <a:gd name="connsiteY4" fmla="*/ 865402 h 865402"/>
                        <a:gd name="connsiteX5" fmla="*/ 0 w 2325919"/>
                        <a:gd name="connsiteY5" fmla="*/ 865402 h 865402"/>
                        <a:gd name="connsiteX6" fmla="*/ 0 w 2325919"/>
                        <a:gd name="connsiteY6" fmla="*/ 0 h 86540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325919" h="865402">
                          <a:moveTo>
                            <a:pt x="0" y="0"/>
                          </a:moveTo>
                          <a:lnTo>
                            <a:pt x="2036507" y="7909"/>
                          </a:lnTo>
                          <a:lnTo>
                            <a:pt x="2325919" y="306125"/>
                          </a:lnTo>
                          <a:cubicBezTo>
                            <a:pt x="2324864" y="394901"/>
                            <a:pt x="2323808" y="483676"/>
                            <a:pt x="2322753" y="572452"/>
                          </a:cubicBezTo>
                          <a:lnTo>
                            <a:pt x="2027746" y="865402"/>
                          </a:lnTo>
                          <a:lnTo>
                            <a:pt x="0" y="86540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4" name="Rectangle 53">
                      <a:extLst>
                        <a:ext uri="{FF2B5EF4-FFF2-40B4-BE49-F238E27FC236}">
                          <a16:creationId xmlns:a16="http://schemas.microsoft.com/office/drawing/2014/main" id="{5833ACEB-A3F1-4867-3F63-F6BBF99DF24E}"/>
                        </a:ext>
                      </a:extLst>
                    </p:cNvPr>
                    <p:cNvSpPr/>
                    <p:nvPr/>
                  </p:nvSpPr>
                  <p:spPr>
                    <a:xfrm rot="18913853">
                      <a:off x="9125269" y="4007540"/>
                      <a:ext cx="55606" cy="26833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5" name="Rectangle 54">
                      <a:extLst>
                        <a:ext uri="{FF2B5EF4-FFF2-40B4-BE49-F238E27FC236}">
                          <a16:creationId xmlns:a16="http://schemas.microsoft.com/office/drawing/2014/main" id="{2ED8D983-18D2-A786-CAB6-C11A5E374745}"/>
                        </a:ext>
                      </a:extLst>
                    </p:cNvPr>
                    <p:cNvSpPr/>
                    <p:nvPr/>
                  </p:nvSpPr>
                  <p:spPr>
                    <a:xfrm rot="13574285">
                      <a:off x="9107931" y="4588332"/>
                      <a:ext cx="55606" cy="26833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6" name="Rectangle 55">
                      <a:extLst>
                        <a:ext uri="{FF2B5EF4-FFF2-40B4-BE49-F238E27FC236}">
                          <a16:creationId xmlns:a16="http://schemas.microsoft.com/office/drawing/2014/main" id="{0B0FE410-2213-918B-2FB8-583D7AE717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67299" y="4319453"/>
                      <a:ext cx="45719" cy="20881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58" name="Isosceles Triangle 10">
                    <a:extLst>
                      <a:ext uri="{FF2B5EF4-FFF2-40B4-BE49-F238E27FC236}">
                        <a16:creationId xmlns:a16="http://schemas.microsoft.com/office/drawing/2014/main" id="{F410259B-D731-4246-0069-94E7C9F82700}"/>
                      </a:ext>
                    </a:extLst>
                  </p:cNvPr>
                  <p:cNvSpPr/>
                  <p:nvPr/>
                </p:nvSpPr>
                <p:spPr>
                  <a:xfrm rot="10800000" flipH="1" flipV="1">
                    <a:off x="7690567" y="4585140"/>
                    <a:ext cx="239556" cy="257980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4889CD3D-E0CB-A20E-5694-B6A70FAF498B}"/>
                    </a:ext>
                  </a:extLst>
                </p:cNvPr>
                <p:cNvSpPr/>
                <p:nvPr/>
              </p:nvSpPr>
              <p:spPr>
                <a:xfrm rot="16200000">
                  <a:off x="8566362" y="5072260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D33F0C4-855D-4379-9A10-190FA09C2319}"/>
                  </a:ext>
                </a:extLst>
              </p:cNvPr>
              <p:cNvSpPr/>
              <p:nvPr/>
            </p:nvSpPr>
            <p:spPr>
              <a:xfrm rot="16200000">
                <a:off x="7768582" y="3889894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020F6CD-3389-CFE4-CAE4-E55EA949B813}"/>
                </a:ext>
              </a:extLst>
            </p:cNvPr>
            <p:cNvSpPr/>
            <p:nvPr/>
          </p:nvSpPr>
          <p:spPr>
            <a:xfrm>
              <a:off x="7491776" y="4146882"/>
              <a:ext cx="1048653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Library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6B9B940-EAC1-817C-FA86-C6BD52953207}"/>
              </a:ext>
            </a:extLst>
          </p:cNvPr>
          <p:cNvGrpSpPr/>
          <p:nvPr/>
        </p:nvGrpSpPr>
        <p:grpSpPr>
          <a:xfrm>
            <a:off x="6972321" y="1983692"/>
            <a:ext cx="1777193" cy="2038714"/>
            <a:chOff x="6972321" y="1983692"/>
            <a:chExt cx="1777193" cy="203871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E9AFB41-CDF8-D5FD-FA02-6234627D9021}"/>
                </a:ext>
              </a:extLst>
            </p:cNvPr>
            <p:cNvGrpSpPr/>
            <p:nvPr/>
          </p:nvGrpSpPr>
          <p:grpSpPr>
            <a:xfrm>
              <a:off x="6972321" y="1983692"/>
              <a:ext cx="1777193" cy="2038714"/>
              <a:chOff x="9765273" y="2359431"/>
              <a:chExt cx="1777193" cy="2038714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0348B4E4-3CF9-7306-A23C-FAD2B66D797F}"/>
                  </a:ext>
                </a:extLst>
              </p:cNvPr>
              <p:cNvGrpSpPr/>
              <p:nvPr/>
            </p:nvGrpSpPr>
            <p:grpSpPr>
              <a:xfrm>
                <a:off x="9765273" y="2359431"/>
                <a:ext cx="1777193" cy="2015856"/>
                <a:chOff x="9765273" y="2359431"/>
                <a:chExt cx="1777193" cy="2015856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DDD39B4B-3307-F6EA-83F2-1B690DEC58E5}"/>
                    </a:ext>
                  </a:extLst>
                </p:cNvPr>
                <p:cNvSpPr/>
                <p:nvPr/>
              </p:nvSpPr>
              <p:spPr>
                <a:xfrm>
                  <a:off x="9781793" y="2370652"/>
                  <a:ext cx="1733433" cy="2004635"/>
                </a:xfrm>
                <a:custGeom>
                  <a:avLst/>
                  <a:gdLst>
                    <a:gd name="connsiteX0" fmla="*/ 0 w 1722214"/>
                    <a:gd name="connsiteY0" fmla="*/ 0 h 2000402"/>
                    <a:gd name="connsiteX1" fmla="*/ 1722214 w 1722214"/>
                    <a:gd name="connsiteY1" fmla="*/ 0 h 2000402"/>
                    <a:gd name="connsiteX2" fmla="*/ 1722214 w 1722214"/>
                    <a:gd name="connsiteY2" fmla="*/ 2000402 h 2000402"/>
                    <a:gd name="connsiteX3" fmla="*/ 0 w 1722214"/>
                    <a:gd name="connsiteY3" fmla="*/ 2000402 h 2000402"/>
                    <a:gd name="connsiteX4" fmla="*/ 0 w 1722214"/>
                    <a:gd name="connsiteY4" fmla="*/ 0 h 2000402"/>
                    <a:gd name="connsiteX0" fmla="*/ 0 w 1722214"/>
                    <a:gd name="connsiteY0" fmla="*/ 2303 h 2002705"/>
                    <a:gd name="connsiteX1" fmla="*/ 476835 w 1722214"/>
                    <a:gd name="connsiteY1" fmla="*/ 0 h 2002705"/>
                    <a:gd name="connsiteX2" fmla="*/ 1722214 w 1722214"/>
                    <a:gd name="connsiteY2" fmla="*/ 2303 h 2002705"/>
                    <a:gd name="connsiteX3" fmla="*/ 1722214 w 1722214"/>
                    <a:gd name="connsiteY3" fmla="*/ 2002705 h 2002705"/>
                    <a:gd name="connsiteX4" fmla="*/ 0 w 1722214"/>
                    <a:gd name="connsiteY4" fmla="*/ 2002705 h 2002705"/>
                    <a:gd name="connsiteX5" fmla="*/ 0 w 1722214"/>
                    <a:gd name="connsiteY5" fmla="*/ 2303 h 2002705"/>
                    <a:gd name="connsiteX0" fmla="*/ 0 w 1722214"/>
                    <a:gd name="connsiteY0" fmla="*/ 2303 h 2002705"/>
                    <a:gd name="connsiteX1" fmla="*/ 476835 w 1722214"/>
                    <a:gd name="connsiteY1" fmla="*/ 0 h 2002705"/>
                    <a:gd name="connsiteX2" fmla="*/ 1722214 w 1722214"/>
                    <a:gd name="connsiteY2" fmla="*/ 2303 h 2002705"/>
                    <a:gd name="connsiteX3" fmla="*/ 1722214 w 1722214"/>
                    <a:gd name="connsiteY3" fmla="*/ 2002705 h 2002705"/>
                    <a:gd name="connsiteX4" fmla="*/ 0 w 1722214"/>
                    <a:gd name="connsiteY4" fmla="*/ 2002705 h 2002705"/>
                    <a:gd name="connsiteX5" fmla="*/ 0 w 1722214"/>
                    <a:gd name="connsiteY5" fmla="*/ 2303 h 2002705"/>
                    <a:gd name="connsiteX0" fmla="*/ 504884 w 1722214"/>
                    <a:gd name="connsiteY0" fmla="*/ 1258901 h 2002705"/>
                    <a:gd name="connsiteX1" fmla="*/ 476835 w 1722214"/>
                    <a:gd name="connsiteY1" fmla="*/ 0 h 2002705"/>
                    <a:gd name="connsiteX2" fmla="*/ 1722214 w 1722214"/>
                    <a:gd name="connsiteY2" fmla="*/ 2303 h 2002705"/>
                    <a:gd name="connsiteX3" fmla="*/ 1722214 w 1722214"/>
                    <a:gd name="connsiteY3" fmla="*/ 2002705 h 2002705"/>
                    <a:gd name="connsiteX4" fmla="*/ 0 w 1722214"/>
                    <a:gd name="connsiteY4" fmla="*/ 2002705 h 2002705"/>
                    <a:gd name="connsiteX5" fmla="*/ 504884 w 1722214"/>
                    <a:gd name="connsiteY5" fmla="*/ 1258901 h 2002705"/>
                    <a:gd name="connsiteX0" fmla="*/ 392687 w 1722214"/>
                    <a:gd name="connsiteY0" fmla="*/ 1421586 h 2002705"/>
                    <a:gd name="connsiteX1" fmla="*/ 476835 w 1722214"/>
                    <a:gd name="connsiteY1" fmla="*/ 0 h 2002705"/>
                    <a:gd name="connsiteX2" fmla="*/ 1722214 w 1722214"/>
                    <a:gd name="connsiteY2" fmla="*/ 2303 h 2002705"/>
                    <a:gd name="connsiteX3" fmla="*/ 1722214 w 1722214"/>
                    <a:gd name="connsiteY3" fmla="*/ 2002705 h 2002705"/>
                    <a:gd name="connsiteX4" fmla="*/ 0 w 1722214"/>
                    <a:gd name="connsiteY4" fmla="*/ 2002705 h 2002705"/>
                    <a:gd name="connsiteX5" fmla="*/ 392687 w 1722214"/>
                    <a:gd name="connsiteY5" fmla="*/ 1421586 h 2002705"/>
                    <a:gd name="connsiteX0" fmla="*/ 392687 w 1722214"/>
                    <a:gd name="connsiteY0" fmla="*/ 1421586 h 2002705"/>
                    <a:gd name="connsiteX1" fmla="*/ 476835 w 1722214"/>
                    <a:gd name="connsiteY1" fmla="*/ 0 h 2002705"/>
                    <a:gd name="connsiteX2" fmla="*/ 1722214 w 1722214"/>
                    <a:gd name="connsiteY2" fmla="*/ 2303 h 2002705"/>
                    <a:gd name="connsiteX3" fmla="*/ 1722214 w 1722214"/>
                    <a:gd name="connsiteY3" fmla="*/ 2002705 h 2002705"/>
                    <a:gd name="connsiteX4" fmla="*/ 0 w 1722214"/>
                    <a:gd name="connsiteY4" fmla="*/ 2002705 h 2002705"/>
                    <a:gd name="connsiteX5" fmla="*/ 392687 w 1722214"/>
                    <a:gd name="connsiteY5" fmla="*/ 1421586 h 2002705"/>
                    <a:gd name="connsiteX0" fmla="*/ 392687 w 1722214"/>
                    <a:gd name="connsiteY0" fmla="*/ 1421586 h 2002705"/>
                    <a:gd name="connsiteX1" fmla="*/ 476835 w 1722214"/>
                    <a:gd name="connsiteY1" fmla="*/ 0 h 2002705"/>
                    <a:gd name="connsiteX2" fmla="*/ 1722214 w 1722214"/>
                    <a:gd name="connsiteY2" fmla="*/ 2303 h 2002705"/>
                    <a:gd name="connsiteX3" fmla="*/ 1722214 w 1722214"/>
                    <a:gd name="connsiteY3" fmla="*/ 2002705 h 2002705"/>
                    <a:gd name="connsiteX4" fmla="*/ 0 w 1722214"/>
                    <a:gd name="connsiteY4" fmla="*/ 2002705 h 2002705"/>
                    <a:gd name="connsiteX5" fmla="*/ 392687 w 1722214"/>
                    <a:gd name="connsiteY5" fmla="*/ 1421586 h 2002705"/>
                    <a:gd name="connsiteX0" fmla="*/ 392687 w 1722214"/>
                    <a:gd name="connsiteY0" fmla="*/ 1419283 h 2000402"/>
                    <a:gd name="connsiteX1" fmla="*/ 375858 w 1722214"/>
                    <a:gd name="connsiteY1" fmla="*/ 8917 h 2000402"/>
                    <a:gd name="connsiteX2" fmla="*/ 1722214 w 1722214"/>
                    <a:gd name="connsiteY2" fmla="*/ 0 h 2000402"/>
                    <a:gd name="connsiteX3" fmla="*/ 1722214 w 1722214"/>
                    <a:gd name="connsiteY3" fmla="*/ 2000402 h 2000402"/>
                    <a:gd name="connsiteX4" fmla="*/ 0 w 1722214"/>
                    <a:gd name="connsiteY4" fmla="*/ 2000402 h 2000402"/>
                    <a:gd name="connsiteX5" fmla="*/ 392687 w 1722214"/>
                    <a:gd name="connsiteY5" fmla="*/ 1419283 h 2000402"/>
                    <a:gd name="connsiteX0" fmla="*/ 491804 w 1821331"/>
                    <a:gd name="connsiteY0" fmla="*/ 1419283 h 2000402"/>
                    <a:gd name="connsiteX1" fmla="*/ 474975 w 1821331"/>
                    <a:gd name="connsiteY1" fmla="*/ 8917 h 2000402"/>
                    <a:gd name="connsiteX2" fmla="*/ 1821331 w 1821331"/>
                    <a:gd name="connsiteY2" fmla="*/ 0 h 2000402"/>
                    <a:gd name="connsiteX3" fmla="*/ 1821331 w 1821331"/>
                    <a:gd name="connsiteY3" fmla="*/ 2000402 h 2000402"/>
                    <a:gd name="connsiteX4" fmla="*/ 99117 w 1821331"/>
                    <a:gd name="connsiteY4" fmla="*/ 2000402 h 2000402"/>
                    <a:gd name="connsiteX5" fmla="*/ 239363 w 1821331"/>
                    <a:gd name="connsiteY5" fmla="*/ 1708691 h 2000402"/>
                    <a:gd name="connsiteX6" fmla="*/ 491804 w 1821331"/>
                    <a:gd name="connsiteY6" fmla="*/ 1419283 h 2000402"/>
                    <a:gd name="connsiteX0" fmla="*/ 529481 w 1859008"/>
                    <a:gd name="connsiteY0" fmla="*/ 1419283 h 2000402"/>
                    <a:gd name="connsiteX1" fmla="*/ 512652 w 1859008"/>
                    <a:gd name="connsiteY1" fmla="*/ 8917 h 2000402"/>
                    <a:gd name="connsiteX2" fmla="*/ 1859008 w 1859008"/>
                    <a:gd name="connsiteY2" fmla="*/ 0 h 2000402"/>
                    <a:gd name="connsiteX3" fmla="*/ 1859008 w 1859008"/>
                    <a:gd name="connsiteY3" fmla="*/ 2000402 h 2000402"/>
                    <a:gd name="connsiteX4" fmla="*/ 136794 w 1859008"/>
                    <a:gd name="connsiteY4" fmla="*/ 2000402 h 2000402"/>
                    <a:gd name="connsiteX5" fmla="*/ 125575 w 1859008"/>
                    <a:gd name="connsiteY5" fmla="*/ 1433810 h 2000402"/>
                    <a:gd name="connsiteX6" fmla="*/ 529481 w 1859008"/>
                    <a:gd name="connsiteY6" fmla="*/ 1419283 h 2000402"/>
                    <a:gd name="connsiteX0" fmla="*/ 529481 w 1859008"/>
                    <a:gd name="connsiteY0" fmla="*/ 1419283 h 2000402"/>
                    <a:gd name="connsiteX1" fmla="*/ 512652 w 1859008"/>
                    <a:gd name="connsiteY1" fmla="*/ 8917 h 2000402"/>
                    <a:gd name="connsiteX2" fmla="*/ 1859008 w 1859008"/>
                    <a:gd name="connsiteY2" fmla="*/ 0 h 2000402"/>
                    <a:gd name="connsiteX3" fmla="*/ 1859008 w 1859008"/>
                    <a:gd name="connsiteY3" fmla="*/ 2000402 h 2000402"/>
                    <a:gd name="connsiteX4" fmla="*/ 136794 w 1859008"/>
                    <a:gd name="connsiteY4" fmla="*/ 2000402 h 2000402"/>
                    <a:gd name="connsiteX5" fmla="*/ 125575 w 1859008"/>
                    <a:gd name="connsiteY5" fmla="*/ 1433810 h 2000402"/>
                    <a:gd name="connsiteX6" fmla="*/ 529481 w 1859008"/>
                    <a:gd name="connsiteY6" fmla="*/ 1419283 h 2000402"/>
                    <a:gd name="connsiteX0" fmla="*/ 517763 w 1847290"/>
                    <a:gd name="connsiteY0" fmla="*/ 1419283 h 2000402"/>
                    <a:gd name="connsiteX1" fmla="*/ 500934 w 1847290"/>
                    <a:gd name="connsiteY1" fmla="*/ 8917 h 2000402"/>
                    <a:gd name="connsiteX2" fmla="*/ 1847290 w 1847290"/>
                    <a:gd name="connsiteY2" fmla="*/ 0 h 2000402"/>
                    <a:gd name="connsiteX3" fmla="*/ 1847290 w 1847290"/>
                    <a:gd name="connsiteY3" fmla="*/ 2000402 h 2000402"/>
                    <a:gd name="connsiteX4" fmla="*/ 125076 w 1847290"/>
                    <a:gd name="connsiteY4" fmla="*/ 2000402 h 2000402"/>
                    <a:gd name="connsiteX5" fmla="*/ 113857 w 1847290"/>
                    <a:gd name="connsiteY5" fmla="*/ 1433810 h 2000402"/>
                    <a:gd name="connsiteX6" fmla="*/ 517763 w 1847290"/>
                    <a:gd name="connsiteY6" fmla="*/ 1419283 h 2000402"/>
                    <a:gd name="connsiteX0" fmla="*/ 411671 w 1741198"/>
                    <a:gd name="connsiteY0" fmla="*/ 1419283 h 2000402"/>
                    <a:gd name="connsiteX1" fmla="*/ 394842 w 1741198"/>
                    <a:gd name="connsiteY1" fmla="*/ 8917 h 2000402"/>
                    <a:gd name="connsiteX2" fmla="*/ 1741198 w 1741198"/>
                    <a:gd name="connsiteY2" fmla="*/ 0 h 2000402"/>
                    <a:gd name="connsiteX3" fmla="*/ 1741198 w 1741198"/>
                    <a:gd name="connsiteY3" fmla="*/ 2000402 h 2000402"/>
                    <a:gd name="connsiteX4" fmla="*/ 18984 w 1741198"/>
                    <a:gd name="connsiteY4" fmla="*/ 2000402 h 2000402"/>
                    <a:gd name="connsiteX5" fmla="*/ 7765 w 1741198"/>
                    <a:gd name="connsiteY5" fmla="*/ 1433810 h 2000402"/>
                    <a:gd name="connsiteX6" fmla="*/ 411671 w 1741198"/>
                    <a:gd name="connsiteY6" fmla="*/ 1419283 h 2000402"/>
                    <a:gd name="connsiteX0" fmla="*/ 411671 w 1741198"/>
                    <a:gd name="connsiteY0" fmla="*/ 1419283 h 2000402"/>
                    <a:gd name="connsiteX1" fmla="*/ 394842 w 1741198"/>
                    <a:gd name="connsiteY1" fmla="*/ 8917 h 2000402"/>
                    <a:gd name="connsiteX2" fmla="*/ 1741198 w 1741198"/>
                    <a:gd name="connsiteY2" fmla="*/ 0 h 2000402"/>
                    <a:gd name="connsiteX3" fmla="*/ 1741198 w 1741198"/>
                    <a:gd name="connsiteY3" fmla="*/ 2000402 h 2000402"/>
                    <a:gd name="connsiteX4" fmla="*/ 18984 w 1741198"/>
                    <a:gd name="connsiteY4" fmla="*/ 2000402 h 2000402"/>
                    <a:gd name="connsiteX5" fmla="*/ 7765 w 1741198"/>
                    <a:gd name="connsiteY5" fmla="*/ 1433810 h 2000402"/>
                    <a:gd name="connsiteX6" fmla="*/ 411671 w 1741198"/>
                    <a:gd name="connsiteY6" fmla="*/ 1419283 h 2000402"/>
                    <a:gd name="connsiteX0" fmla="*/ 411671 w 1741198"/>
                    <a:gd name="connsiteY0" fmla="*/ 1419283 h 2000402"/>
                    <a:gd name="connsiteX1" fmla="*/ 417281 w 1741198"/>
                    <a:gd name="connsiteY1" fmla="*/ 14527 h 2000402"/>
                    <a:gd name="connsiteX2" fmla="*/ 1741198 w 1741198"/>
                    <a:gd name="connsiteY2" fmla="*/ 0 h 2000402"/>
                    <a:gd name="connsiteX3" fmla="*/ 1741198 w 1741198"/>
                    <a:gd name="connsiteY3" fmla="*/ 2000402 h 2000402"/>
                    <a:gd name="connsiteX4" fmla="*/ 18984 w 1741198"/>
                    <a:gd name="connsiteY4" fmla="*/ 2000402 h 2000402"/>
                    <a:gd name="connsiteX5" fmla="*/ 7765 w 1741198"/>
                    <a:gd name="connsiteY5" fmla="*/ 1433810 h 2000402"/>
                    <a:gd name="connsiteX6" fmla="*/ 411671 w 1741198"/>
                    <a:gd name="connsiteY6" fmla="*/ 1419283 h 2000402"/>
                    <a:gd name="connsiteX0" fmla="*/ 428500 w 1741198"/>
                    <a:gd name="connsiteY0" fmla="*/ 1419283 h 2000402"/>
                    <a:gd name="connsiteX1" fmla="*/ 417281 w 1741198"/>
                    <a:gd name="connsiteY1" fmla="*/ 14527 h 2000402"/>
                    <a:gd name="connsiteX2" fmla="*/ 1741198 w 1741198"/>
                    <a:gd name="connsiteY2" fmla="*/ 0 h 2000402"/>
                    <a:gd name="connsiteX3" fmla="*/ 1741198 w 1741198"/>
                    <a:gd name="connsiteY3" fmla="*/ 2000402 h 2000402"/>
                    <a:gd name="connsiteX4" fmla="*/ 18984 w 1741198"/>
                    <a:gd name="connsiteY4" fmla="*/ 2000402 h 2000402"/>
                    <a:gd name="connsiteX5" fmla="*/ 7765 w 1741198"/>
                    <a:gd name="connsiteY5" fmla="*/ 1433810 h 2000402"/>
                    <a:gd name="connsiteX6" fmla="*/ 428500 w 1741198"/>
                    <a:gd name="connsiteY6" fmla="*/ 1419283 h 2000402"/>
                    <a:gd name="connsiteX0" fmla="*/ 428500 w 1741198"/>
                    <a:gd name="connsiteY0" fmla="*/ 1419283 h 2000402"/>
                    <a:gd name="connsiteX1" fmla="*/ 417281 w 1741198"/>
                    <a:gd name="connsiteY1" fmla="*/ 14527 h 2000402"/>
                    <a:gd name="connsiteX2" fmla="*/ 1741198 w 1741198"/>
                    <a:gd name="connsiteY2" fmla="*/ 0 h 2000402"/>
                    <a:gd name="connsiteX3" fmla="*/ 1741198 w 1741198"/>
                    <a:gd name="connsiteY3" fmla="*/ 2000402 h 2000402"/>
                    <a:gd name="connsiteX4" fmla="*/ 18984 w 1741198"/>
                    <a:gd name="connsiteY4" fmla="*/ 2000402 h 2000402"/>
                    <a:gd name="connsiteX5" fmla="*/ 7765 w 1741198"/>
                    <a:gd name="connsiteY5" fmla="*/ 1433810 h 2000402"/>
                    <a:gd name="connsiteX6" fmla="*/ 428500 w 1741198"/>
                    <a:gd name="connsiteY6" fmla="*/ 1419283 h 2000402"/>
                    <a:gd name="connsiteX0" fmla="*/ 420735 w 1733433"/>
                    <a:gd name="connsiteY0" fmla="*/ 1419283 h 2000402"/>
                    <a:gd name="connsiteX1" fmla="*/ 409516 w 1733433"/>
                    <a:gd name="connsiteY1" fmla="*/ 14527 h 2000402"/>
                    <a:gd name="connsiteX2" fmla="*/ 1733433 w 1733433"/>
                    <a:gd name="connsiteY2" fmla="*/ 0 h 2000402"/>
                    <a:gd name="connsiteX3" fmla="*/ 1733433 w 1733433"/>
                    <a:gd name="connsiteY3" fmla="*/ 2000402 h 2000402"/>
                    <a:gd name="connsiteX4" fmla="*/ 11219 w 1733433"/>
                    <a:gd name="connsiteY4" fmla="*/ 2000402 h 2000402"/>
                    <a:gd name="connsiteX5" fmla="*/ 0 w 1733433"/>
                    <a:gd name="connsiteY5" fmla="*/ 1433810 h 2000402"/>
                    <a:gd name="connsiteX6" fmla="*/ 420735 w 1733433"/>
                    <a:gd name="connsiteY6" fmla="*/ 1419283 h 2000402"/>
                    <a:gd name="connsiteX0" fmla="*/ 420735 w 1733433"/>
                    <a:gd name="connsiteY0" fmla="*/ 1419283 h 2000402"/>
                    <a:gd name="connsiteX1" fmla="*/ 409516 w 1733433"/>
                    <a:gd name="connsiteY1" fmla="*/ 14527 h 2000402"/>
                    <a:gd name="connsiteX2" fmla="*/ 1733433 w 1733433"/>
                    <a:gd name="connsiteY2" fmla="*/ 0 h 2000402"/>
                    <a:gd name="connsiteX3" fmla="*/ 1733433 w 1733433"/>
                    <a:gd name="connsiteY3" fmla="*/ 2000402 h 2000402"/>
                    <a:gd name="connsiteX4" fmla="*/ 11219 w 1733433"/>
                    <a:gd name="connsiteY4" fmla="*/ 2000402 h 2000402"/>
                    <a:gd name="connsiteX5" fmla="*/ 0 w 1733433"/>
                    <a:gd name="connsiteY5" fmla="*/ 1433810 h 2000402"/>
                    <a:gd name="connsiteX6" fmla="*/ 420735 w 1733433"/>
                    <a:gd name="connsiteY6" fmla="*/ 1419283 h 2000402"/>
                    <a:gd name="connsiteX0" fmla="*/ 420735 w 1733433"/>
                    <a:gd name="connsiteY0" fmla="*/ 1419283 h 2004635"/>
                    <a:gd name="connsiteX1" fmla="*/ 409516 w 1733433"/>
                    <a:gd name="connsiteY1" fmla="*/ 14527 h 2004635"/>
                    <a:gd name="connsiteX2" fmla="*/ 1733433 w 1733433"/>
                    <a:gd name="connsiteY2" fmla="*/ 0 h 2004635"/>
                    <a:gd name="connsiteX3" fmla="*/ 1733433 w 1733433"/>
                    <a:gd name="connsiteY3" fmla="*/ 2000402 h 2004635"/>
                    <a:gd name="connsiteX4" fmla="*/ 2753 w 1733433"/>
                    <a:gd name="connsiteY4" fmla="*/ 2004635 h 2004635"/>
                    <a:gd name="connsiteX5" fmla="*/ 0 w 1733433"/>
                    <a:gd name="connsiteY5" fmla="*/ 1433810 h 2004635"/>
                    <a:gd name="connsiteX6" fmla="*/ 420735 w 1733433"/>
                    <a:gd name="connsiteY6" fmla="*/ 1419283 h 2004635"/>
                    <a:gd name="connsiteX0" fmla="*/ 420735 w 1733433"/>
                    <a:gd name="connsiteY0" fmla="*/ 1419283 h 2004635"/>
                    <a:gd name="connsiteX1" fmla="*/ 409516 w 1733433"/>
                    <a:gd name="connsiteY1" fmla="*/ 14527 h 2004635"/>
                    <a:gd name="connsiteX2" fmla="*/ 1733433 w 1733433"/>
                    <a:gd name="connsiteY2" fmla="*/ 0 h 2004635"/>
                    <a:gd name="connsiteX3" fmla="*/ 1733433 w 1733433"/>
                    <a:gd name="connsiteY3" fmla="*/ 2000402 h 2004635"/>
                    <a:gd name="connsiteX4" fmla="*/ 2753 w 1733433"/>
                    <a:gd name="connsiteY4" fmla="*/ 2004635 h 2004635"/>
                    <a:gd name="connsiteX5" fmla="*/ 0 w 1733433"/>
                    <a:gd name="connsiteY5" fmla="*/ 1433810 h 2004635"/>
                    <a:gd name="connsiteX6" fmla="*/ 420735 w 1733433"/>
                    <a:gd name="connsiteY6" fmla="*/ 1419283 h 2004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33433" h="2004635">
                      <a:moveTo>
                        <a:pt x="420735" y="1419283"/>
                      </a:moveTo>
                      <a:cubicBezTo>
                        <a:pt x="405776" y="1188513"/>
                        <a:pt x="413256" y="407983"/>
                        <a:pt x="409516" y="14527"/>
                      </a:cubicBezTo>
                      <a:lnTo>
                        <a:pt x="1733433" y="0"/>
                      </a:lnTo>
                      <a:lnTo>
                        <a:pt x="1733433" y="2000402"/>
                      </a:lnTo>
                      <a:lnTo>
                        <a:pt x="2753" y="2004635"/>
                      </a:lnTo>
                      <a:cubicBezTo>
                        <a:pt x="1377" y="1437706"/>
                        <a:pt x="17530" y="1999628"/>
                        <a:pt x="0" y="1433810"/>
                      </a:cubicBezTo>
                      <a:lnTo>
                        <a:pt x="420735" y="141928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9BEA3E1C-F0AC-8C0E-1575-ED06B993EFE0}"/>
                    </a:ext>
                  </a:extLst>
                </p:cNvPr>
                <p:cNvSpPr/>
                <p:nvPr/>
              </p:nvSpPr>
              <p:spPr>
                <a:xfrm rot="16200000">
                  <a:off x="10840955" y="2173472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46F5524-FE34-BF1F-DF16-5202345804B7}"/>
                    </a:ext>
                  </a:extLst>
                </p:cNvPr>
                <p:cNvSpPr/>
                <p:nvPr/>
              </p:nvSpPr>
              <p:spPr>
                <a:xfrm>
                  <a:off x="11487006" y="2711737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1023EA26-0C53-EA28-6281-B7260E4BC886}"/>
                    </a:ext>
                  </a:extLst>
                </p:cNvPr>
                <p:cNvSpPr/>
                <p:nvPr/>
              </p:nvSpPr>
              <p:spPr>
                <a:xfrm>
                  <a:off x="11496747" y="3575648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Isosceles Triangle 10">
                  <a:extLst>
                    <a:ext uri="{FF2B5EF4-FFF2-40B4-BE49-F238E27FC236}">
                      <a16:creationId xmlns:a16="http://schemas.microsoft.com/office/drawing/2014/main" id="{0BD0561B-2D3A-CB84-A138-C586CFC0892A}"/>
                    </a:ext>
                  </a:extLst>
                </p:cNvPr>
                <p:cNvSpPr/>
                <p:nvPr/>
              </p:nvSpPr>
              <p:spPr>
                <a:xfrm rot="16200000" flipH="1" flipV="1">
                  <a:off x="9810977" y="3984074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2C41CC1E-A8E7-E09B-94F4-87DEE6E3B94B}"/>
                    </a:ext>
                  </a:extLst>
                </p:cNvPr>
                <p:cNvSpPr/>
                <p:nvPr/>
              </p:nvSpPr>
              <p:spPr>
                <a:xfrm>
                  <a:off x="10122107" y="3273620"/>
                  <a:ext cx="129026" cy="30202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B36C6872-76AC-71F1-84A1-E343AC10FF15}"/>
                    </a:ext>
                  </a:extLst>
                </p:cNvPr>
                <p:cNvSpPr/>
                <p:nvPr/>
              </p:nvSpPr>
              <p:spPr>
                <a:xfrm>
                  <a:off x="10260353" y="3309790"/>
                  <a:ext cx="45719" cy="23219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Isosceles Triangle 10">
                  <a:extLst>
                    <a:ext uri="{FF2B5EF4-FFF2-40B4-BE49-F238E27FC236}">
                      <a16:creationId xmlns:a16="http://schemas.microsoft.com/office/drawing/2014/main" id="{E25E9A86-9CC6-6E67-C191-0852F2CF55EA}"/>
                    </a:ext>
                  </a:extLst>
                </p:cNvPr>
                <p:cNvSpPr/>
                <p:nvPr/>
              </p:nvSpPr>
              <p:spPr>
                <a:xfrm rot="10800000" flipH="1" flipV="1">
                  <a:off x="10476335" y="4103852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A8C501A-2CB6-8914-3299-B8CD42A1859D}"/>
                    </a:ext>
                  </a:extLst>
                </p:cNvPr>
                <p:cNvSpPr/>
                <p:nvPr/>
              </p:nvSpPr>
              <p:spPr>
                <a:xfrm>
                  <a:off x="9765273" y="4000470"/>
                  <a:ext cx="45719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83E2EBE-A14F-49B7-813F-C381A6DFAD72}"/>
                  </a:ext>
                </a:extLst>
              </p:cNvPr>
              <p:cNvSpPr/>
              <p:nvPr/>
            </p:nvSpPr>
            <p:spPr>
              <a:xfrm rot="16200000">
                <a:off x="10558157" y="4247595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749F6C0-2624-EC1E-6409-DF1D29423EDE}"/>
                </a:ext>
              </a:extLst>
            </p:cNvPr>
            <p:cNvSpPr/>
            <p:nvPr/>
          </p:nvSpPr>
          <p:spPr>
            <a:xfrm>
              <a:off x="7439033" y="2536231"/>
              <a:ext cx="1270699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Francis </a:t>
              </a:r>
              <a:r>
                <a:rPr lang="en-US" sz="20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Bedroom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6AE35D64-113E-6309-5578-E0062C174404}"/>
              </a:ext>
            </a:extLst>
          </p:cNvPr>
          <p:cNvGrpSpPr/>
          <p:nvPr/>
        </p:nvGrpSpPr>
        <p:grpSpPr>
          <a:xfrm>
            <a:off x="2924735" y="4842074"/>
            <a:ext cx="2658048" cy="1226446"/>
            <a:chOff x="3544594" y="5656638"/>
            <a:chExt cx="2347660" cy="1226446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6C293134-BB09-28BC-CF6B-7054420D0466}"/>
                </a:ext>
              </a:extLst>
            </p:cNvPr>
            <p:cNvGrpSpPr/>
            <p:nvPr/>
          </p:nvGrpSpPr>
          <p:grpSpPr>
            <a:xfrm>
              <a:off x="3544594" y="5656638"/>
              <a:ext cx="2347660" cy="1226446"/>
              <a:chOff x="3239132" y="4831559"/>
              <a:chExt cx="2347660" cy="1226446"/>
            </a:xfrm>
          </p:grpSpPr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6D404B9E-9682-C60E-B186-9AC01B239A62}"/>
                  </a:ext>
                </a:extLst>
              </p:cNvPr>
              <p:cNvGrpSpPr/>
              <p:nvPr/>
            </p:nvGrpSpPr>
            <p:grpSpPr>
              <a:xfrm>
                <a:off x="3245075" y="4867996"/>
                <a:ext cx="2341717" cy="1190009"/>
                <a:chOff x="6150680" y="5159126"/>
                <a:chExt cx="2341717" cy="1190899"/>
              </a:xfrm>
            </p:grpSpPr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3162BEA4-CA4D-FEE5-BD3D-C82E4E4B09F8}"/>
                    </a:ext>
                  </a:extLst>
                </p:cNvPr>
                <p:cNvSpPr/>
                <p:nvPr/>
              </p:nvSpPr>
              <p:spPr>
                <a:xfrm>
                  <a:off x="6172776" y="5159126"/>
                  <a:ext cx="2278895" cy="1162093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D4C61796-79DA-85ED-C937-CDF29125D435}"/>
                    </a:ext>
                  </a:extLst>
                </p:cNvPr>
                <p:cNvSpPr/>
                <p:nvPr/>
              </p:nvSpPr>
              <p:spPr>
                <a:xfrm>
                  <a:off x="6150680" y="5807707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A42C81F2-E833-3BC1-10F1-02CBC6427D01}"/>
                    </a:ext>
                  </a:extLst>
                </p:cNvPr>
                <p:cNvSpPr/>
                <p:nvPr/>
              </p:nvSpPr>
              <p:spPr>
                <a:xfrm rot="16200000">
                  <a:off x="7926415" y="6118347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C1451847-75A1-BC7A-B37E-413B8F3E1097}"/>
                    </a:ext>
                  </a:extLst>
                </p:cNvPr>
                <p:cNvSpPr/>
                <p:nvPr/>
              </p:nvSpPr>
              <p:spPr>
                <a:xfrm rot="16200000">
                  <a:off x="6869532" y="6118346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2" name="Group 121">
                  <a:extLst>
                    <a:ext uri="{FF2B5EF4-FFF2-40B4-BE49-F238E27FC236}">
                      <a16:creationId xmlns:a16="http://schemas.microsoft.com/office/drawing/2014/main" id="{FCFA1161-08B6-0688-1571-71BB68978C49}"/>
                    </a:ext>
                  </a:extLst>
                </p:cNvPr>
                <p:cNvGrpSpPr/>
                <p:nvPr/>
              </p:nvGrpSpPr>
              <p:grpSpPr>
                <a:xfrm rot="16200000">
                  <a:off x="8230415" y="5628793"/>
                  <a:ext cx="239556" cy="284408"/>
                  <a:chOff x="9076305" y="5013591"/>
                  <a:chExt cx="239556" cy="284408"/>
                </a:xfrm>
              </p:grpSpPr>
              <p:sp>
                <p:nvSpPr>
                  <p:cNvPr id="123" name="Isosceles Triangle 10">
                    <a:extLst>
                      <a:ext uri="{FF2B5EF4-FFF2-40B4-BE49-F238E27FC236}">
                        <a16:creationId xmlns:a16="http://schemas.microsoft.com/office/drawing/2014/main" id="{C1D7F67D-AC9C-63CC-A126-6C4DC0AEF051}"/>
                      </a:ext>
                    </a:extLst>
                  </p:cNvPr>
                  <p:cNvSpPr/>
                  <p:nvPr/>
                </p:nvSpPr>
                <p:spPr>
                  <a:xfrm rot="10800000" flipH="1" flipV="1">
                    <a:off x="9076305" y="5013591"/>
                    <a:ext cx="239556" cy="257980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4" name="Rectangle 123">
                    <a:extLst>
                      <a:ext uri="{FF2B5EF4-FFF2-40B4-BE49-F238E27FC236}">
                        <a16:creationId xmlns:a16="http://schemas.microsoft.com/office/drawing/2014/main" id="{0CB253BF-AE0A-5953-43C3-CBDA27CB5C3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155693" y="5147449"/>
                    <a:ext cx="75913" cy="225188"/>
                  </a:xfrm>
                  <a:prstGeom prst="rect">
                    <a:avLst/>
                  </a:prstGeom>
                  <a:solidFill>
                    <a:schemeClr val="bg1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04F3F93D-2822-885D-7E1A-D23C15C782B1}"/>
                  </a:ext>
                </a:extLst>
              </p:cNvPr>
              <p:cNvGrpSpPr/>
              <p:nvPr/>
            </p:nvGrpSpPr>
            <p:grpSpPr>
              <a:xfrm>
                <a:off x="4568108" y="4831559"/>
                <a:ext cx="316179" cy="287312"/>
                <a:chOff x="9083546" y="2963878"/>
                <a:chExt cx="316179" cy="287312"/>
              </a:xfrm>
            </p:grpSpPr>
            <p:sp>
              <p:nvSpPr>
                <p:cNvPr id="126" name="Isosceles Triangle 10">
                  <a:extLst>
                    <a:ext uri="{FF2B5EF4-FFF2-40B4-BE49-F238E27FC236}">
                      <a16:creationId xmlns:a16="http://schemas.microsoft.com/office/drawing/2014/main" id="{94D546EA-D3BB-901C-6869-F42427F04742}"/>
                    </a:ext>
                  </a:extLst>
                </p:cNvPr>
                <p:cNvSpPr/>
                <p:nvPr/>
              </p:nvSpPr>
              <p:spPr>
                <a:xfrm flipH="1" flipV="1">
                  <a:off x="9160169" y="2993210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CEEFBA00-95CC-5D05-B5B6-AE19FD2D9E8F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E566CD0A-A226-F668-2C04-D7E9A0FD1552}"/>
                  </a:ext>
                </a:extLst>
              </p:cNvPr>
              <p:cNvSpPr/>
              <p:nvPr/>
            </p:nvSpPr>
            <p:spPr>
              <a:xfrm rot="10800000">
                <a:off x="3239132" y="5038734"/>
                <a:ext cx="75912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7BFCFD2-455C-4718-8D34-1321E0B83A24}"/>
                </a:ext>
              </a:extLst>
            </p:cNvPr>
            <p:cNvSpPr/>
            <p:nvPr/>
          </p:nvSpPr>
          <p:spPr>
            <a:xfrm>
              <a:off x="3859019" y="5890922"/>
              <a:ext cx="1048653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Dining Room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7D559F18-B674-89BE-2C05-8A537FBAF05B}"/>
              </a:ext>
            </a:extLst>
          </p:cNvPr>
          <p:cNvGrpSpPr/>
          <p:nvPr/>
        </p:nvGrpSpPr>
        <p:grpSpPr>
          <a:xfrm rot="5400000">
            <a:off x="2864124" y="1667853"/>
            <a:ext cx="1633261" cy="1464682"/>
            <a:chOff x="2058259" y="4273366"/>
            <a:chExt cx="1235857" cy="1135168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B40A9282-AFE6-DD22-10EC-E13D389D5A54}"/>
                </a:ext>
              </a:extLst>
            </p:cNvPr>
            <p:cNvGrpSpPr/>
            <p:nvPr/>
          </p:nvGrpSpPr>
          <p:grpSpPr>
            <a:xfrm>
              <a:off x="2058259" y="4273366"/>
              <a:ext cx="1235857" cy="1135168"/>
              <a:chOff x="2058259" y="4273366"/>
              <a:chExt cx="1235857" cy="1135168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D5753344-F771-B286-4BDE-750C8B3DAE3F}"/>
                  </a:ext>
                </a:extLst>
              </p:cNvPr>
              <p:cNvGrpSpPr/>
              <p:nvPr/>
            </p:nvGrpSpPr>
            <p:grpSpPr>
              <a:xfrm>
                <a:off x="2058259" y="4273366"/>
                <a:ext cx="1235857" cy="1135168"/>
                <a:chOff x="1834870" y="5565511"/>
                <a:chExt cx="1235857" cy="1135168"/>
              </a:xfrm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B42192D3-8768-1006-4A01-373E9105DE12}"/>
                    </a:ext>
                  </a:extLst>
                </p:cNvPr>
                <p:cNvSpPr/>
                <p:nvPr/>
              </p:nvSpPr>
              <p:spPr>
                <a:xfrm>
                  <a:off x="1849363" y="5565511"/>
                  <a:ext cx="1202042" cy="1135168"/>
                </a:xfrm>
                <a:custGeom>
                  <a:avLst/>
                  <a:gdLst>
                    <a:gd name="connsiteX0" fmla="*/ 0 w 1187508"/>
                    <a:gd name="connsiteY0" fmla="*/ 0 h 1162999"/>
                    <a:gd name="connsiteX1" fmla="*/ 1187508 w 1187508"/>
                    <a:gd name="connsiteY1" fmla="*/ 0 h 1162999"/>
                    <a:gd name="connsiteX2" fmla="*/ 1187508 w 1187508"/>
                    <a:gd name="connsiteY2" fmla="*/ 1162999 h 1162999"/>
                    <a:gd name="connsiteX3" fmla="*/ 0 w 1187508"/>
                    <a:gd name="connsiteY3" fmla="*/ 1162999 h 1162999"/>
                    <a:gd name="connsiteX4" fmla="*/ 0 w 1187508"/>
                    <a:gd name="connsiteY4" fmla="*/ 0 h 1162999"/>
                    <a:gd name="connsiteX0" fmla="*/ 393590 w 1187508"/>
                    <a:gd name="connsiteY0" fmla="*/ 51684 h 1162999"/>
                    <a:gd name="connsiteX1" fmla="*/ 1187508 w 1187508"/>
                    <a:gd name="connsiteY1" fmla="*/ 0 h 1162999"/>
                    <a:gd name="connsiteX2" fmla="*/ 1187508 w 1187508"/>
                    <a:gd name="connsiteY2" fmla="*/ 1162999 h 1162999"/>
                    <a:gd name="connsiteX3" fmla="*/ 0 w 1187508"/>
                    <a:gd name="connsiteY3" fmla="*/ 1162999 h 1162999"/>
                    <a:gd name="connsiteX4" fmla="*/ 393590 w 1187508"/>
                    <a:gd name="connsiteY4" fmla="*/ 51684 h 1162999"/>
                    <a:gd name="connsiteX0" fmla="*/ 298175 w 1187508"/>
                    <a:gd name="connsiteY0" fmla="*/ 0 h 1182876"/>
                    <a:gd name="connsiteX1" fmla="*/ 1187508 w 1187508"/>
                    <a:gd name="connsiteY1" fmla="*/ 19877 h 1182876"/>
                    <a:gd name="connsiteX2" fmla="*/ 1187508 w 1187508"/>
                    <a:gd name="connsiteY2" fmla="*/ 1182876 h 1182876"/>
                    <a:gd name="connsiteX3" fmla="*/ 0 w 1187508"/>
                    <a:gd name="connsiteY3" fmla="*/ 1182876 h 1182876"/>
                    <a:gd name="connsiteX4" fmla="*/ 298175 w 1187508"/>
                    <a:gd name="connsiteY4" fmla="*/ 0 h 1182876"/>
                    <a:gd name="connsiteX0" fmla="*/ 302150 w 1187508"/>
                    <a:gd name="connsiteY0" fmla="*/ 3977 h 1162999"/>
                    <a:gd name="connsiteX1" fmla="*/ 1187508 w 1187508"/>
                    <a:gd name="connsiteY1" fmla="*/ 0 h 1162999"/>
                    <a:gd name="connsiteX2" fmla="*/ 1187508 w 1187508"/>
                    <a:gd name="connsiteY2" fmla="*/ 1162999 h 1162999"/>
                    <a:gd name="connsiteX3" fmla="*/ 0 w 1187508"/>
                    <a:gd name="connsiteY3" fmla="*/ 1162999 h 1162999"/>
                    <a:gd name="connsiteX4" fmla="*/ 302150 w 1187508"/>
                    <a:gd name="connsiteY4" fmla="*/ 3977 h 1162999"/>
                    <a:gd name="connsiteX0" fmla="*/ 302150 w 1187508"/>
                    <a:gd name="connsiteY0" fmla="*/ 3977 h 1162999"/>
                    <a:gd name="connsiteX1" fmla="*/ 1187508 w 1187508"/>
                    <a:gd name="connsiteY1" fmla="*/ 0 h 1162999"/>
                    <a:gd name="connsiteX2" fmla="*/ 1187508 w 1187508"/>
                    <a:gd name="connsiteY2" fmla="*/ 1162999 h 1162999"/>
                    <a:gd name="connsiteX3" fmla="*/ 0 w 1187508"/>
                    <a:gd name="connsiteY3" fmla="*/ 1162999 h 1162999"/>
                    <a:gd name="connsiteX4" fmla="*/ 184526 w 1187508"/>
                    <a:gd name="connsiteY4" fmla="*/ 469182 h 1162999"/>
                    <a:gd name="connsiteX5" fmla="*/ 302150 w 1187508"/>
                    <a:gd name="connsiteY5" fmla="*/ 3977 h 1162999"/>
                    <a:gd name="connsiteX0" fmla="*/ 316406 w 1201764"/>
                    <a:gd name="connsiteY0" fmla="*/ 3977 h 1162999"/>
                    <a:gd name="connsiteX1" fmla="*/ 1201764 w 1201764"/>
                    <a:gd name="connsiteY1" fmla="*/ 0 h 1162999"/>
                    <a:gd name="connsiteX2" fmla="*/ 1201764 w 1201764"/>
                    <a:gd name="connsiteY2" fmla="*/ 1162999 h 1162999"/>
                    <a:gd name="connsiteX3" fmla="*/ 14256 w 1201764"/>
                    <a:gd name="connsiteY3" fmla="*/ 1162999 h 1162999"/>
                    <a:gd name="connsiteX4" fmla="*/ 0 w 1201764"/>
                    <a:gd name="connsiteY4" fmla="*/ 250521 h 1162999"/>
                    <a:gd name="connsiteX5" fmla="*/ 316406 w 1201764"/>
                    <a:gd name="connsiteY5" fmla="*/ 3977 h 1162999"/>
                    <a:gd name="connsiteX0" fmla="*/ 316406 w 1201764"/>
                    <a:gd name="connsiteY0" fmla="*/ 3977 h 1162999"/>
                    <a:gd name="connsiteX1" fmla="*/ 1201764 w 1201764"/>
                    <a:gd name="connsiteY1" fmla="*/ 0 h 1162999"/>
                    <a:gd name="connsiteX2" fmla="*/ 1201764 w 1201764"/>
                    <a:gd name="connsiteY2" fmla="*/ 1162999 h 1162999"/>
                    <a:gd name="connsiteX3" fmla="*/ 14256 w 1201764"/>
                    <a:gd name="connsiteY3" fmla="*/ 1162999 h 1162999"/>
                    <a:gd name="connsiteX4" fmla="*/ 15902 w 1201764"/>
                    <a:gd name="connsiteY4" fmla="*/ 878674 h 1162999"/>
                    <a:gd name="connsiteX5" fmla="*/ 0 w 1201764"/>
                    <a:gd name="connsiteY5" fmla="*/ 250521 h 1162999"/>
                    <a:gd name="connsiteX6" fmla="*/ 316406 w 1201764"/>
                    <a:gd name="connsiteY6" fmla="*/ 3977 h 1162999"/>
                    <a:gd name="connsiteX0" fmla="*/ 316406 w 1201764"/>
                    <a:gd name="connsiteY0" fmla="*/ 3977 h 1178901"/>
                    <a:gd name="connsiteX1" fmla="*/ 1201764 w 1201764"/>
                    <a:gd name="connsiteY1" fmla="*/ 0 h 1178901"/>
                    <a:gd name="connsiteX2" fmla="*/ 1201764 w 1201764"/>
                    <a:gd name="connsiteY2" fmla="*/ 1162999 h 1178901"/>
                    <a:gd name="connsiteX3" fmla="*/ 395918 w 1201764"/>
                    <a:gd name="connsiteY3" fmla="*/ 1178901 h 1178901"/>
                    <a:gd name="connsiteX4" fmla="*/ 15902 w 1201764"/>
                    <a:gd name="connsiteY4" fmla="*/ 878674 h 1178901"/>
                    <a:gd name="connsiteX5" fmla="*/ 0 w 1201764"/>
                    <a:gd name="connsiteY5" fmla="*/ 250521 h 1178901"/>
                    <a:gd name="connsiteX6" fmla="*/ 316406 w 1201764"/>
                    <a:gd name="connsiteY6" fmla="*/ 3977 h 1178901"/>
                    <a:gd name="connsiteX0" fmla="*/ 316406 w 1201764"/>
                    <a:gd name="connsiteY0" fmla="*/ 3977 h 1178901"/>
                    <a:gd name="connsiteX1" fmla="*/ 1201764 w 1201764"/>
                    <a:gd name="connsiteY1" fmla="*/ 0 h 1178901"/>
                    <a:gd name="connsiteX2" fmla="*/ 1201764 w 1201764"/>
                    <a:gd name="connsiteY2" fmla="*/ 1162999 h 1178901"/>
                    <a:gd name="connsiteX3" fmla="*/ 395918 w 1201764"/>
                    <a:gd name="connsiteY3" fmla="*/ 1178901 h 1178901"/>
                    <a:gd name="connsiteX4" fmla="*/ 15902 w 1201764"/>
                    <a:gd name="connsiteY4" fmla="*/ 878674 h 1178901"/>
                    <a:gd name="connsiteX5" fmla="*/ 0 w 1201764"/>
                    <a:gd name="connsiteY5" fmla="*/ 250521 h 1178901"/>
                    <a:gd name="connsiteX6" fmla="*/ 316406 w 1201764"/>
                    <a:gd name="connsiteY6" fmla="*/ 3977 h 1178901"/>
                    <a:gd name="connsiteX0" fmla="*/ 316406 w 1201764"/>
                    <a:gd name="connsiteY0" fmla="*/ 3977 h 1178901"/>
                    <a:gd name="connsiteX1" fmla="*/ 1201764 w 1201764"/>
                    <a:gd name="connsiteY1" fmla="*/ 0 h 1178901"/>
                    <a:gd name="connsiteX2" fmla="*/ 1201764 w 1201764"/>
                    <a:gd name="connsiteY2" fmla="*/ 1162999 h 1178901"/>
                    <a:gd name="connsiteX3" fmla="*/ 395918 w 1201764"/>
                    <a:gd name="connsiteY3" fmla="*/ 1178901 h 1178901"/>
                    <a:gd name="connsiteX4" fmla="*/ 15902 w 1201764"/>
                    <a:gd name="connsiteY4" fmla="*/ 878674 h 1178901"/>
                    <a:gd name="connsiteX5" fmla="*/ 0 w 1201764"/>
                    <a:gd name="connsiteY5" fmla="*/ 250521 h 1178901"/>
                    <a:gd name="connsiteX6" fmla="*/ 316406 w 1201764"/>
                    <a:gd name="connsiteY6" fmla="*/ 3977 h 1178901"/>
                    <a:gd name="connsiteX0" fmla="*/ 316406 w 1201764"/>
                    <a:gd name="connsiteY0" fmla="*/ 3977 h 1178901"/>
                    <a:gd name="connsiteX1" fmla="*/ 1201764 w 1201764"/>
                    <a:gd name="connsiteY1" fmla="*/ 0 h 1178901"/>
                    <a:gd name="connsiteX2" fmla="*/ 1201764 w 1201764"/>
                    <a:gd name="connsiteY2" fmla="*/ 1162999 h 1178901"/>
                    <a:gd name="connsiteX3" fmla="*/ 395918 w 1201764"/>
                    <a:gd name="connsiteY3" fmla="*/ 1178901 h 1178901"/>
                    <a:gd name="connsiteX4" fmla="*/ 15902 w 1201764"/>
                    <a:gd name="connsiteY4" fmla="*/ 878674 h 1178901"/>
                    <a:gd name="connsiteX5" fmla="*/ 0 w 1201764"/>
                    <a:gd name="connsiteY5" fmla="*/ 250521 h 1178901"/>
                    <a:gd name="connsiteX6" fmla="*/ 316406 w 1201764"/>
                    <a:gd name="connsiteY6" fmla="*/ 3977 h 1178901"/>
                    <a:gd name="connsiteX0" fmla="*/ 316406 w 1201764"/>
                    <a:gd name="connsiteY0" fmla="*/ 3977 h 1162999"/>
                    <a:gd name="connsiteX1" fmla="*/ 1201764 w 1201764"/>
                    <a:gd name="connsiteY1" fmla="*/ 0 h 1162999"/>
                    <a:gd name="connsiteX2" fmla="*/ 1201764 w 1201764"/>
                    <a:gd name="connsiteY2" fmla="*/ 1162999 h 1162999"/>
                    <a:gd name="connsiteX3" fmla="*/ 316405 w 1201764"/>
                    <a:gd name="connsiteY3" fmla="*/ 1135168 h 1162999"/>
                    <a:gd name="connsiteX4" fmla="*/ 15902 w 1201764"/>
                    <a:gd name="connsiteY4" fmla="*/ 878674 h 1162999"/>
                    <a:gd name="connsiteX5" fmla="*/ 0 w 1201764"/>
                    <a:gd name="connsiteY5" fmla="*/ 250521 h 1162999"/>
                    <a:gd name="connsiteX6" fmla="*/ 316406 w 1201764"/>
                    <a:gd name="connsiteY6" fmla="*/ 3977 h 1162999"/>
                    <a:gd name="connsiteX0" fmla="*/ 316406 w 1201764"/>
                    <a:gd name="connsiteY0" fmla="*/ 3977 h 1162999"/>
                    <a:gd name="connsiteX1" fmla="*/ 1201764 w 1201764"/>
                    <a:gd name="connsiteY1" fmla="*/ 0 h 1162999"/>
                    <a:gd name="connsiteX2" fmla="*/ 1201764 w 1201764"/>
                    <a:gd name="connsiteY2" fmla="*/ 1162999 h 1162999"/>
                    <a:gd name="connsiteX3" fmla="*/ 316405 w 1201764"/>
                    <a:gd name="connsiteY3" fmla="*/ 1135168 h 1162999"/>
                    <a:gd name="connsiteX4" fmla="*/ 15902 w 1201764"/>
                    <a:gd name="connsiteY4" fmla="*/ 878674 h 1162999"/>
                    <a:gd name="connsiteX5" fmla="*/ 0 w 1201764"/>
                    <a:gd name="connsiteY5" fmla="*/ 250521 h 1162999"/>
                    <a:gd name="connsiteX6" fmla="*/ 316406 w 1201764"/>
                    <a:gd name="connsiteY6" fmla="*/ 3977 h 1162999"/>
                    <a:gd name="connsiteX0" fmla="*/ 316406 w 1201764"/>
                    <a:gd name="connsiteY0" fmla="*/ 3977 h 1162999"/>
                    <a:gd name="connsiteX1" fmla="*/ 1201764 w 1201764"/>
                    <a:gd name="connsiteY1" fmla="*/ 0 h 1162999"/>
                    <a:gd name="connsiteX2" fmla="*/ 1201764 w 1201764"/>
                    <a:gd name="connsiteY2" fmla="*/ 1162999 h 1162999"/>
                    <a:gd name="connsiteX3" fmla="*/ 316405 w 1201764"/>
                    <a:gd name="connsiteY3" fmla="*/ 1135168 h 1162999"/>
                    <a:gd name="connsiteX4" fmla="*/ 15902 w 1201764"/>
                    <a:gd name="connsiteY4" fmla="*/ 878674 h 1162999"/>
                    <a:gd name="connsiteX5" fmla="*/ 0 w 1201764"/>
                    <a:gd name="connsiteY5" fmla="*/ 250521 h 1162999"/>
                    <a:gd name="connsiteX6" fmla="*/ 316406 w 1201764"/>
                    <a:gd name="connsiteY6" fmla="*/ 3977 h 1162999"/>
                    <a:gd name="connsiteX0" fmla="*/ 316406 w 1201764"/>
                    <a:gd name="connsiteY0" fmla="*/ 3977 h 1135168"/>
                    <a:gd name="connsiteX1" fmla="*/ 1201764 w 1201764"/>
                    <a:gd name="connsiteY1" fmla="*/ 0 h 1135168"/>
                    <a:gd name="connsiteX2" fmla="*/ 1201764 w 1201764"/>
                    <a:gd name="connsiteY2" fmla="*/ 1127218 h 1135168"/>
                    <a:gd name="connsiteX3" fmla="*/ 316405 w 1201764"/>
                    <a:gd name="connsiteY3" fmla="*/ 1135168 h 1135168"/>
                    <a:gd name="connsiteX4" fmla="*/ 15902 w 1201764"/>
                    <a:gd name="connsiteY4" fmla="*/ 878674 h 1135168"/>
                    <a:gd name="connsiteX5" fmla="*/ 0 w 1201764"/>
                    <a:gd name="connsiteY5" fmla="*/ 250521 h 1135168"/>
                    <a:gd name="connsiteX6" fmla="*/ 316406 w 1201764"/>
                    <a:gd name="connsiteY6" fmla="*/ 3977 h 1135168"/>
                    <a:gd name="connsiteX0" fmla="*/ 316406 w 1201764"/>
                    <a:gd name="connsiteY0" fmla="*/ 3977 h 1143120"/>
                    <a:gd name="connsiteX1" fmla="*/ 1201764 w 1201764"/>
                    <a:gd name="connsiteY1" fmla="*/ 0 h 1143120"/>
                    <a:gd name="connsiteX2" fmla="*/ 1201764 w 1201764"/>
                    <a:gd name="connsiteY2" fmla="*/ 1143120 h 1143120"/>
                    <a:gd name="connsiteX3" fmla="*/ 316405 w 1201764"/>
                    <a:gd name="connsiteY3" fmla="*/ 1135168 h 1143120"/>
                    <a:gd name="connsiteX4" fmla="*/ 15902 w 1201764"/>
                    <a:gd name="connsiteY4" fmla="*/ 878674 h 1143120"/>
                    <a:gd name="connsiteX5" fmla="*/ 0 w 1201764"/>
                    <a:gd name="connsiteY5" fmla="*/ 250521 h 1143120"/>
                    <a:gd name="connsiteX6" fmla="*/ 316406 w 1201764"/>
                    <a:gd name="connsiteY6" fmla="*/ 3977 h 1143120"/>
                    <a:gd name="connsiteX0" fmla="*/ 316406 w 1209715"/>
                    <a:gd name="connsiteY0" fmla="*/ 3977 h 1135168"/>
                    <a:gd name="connsiteX1" fmla="*/ 1201764 w 1209715"/>
                    <a:gd name="connsiteY1" fmla="*/ 0 h 1135168"/>
                    <a:gd name="connsiteX2" fmla="*/ 1209715 w 1209715"/>
                    <a:gd name="connsiteY2" fmla="*/ 1127218 h 1135168"/>
                    <a:gd name="connsiteX3" fmla="*/ 316405 w 1209715"/>
                    <a:gd name="connsiteY3" fmla="*/ 1135168 h 1135168"/>
                    <a:gd name="connsiteX4" fmla="*/ 15902 w 1209715"/>
                    <a:gd name="connsiteY4" fmla="*/ 878674 h 1135168"/>
                    <a:gd name="connsiteX5" fmla="*/ 0 w 1209715"/>
                    <a:gd name="connsiteY5" fmla="*/ 250521 h 1135168"/>
                    <a:gd name="connsiteX6" fmla="*/ 316406 w 1209715"/>
                    <a:gd name="connsiteY6" fmla="*/ 3977 h 1135168"/>
                    <a:gd name="connsiteX0" fmla="*/ 316406 w 1202042"/>
                    <a:gd name="connsiteY0" fmla="*/ 3977 h 1135168"/>
                    <a:gd name="connsiteX1" fmla="*/ 1201764 w 1202042"/>
                    <a:gd name="connsiteY1" fmla="*/ 0 h 1135168"/>
                    <a:gd name="connsiteX2" fmla="*/ 1189836 w 1202042"/>
                    <a:gd name="connsiteY2" fmla="*/ 1131193 h 1135168"/>
                    <a:gd name="connsiteX3" fmla="*/ 316405 w 1202042"/>
                    <a:gd name="connsiteY3" fmla="*/ 1135168 h 1135168"/>
                    <a:gd name="connsiteX4" fmla="*/ 15902 w 1202042"/>
                    <a:gd name="connsiteY4" fmla="*/ 878674 h 1135168"/>
                    <a:gd name="connsiteX5" fmla="*/ 0 w 1202042"/>
                    <a:gd name="connsiteY5" fmla="*/ 250521 h 1135168"/>
                    <a:gd name="connsiteX6" fmla="*/ 316406 w 1202042"/>
                    <a:gd name="connsiteY6" fmla="*/ 3977 h 11351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02042" h="1135168">
                      <a:moveTo>
                        <a:pt x="316406" y="3977"/>
                      </a:moveTo>
                      <a:lnTo>
                        <a:pt x="1201764" y="0"/>
                      </a:lnTo>
                      <a:cubicBezTo>
                        <a:pt x="1204414" y="375739"/>
                        <a:pt x="1187186" y="755454"/>
                        <a:pt x="1189836" y="1131193"/>
                      </a:cubicBezTo>
                      <a:lnTo>
                        <a:pt x="316405" y="1135168"/>
                      </a:lnTo>
                      <a:cubicBezTo>
                        <a:pt x="146001" y="992685"/>
                        <a:pt x="301600" y="1124524"/>
                        <a:pt x="15902" y="878674"/>
                      </a:cubicBezTo>
                      <a:lnTo>
                        <a:pt x="0" y="250521"/>
                      </a:lnTo>
                      <a:lnTo>
                        <a:pt x="316406" y="397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4BF06D91-2EBC-EA57-A72B-C3447D194C51}"/>
                    </a:ext>
                  </a:extLst>
                </p:cNvPr>
                <p:cNvSpPr/>
                <p:nvPr/>
              </p:nvSpPr>
              <p:spPr>
                <a:xfrm rot="13906071">
                  <a:off x="1984009" y="5540320"/>
                  <a:ext cx="45719" cy="343703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6B84A2C5-2D0C-AE46-DD8B-B6C9C358985F}"/>
                    </a:ext>
                  </a:extLst>
                </p:cNvPr>
                <p:cNvSpPr/>
                <p:nvPr/>
              </p:nvSpPr>
              <p:spPr>
                <a:xfrm rot="7895830">
                  <a:off x="1993070" y="6442900"/>
                  <a:ext cx="55780" cy="311651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F7131DC4-D3A9-D0CC-159E-6106165F7613}"/>
                    </a:ext>
                  </a:extLst>
                </p:cNvPr>
                <p:cNvSpPr/>
                <p:nvPr/>
              </p:nvSpPr>
              <p:spPr>
                <a:xfrm>
                  <a:off x="1834870" y="5946631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F9B6DF14-F6FF-7D12-47B4-6FB9304747AD}"/>
                    </a:ext>
                  </a:extLst>
                </p:cNvPr>
                <p:cNvGrpSpPr/>
                <p:nvPr/>
              </p:nvGrpSpPr>
              <p:grpSpPr>
                <a:xfrm rot="5400000">
                  <a:off x="2552518" y="5973322"/>
                  <a:ext cx="740479" cy="295938"/>
                  <a:chOff x="9083546" y="2963878"/>
                  <a:chExt cx="740479" cy="295938"/>
                </a:xfrm>
              </p:grpSpPr>
              <p:sp>
                <p:nvSpPr>
                  <p:cNvPr id="144" name="Isosceles Triangle 10">
                    <a:extLst>
                      <a:ext uri="{FF2B5EF4-FFF2-40B4-BE49-F238E27FC236}">
                        <a16:creationId xmlns:a16="http://schemas.microsoft.com/office/drawing/2014/main" id="{EEE2D5B3-5B99-8492-697F-B3DC17D9B7C6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9584469" y="3001836"/>
                    <a:ext cx="239556" cy="257980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5" name="Rectangle 144">
                    <a:extLst>
                      <a:ext uri="{FF2B5EF4-FFF2-40B4-BE49-F238E27FC236}">
                        <a16:creationId xmlns:a16="http://schemas.microsoft.com/office/drawing/2014/main" id="{F153CBF4-EE17-FEB2-9E18-DA249A91FD8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158183" y="2889241"/>
                    <a:ext cx="75913" cy="225188"/>
                  </a:xfrm>
                  <a:prstGeom prst="rect">
                    <a:avLst/>
                  </a:prstGeom>
                  <a:solidFill>
                    <a:schemeClr val="bg1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958CCEB8-7915-2299-AA2A-50082601E7F5}"/>
                  </a:ext>
                </a:extLst>
              </p:cNvPr>
              <p:cNvSpPr/>
              <p:nvPr/>
            </p:nvSpPr>
            <p:spPr>
              <a:xfrm>
                <a:off x="3233288" y="5039288"/>
                <a:ext cx="45719" cy="2321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8762C0BF-83E9-A45F-14FA-8A34CB36B856}"/>
                </a:ext>
              </a:extLst>
            </p:cNvPr>
            <p:cNvSpPr/>
            <p:nvPr/>
          </p:nvSpPr>
          <p:spPr>
            <a:xfrm rot="16200000">
              <a:off x="2277297" y="4424232"/>
              <a:ext cx="1004936" cy="86714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Tea Room</a:t>
              </a:r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FE4AFF1A-1138-765F-840A-4B3E25FF5262}"/>
              </a:ext>
            </a:extLst>
          </p:cNvPr>
          <p:cNvGrpSpPr/>
          <p:nvPr/>
        </p:nvGrpSpPr>
        <p:grpSpPr>
          <a:xfrm>
            <a:off x="2844327" y="3164715"/>
            <a:ext cx="1602818" cy="1162999"/>
            <a:chOff x="2437306" y="3087199"/>
            <a:chExt cx="1602818" cy="1162999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7F344806-8BFB-A3BF-A37F-EAE794464276}"/>
                </a:ext>
              </a:extLst>
            </p:cNvPr>
            <p:cNvGrpSpPr/>
            <p:nvPr/>
          </p:nvGrpSpPr>
          <p:grpSpPr>
            <a:xfrm>
              <a:off x="2437306" y="3087199"/>
              <a:ext cx="1575737" cy="1162999"/>
              <a:chOff x="3179466" y="3334070"/>
              <a:chExt cx="1575737" cy="1162999"/>
            </a:xfrm>
          </p:grpSpPr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EE241D88-FEDD-C412-0F99-94B76868C5C2}"/>
                  </a:ext>
                </a:extLst>
              </p:cNvPr>
              <p:cNvGrpSpPr/>
              <p:nvPr/>
            </p:nvGrpSpPr>
            <p:grpSpPr>
              <a:xfrm>
                <a:off x="3179466" y="3334070"/>
                <a:ext cx="1575737" cy="1162999"/>
                <a:chOff x="2840309" y="3133852"/>
                <a:chExt cx="1575737" cy="1162999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A5E924C4-DD28-0D2E-5CC7-63163C66D2BD}"/>
                    </a:ext>
                  </a:extLst>
                </p:cNvPr>
                <p:cNvSpPr/>
                <p:nvPr/>
              </p:nvSpPr>
              <p:spPr>
                <a:xfrm>
                  <a:off x="2950572" y="3133852"/>
                  <a:ext cx="1465474" cy="1162999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1C14A3BB-F656-5897-6A0B-9090F9EE7972}"/>
                    </a:ext>
                  </a:extLst>
                </p:cNvPr>
                <p:cNvSpPr/>
                <p:nvPr/>
              </p:nvSpPr>
              <p:spPr>
                <a:xfrm>
                  <a:off x="3038593" y="3314892"/>
                  <a:ext cx="1355793" cy="830997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ctr"/>
                  <a:r>
                    <a:rPr lang="en-US" sz="2400" b="0" cap="none" spc="0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Upstairs Kitchen</a:t>
                  </a:r>
                </a:p>
              </p:txBody>
            </p: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07F544C8-E2D2-DC35-3DB2-7A8E1D144D03}"/>
                    </a:ext>
                  </a:extLst>
                </p:cNvPr>
                <p:cNvGrpSpPr/>
                <p:nvPr/>
              </p:nvGrpSpPr>
              <p:grpSpPr>
                <a:xfrm>
                  <a:off x="2840309" y="3801672"/>
                  <a:ext cx="252200" cy="302028"/>
                  <a:chOff x="9933213" y="3946493"/>
                  <a:chExt cx="172917" cy="302028"/>
                </a:xfrm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49135BB0-020F-5782-DD3B-D36671BB7112}"/>
                      </a:ext>
                    </a:extLst>
                  </p:cNvPr>
                  <p:cNvSpPr/>
                  <p:nvPr/>
                </p:nvSpPr>
                <p:spPr>
                  <a:xfrm>
                    <a:off x="10060411" y="3984450"/>
                    <a:ext cx="45719" cy="232198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02D61368-9DC1-2D9D-933F-4110728B29F4}"/>
                      </a:ext>
                    </a:extLst>
                  </p:cNvPr>
                  <p:cNvSpPr/>
                  <p:nvPr/>
                </p:nvSpPr>
                <p:spPr>
                  <a:xfrm>
                    <a:off x="9933213" y="3946493"/>
                    <a:ext cx="129026" cy="30202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576FAFAE-13A5-18A5-858A-93A7E394B596}"/>
                  </a:ext>
                </a:extLst>
              </p:cNvPr>
              <p:cNvSpPr/>
              <p:nvPr/>
            </p:nvSpPr>
            <p:spPr>
              <a:xfrm>
                <a:off x="3263683" y="3556136"/>
                <a:ext cx="53477" cy="339903"/>
              </a:xfrm>
              <a:prstGeom prst="rect">
                <a:avLst/>
              </a:prstGeom>
              <a:solidFill>
                <a:schemeClr val="bg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81E74788-BD38-5C7C-45DF-6AB705E1E7A5}"/>
                </a:ext>
              </a:extLst>
            </p:cNvPr>
            <p:cNvGrpSpPr/>
            <p:nvPr/>
          </p:nvGrpSpPr>
          <p:grpSpPr>
            <a:xfrm rot="5400000">
              <a:off x="3772377" y="3531499"/>
              <a:ext cx="239556" cy="295938"/>
              <a:chOff x="9076361" y="2963878"/>
              <a:chExt cx="239556" cy="295938"/>
            </a:xfrm>
          </p:grpSpPr>
          <p:sp>
            <p:nvSpPr>
              <p:cNvPr id="177" name="Isosceles Triangle 10">
                <a:extLst>
                  <a:ext uri="{FF2B5EF4-FFF2-40B4-BE49-F238E27FC236}">
                    <a16:creationId xmlns:a16="http://schemas.microsoft.com/office/drawing/2014/main" id="{9F0BB0F4-3AEC-4646-C34C-2581DF836163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720DBF7-1B5F-174D-633B-6D28948B9324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0049876-973F-2436-43A8-631BC96EB9F5}"/>
              </a:ext>
            </a:extLst>
          </p:cNvPr>
          <p:cNvSpPr/>
          <p:nvPr/>
        </p:nvSpPr>
        <p:spPr>
          <a:xfrm>
            <a:off x="2913480" y="2358819"/>
            <a:ext cx="45719" cy="41763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48303FC8-8D47-823E-F910-4560170EE445}"/>
              </a:ext>
            </a:extLst>
          </p:cNvPr>
          <p:cNvSpPr/>
          <p:nvPr/>
        </p:nvSpPr>
        <p:spPr>
          <a:xfrm rot="16200000">
            <a:off x="3330341" y="3015094"/>
            <a:ext cx="99036" cy="30990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Isosceles Triangle 10">
            <a:extLst>
              <a:ext uri="{FF2B5EF4-FFF2-40B4-BE49-F238E27FC236}">
                <a16:creationId xmlns:a16="http://schemas.microsoft.com/office/drawing/2014/main" id="{7D66DA62-FA32-38AA-B44A-878496F55930}"/>
              </a:ext>
            </a:extLst>
          </p:cNvPr>
          <p:cNvSpPr/>
          <p:nvPr/>
        </p:nvSpPr>
        <p:spPr>
          <a:xfrm rot="5400000" flipH="1" flipV="1">
            <a:off x="4147628" y="2795887"/>
            <a:ext cx="239556" cy="257980"/>
          </a:xfrm>
          <a:custGeom>
            <a:avLst/>
            <a:gdLst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54996 w 154996"/>
              <a:gd name="connsiteY2" fmla="*/ 132522 h 132522"/>
              <a:gd name="connsiteX3" fmla="*/ 0 w 154996"/>
              <a:gd name="connsiteY3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56930 w 154996"/>
              <a:gd name="connsiteY2" fmla="*/ 45057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12589 w 154996"/>
              <a:gd name="connsiteY2" fmla="*/ 18553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60273"/>
              <a:gd name="connsiteY0" fmla="*/ 141085 h 141085"/>
              <a:gd name="connsiteX1" fmla="*/ 0 w 160273"/>
              <a:gd name="connsiteY1" fmla="*/ 8563 h 141085"/>
              <a:gd name="connsiteX2" fmla="*/ 112589 w 160273"/>
              <a:gd name="connsiteY2" fmla="*/ 27116 h 141085"/>
              <a:gd name="connsiteX3" fmla="*/ 154996 w 160273"/>
              <a:gd name="connsiteY3" fmla="*/ 141085 h 141085"/>
              <a:gd name="connsiteX4" fmla="*/ 0 w 160273"/>
              <a:gd name="connsiteY4" fmla="*/ 141085 h 141085"/>
              <a:gd name="connsiteX0" fmla="*/ 0 w 158940"/>
              <a:gd name="connsiteY0" fmla="*/ 138889 h 138889"/>
              <a:gd name="connsiteX1" fmla="*/ 0 w 158940"/>
              <a:gd name="connsiteY1" fmla="*/ 6367 h 138889"/>
              <a:gd name="connsiteX2" fmla="*/ 112589 w 158940"/>
              <a:gd name="connsiteY2" fmla="*/ 24920 h 138889"/>
              <a:gd name="connsiteX3" fmla="*/ 154996 w 158940"/>
              <a:gd name="connsiteY3" fmla="*/ 138889 h 138889"/>
              <a:gd name="connsiteX4" fmla="*/ 0 w 158940"/>
              <a:gd name="connsiteY4" fmla="*/ 138889 h 138889"/>
              <a:gd name="connsiteX0" fmla="*/ 0 w 159464"/>
              <a:gd name="connsiteY0" fmla="*/ 137644 h 137644"/>
              <a:gd name="connsiteX1" fmla="*/ 0 w 159464"/>
              <a:gd name="connsiteY1" fmla="*/ 5122 h 137644"/>
              <a:gd name="connsiteX2" fmla="*/ 120540 w 159464"/>
              <a:gd name="connsiteY2" fmla="*/ 34276 h 137644"/>
              <a:gd name="connsiteX3" fmla="*/ 154996 w 159464"/>
              <a:gd name="connsiteY3" fmla="*/ 137644 h 137644"/>
              <a:gd name="connsiteX4" fmla="*/ 0 w 159464"/>
              <a:gd name="connsiteY4" fmla="*/ 137644 h 137644"/>
              <a:gd name="connsiteX0" fmla="*/ 0 w 159976"/>
              <a:gd name="connsiteY0" fmla="*/ 142975 h 142975"/>
              <a:gd name="connsiteX1" fmla="*/ 0 w 159976"/>
              <a:gd name="connsiteY1" fmla="*/ 10453 h 142975"/>
              <a:gd name="connsiteX2" fmla="*/ 71549 w 159976"/>
              <a:gd name="connsiteY2" fmla="*/ 11882 h 142975"/>
              <a:gd name="connsiteX3" fmla="*/ 120540 w 159976"/>
              <a:gd name="connsiteY3" fmla="*/ 39607 h 142975"/>
              <a:gd name="connsiteX4" fmla="*/ 154996 w 159976"/>
              <a:gd name="connsiteY4" fmla="*/ 142975 h 142975"/>
              <a:gd name="connsiteX5" fmla="*/ 0 w 159976"/>
              <a:gd name="connsiteY5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7850"/>
              <a:gd name="connsiteY0" fmla="*/ 142975 h 142975"/>
              <a:gd name="connsiteX1" fmla="*/ 0 w 167850"/>
              <a:gd name="connsiteY1" fmla="*/ 10453 h 142975"/>
              <a:gd name="connsiteX2" fmla="*/ 71549 w 167850"/>
              <a:gd name="connsiteY2" fmla="*/ 11882 h 142975"/>
              <a:gd name="connsiteX3" fmla="*/ 120540 w 167850"/>
              <a:gd name="connsiteY3" fmla="*/ 39607 h 142975"/>
              <a:gd name="connsiteX4" fmla="*/ 150130 w 167850"/>
              <a:gd name="connsiteY4" fmla="*/ 85700 h 142975"/>
              <a:gd name="connsiteX5" fmla="*/ 154996 w 167850"/>
              <a:gd name="connsiteY5" fmla="*/ 142975 h 142975"/>
              <a:gd name="connsiteX6" fmla="*/ 0 w 167850"/>
              <a:gd name="connsiteY6" fmla="*/ 142975 h 142975"/>
              <a:gd name="connsiteX0" fmla="*/ 0 w 167241"/>
              <a:gd name="connsiteY0" fmla="*/ 142975 h 142975"/>
              <a:gd name="connsiteX1" fmla="*/ 0 w 167241"/>
              <a:gd name="connsiteY1" fmla="*/ 10453 h 142975"/>
              <a:gd name="connsiteX2" fmla="*/ 71549 w 167241"/>
              <a:gd name="connsiteY2" fmla="*/ 11882 h 142975"/>
              <a:gd name="connsiteX3" fmla="*/ 120540 w 167241"/>
              <a:gd name="connsiteY3" fmla="*/ 39607 h 142975"/>
              <a:gd name="connsiteX4" fmla="*/ 150130 w 167241"/>
              <a:gd name="connsiteY4" fmla="*/ 85700 h 142975"/>
              <a:gd name="connsiteX5" fmla="*/ 154996 w 167241"/>
              <a:gd name="connsiteY5" fmla="*/ 142975 h 142975"/>
              <a:gd name="connsiteX6" fmla="*/ 0 w 167241"/>
              <a:gd name="connsiteY6" fmla="*/ 142975 h 1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241" h="142975">
                <a:moveTo>
                  <a:pt x="0" y="142975"/>
                </a:moveTo>
                <a:lnTo>
                  <a:pt x="0" y="10453"/>
                </a:lnTo>
                <a:cubicBezTo>
                  <a:pt x="11925" y="-11396"/>
                  <a:pt x="56221" y="7023"/>
                  <a:pt x="71549" y="11882"/>
                </a:cubicBezTo>
                <a:cubicBezTo>
                  <a:pt x="86877" y="16741"/>
                  <a:pt x="107443" y="27304"/>
                  <a:pt x="120540" y="39607"/>
                </a:cubicBezTo>
                <a:cubicBezTo>
                  <a:pt x="133637" y="51910"/>
                  <a:pt x="139625" y="63710"/>
                  <a:pt x="150130" y="85700"/>
                </a:cubicBezTo>
                <a:cubicBezTo>
                  <a:pt x="160635" y="107690"/>
                  <a:pt x="180018" y="133429"/>
                  <a:pt x="154996" y="142975"/>
                </a:cubicBezTo>
                <a:lnTo>
                  <a:pt x="0" y="142975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62D214BD-58A6-EF98-0841-7CD4109D3271}"/>
              </a:ext>
            </a:extLst>
          </p:cNvPr>
          <p:cNvGrpSpPr/>
          <p:nvPr/>
        </p:nvGrpSpPr>
        <p:grpSpPr>
          <a:xfrm>
            <a:off x="4426733" y="1978938"/>
            <a:ext cx="547833" cy="731870"/>
            <a:chOff x="4426733" y="1978938"/>
            <a:chExt cx="547833" cy="731870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3C9DC63-1966-C71A-72AE-D8694A828740}"/>
                </a:ext>
              </a:extLst>
            </p:cNvPr>
            <p:cNvSpPr/>
            <p:nvPr/>
          </p:nvSpPr>
          <p:spPr>
            <a:xfrm>
              <a:off x="4426733" y="2001799"/>
              <a:ext cx="547833" cy="70659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F2C06200-3384-DAE3-77E6-63FD7854BD7B}"/>
                </a:ext>
              </a:extLst>
            </p:cNvPr>
            <p:cNvSpPr/>
            <p:nvPr/>
          </p:nvSpPr>
          <p:spPr>
            <a:xfrm rot="16200000">
              <a:off x="4699010" y="1826261"/>
              <a:ext cx="45719" cy="35107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Isosceles Triangle 10">
              <a:extLst>
                <a:ext uri="{FF2B5EF4-FFF2-40B4-BE49-F238E27FC236}">
                  <a16:creationId xmlns:a16="http://schemas.microsoft.com/office/drawing/2014/main" id="{E70E0360-5085-17C2-20BC-DDE3E904FB31}"/>
                </a:ext>
              </a:extLst>
            </p:cNvPr>
            <p:cNvSpPr/>
            <p:nvPr/>
          </p:nvSpPr>
          <p:spPr>
            <a:xfrm rot="10800000" flipH="1" flipV="1">
              <a:off x="4546333" y="2452828"/>
              <a:ext cx="239556" cy="257980"/>
            </a:xfrm>
            <a:custGeom>
              <a:avLst/>
              <a:gdLst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154996 w 154996"/>
                <a:gd name="connsiteY2" fmla="*/ 132522 h 132522"/>
                <a:gd name="connsiteX3" fmla="*/ 0 w 154996"/>
                <a:gd name="connsiteY3" fmla="*/ 132522 h 132522"/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56930 w 154996"/>
                <a:gd name="connsiteY2" fmla="*/ 45057 h 132522"/>
                <a:gd name="connsiteX3" fmla="*/ 154996 w 154996"/>
                <a:gd name="connsiteY3" fmla="*/ 132522 h 132522"/>
                <a:gd name="connsiteX4" fmla="*/ 0 w 154996"/>
                <a:gd name="connsiteY4" fmla="*/ 132522 h 132522"/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112589 w 154996"/>
                <a:gd name="connsiteY2" fmla="*/ 18553 h 132522"/>
                <a:gd name="connsiteX3" fmla="*/ 154996 w 154996"/>
                <a:gd name="connsiteY3" fmla="*/ 132522 h 132522"/>
                <a:gd name="connsiteX4" fmla="*/ 0 w 154996"/>
                <a:gd name="connsiteY4" fmla="*/ 132522 h 132522"/>
                <a:gd name="connsiteX0" fmla="*/ 0 w 160273"/>
                <a:gd name="connsiteY0" fmla="*/ 141085 h 141085"/>
                <a:gd name="connsiteX1" fmla="*/ 0 w 160273"/>
                <a:gd name="connsiteY1" fmla="*/ 8563 h 141085"/>
                <a:gd name="connsiteX2" fmla="*/ 112589 w 160273"/>
                <a:gd name="connsiteY2" fmla="*/ 27116 h 141085"/>
                <a:gd name="connsiteX3" fmla="*/ 154996 w 160273"/>
                <a:gd name="connsiteY3" fmla="*/ 141085 h 141085"/>
                <a:gd name="connsiteX4" fmla="*/ 0 w 160273"/>
                <a:gd name="connsiteY4" fmla="*/ 141085 h 141085"/>
                <a:gd name="connsiteX0" fmla="*/ 0 w 158940"/>
                <a:gd name="connsiteY0" fmla="*/ 138889 h 138889"/>
                <a:gd name="connsiteX1" fmla="*/ 0 w 158940"/>
                <a:gd name="connsiteY1" fmla="*/ 6367 h 138889"/>
                <a:gd name="connsiteX2" fmla="*/ 112589 w 158940"/>
                <a:gd name="connsiteY2" fmla="*/ 24920 h 138889"/>
                <a:gd name="connsiteX3" fmla="*/ 154996 w 158940"/>
                <a:gd name="connsiteY3" fmla="*/ 138889 h 138889"/>
                <a:gd name="connsiteX4" fmla="*/ 0 w 158940"/>
                <a:gd name="connsiteY4" fmla="*/ 138889 h 138889"/>
                <a:gd name="connsiteX0" fmla="*/ 0 w 159464"/>
                <a:gd name="connsiteY0" fmla="*/ 137644 h 137644"/>
                <a:gd name="connsiteX1" fmla="*/ 0 w 159464"/>
                <a:gd name="connsiteY1" fmla="*/ 5122 h 137644"/>
                <a:gd name="connsiteX2" fmla="*/ 120540 w 159464"/>
                <a:gd name="connsiteY2" fmla="*/ 34276 h 137644"/>
                <a:gd name="connsiteX3" fmla="*/ 154996 w 159464"/>
                <a:gd name="connsiteY3" fmla="*/ 137644 h 137644"/>
                <a:gd name="connsiteX4" fmla="*/ 0 w 159464"/>
                <a:gd name="connsiteY4" fmla="*/ 137644 h 137644"/>
                <a:gd name="connsiteX0" fmla="*/ 0 w 159976"/>
                <a:gd name="connsiteY0" fmla="*/ 142975 h 142975"/>
                <a:gd name="connsiteX1" fmla="*/ 0 w 159976"/>
                <a:gd name="connsiteY1" fmla="*/ 10453 h 142975"/>
                <a:gd name="connsiteX2" fmla="*/ 71549 w 159976"/>
                <a:gd name="connsiteY2" fmla="*/ 11882 h 142975"/>
                <a:gd name="connsiteX3" fmla="*/ 120540 w 159976"/>
                <a:gd name="connsiteY3" fmla="*/ 39607 h 142975"/>
                <a:gd name="connsiteX4" fmla="*/ 154996 w 159976"/>
                <a:gd name="connsiteY4" fmla="*/ 142975 h 142975"/>
                <a:gd name="connsiteX5" fmla="*/ 0 w 159976"/>
                <a:gd name="connsiteY5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7850"/>
                <a:gd name="connsiteY0" fmla="*/ 142975 h 142975"/>
                <a:gd name="connsiteX1" fmla="*/ 0 w 167850"/>
                <a:gd name="connsiteY1" fmla="*/ 10453 h 142975"/>
                <a:gd name="connsiteX2" fmla="*/ 71549 w 167850"/>
                <a:gd name="connsiteY2" fmla="*/ 11882 h 142975"/>
                <a:gd name="connsiteX3" fmla="*/ 120540 w 167850"/>
                <a:gd name="connsiteY3" fmla="*/ 39607 h 142975"/>
                <a:gd name="connsiteX4" fmla="*/ 150130 w 167850"/>
                <a:gd name="connsiteY4" fmla="*/ 85700 h 142975"/>
                <a:gd name="connsiteX5" fmla="*/ 154996 w 167850"/>
                <a:gd name="connsiteY5" fmla="*/ 142975 h 142975"/>
                <a:gd name="connsiteX6" fmla="*/ 0 w 167850"/>
                <a:gd name="connsiteY6" fmla="*/ 142975 h 142975"/>
                <a:gd name="connsiteX0" fmla="*/ 0 w 167241"/>
                <a:gd name="connsiteY0" fmla="*/ 142975 h 142975"/>
                <a:gd name="connsiteX1" fmla="*/ 0 w 167241"/>
                <a:gd name="connsiteY1" fmla="*/ 10453 h 142975"/>
                <a:gd name="connsiteX2" fmla="*/ 71549 w 167241"/>
                <a:gd name="connsiteY2" fmla="*/ 11882 h 142975"/>
                <a:gd name="connsiteX3" fmla="*/ 120540 w 167241"/>
                <a:gd name="connsiteY3" fmla="*/ 39607 h 142975"/>
                <a:gd name="connsiteX4" fmla="*/ 150130 w 167241"/>
                <a:gd name="connsiteY4" fmla="*/ 85700 h 142975"/>
                <a:gd name="connsiteX5" fmla="*/ 154996 w 167241"/>
                <a:gd name="connsiteY5" fmla="*/ 142975 h 142975"/>
                <a:gd name="connsiteX6" fmla="*/ 0 w 167241"/>
                <a:gd name="connsiteY6" fmla="*/ 142975 h 1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241" h="142975">
                  <a:moveTo>
                    <a:pt x="0" y="142975"/>
                  </a:moveTo>
                  <a:lnTo>
                    <a:pt x="0" y="10453"/>
                  </a:lnTo>
                  <a:cubicBezTo>
                    <a:pt x="11925" y="-11396"/>
                    <a:pt x="56221" y="7023"/>
                    <a:pt x="71549" y="11882"/>
                  </a:cubicBezTo>
                  <a:cubicBezTo>
                    <a:pt x="86877" y="16741"/>
                    <a:pt x="107443" y="27304"/>
                    <a:pt x="120540" y="39607"/>
                  </a:cubicBezTo>
                  <a:cubicBezTo>
                    <a:pt x="133637" y="51910"/>
                    <a:pt x="139625" y="63710"/>
                    <a:pt x="150130" y="85700"/>
                  </a:cubicBezTo>
                  <a:cubicBezTo>
                    <a:pt x="160635" y="107690"/>
                    <a:pt x="180018" y="133429"/>
                    <a:pt x="154996" y="142975"/>
                  </a:cubicBezTo>
                  <a:lnTo>
                    <a:pt x="0" y="142975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2FA2344-D54C-D0D8-6A40-DA45022ECD8F}"/>
              </a:ext>
            </a:extLst>
          </p:cNvPr>
          <p:cNvGrpSpPr/>
          <p:nvPr/>
        </p:nvGrpSpPr>
        <p:grpSpPr>
          <a:xfrm>
            <a:off x="4956708" y="13203"/>
            <a:ext cx="2059706" cy="3497051"/>
            <a:chOff x="4956708" y="13203"/>
            <a:chExt cx="2059706" cy="3497051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4134CF86-E761-122C-B519-586CF865D8F7}"/>
                </a:ext>
              </a:extLst>
            </p:cNvPr>
            <p:cNvGrpSpPr/>
            <p:nvPr/>
          </p:nvGrpSpPr>
          <p:grpSpPr>
            <a:xfrm>
              <a:off x="4956708" y="13203"/>
              <a:ext cx="2059706" cy="3497051"/>
              <a:chOff x="4956708" y="13203"/>
              <a:chExt cx="2059706" cy="3497051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FBD23524-6743-5061-15C2-3AD3DBD8710D}"/>
                  </a:ext>
                </a:extLst>
              </p:cNvPr>
              <p:cNvGrpSpPr/>
              <p:nvPr/>
            </p:nvGrpSpPr>
            <p:grpSpPr>
              <a:xfrm>
                <a:off x="4956708" y="13203"/>
                <a:ext cx="2059706" cy="3497051"/>
                <a:chOff x="4944397" y="0"/>
                <a:chExt cx="2059706" cy="3497051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ED445D5A-45E5-225A-0F50-269058B2A1C0}"/>
                    </a:ext>
                  </a:extLst>
                </p:cNvPr>
                <p:cNvGrpSpPr/>
                <p:nvPr/>
              </p:nvGrpSpPr>
              <p:grpSpPr>
                <a:xfrm>
                  <a:off x="4944397" y="0"/>
                  <a:ext cx="2059706" cy="3435640"/>
                  <a:chOff x="4944397" y="0"/>
                  <a:chExt cx="2059706" cy="3435640"/>
                </a:xfrm>
              </p:grpSpPr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125FE424-9E20-4A7E-0A43-56B72534BBA1}"/>
                      </a:ext>
                    </a:extLst>
                  </p:cNvPr>
                  <p:cNvSpPr/>
                  <p:nvPr/>
                </p:nvSpPr>
                <p:spPr>
                  <a:xfrm>
                    <a:off x="4965345" y="234985"/>
                    <a:ext cx="2017810" cy="893967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05BE1537-1070-1314-9CD8-7950D1E541D7}"/>
                      </a:ext>
                    </a:extLst>
                  </p:cNvPr>
                  <p:cNvGrpSpPr/>
                  <p:nvPr/>
                </p:nvGrpSpPr>
                <p:grpSpPr>
                  <a:xfrm>
                    <a:off x="4944397" y="1123484"/>
                    <a:ext cx="2059706" cy="2312156"/>
                    <a:chOff x="7220054" y="1563290"/>
                    <a:chExt cx="2059706" cy="2312156"/>
                  </a:xfrm>
                </p:grpSpPr>
                <p:sp>
                  <p:nvSpPr>
                    <p:cNvPr id="6" name="Rectangle 5">
                      <a:extLst>
                        <a:ext uri="{FF2B5EF4-FFF2-40B4-BE49-F238E27FC236}">
                          <a16:creationId xmlns:a16="http://schemas.microsoft.com/office/drawing/2014/main" id="{A831062B-F484-2DB8-D390-FC48F2AF9E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38292" y="1580506"/>
                      <a:ext cx="2012701" cy="229494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0201DEFD-A951-06C8-2ADD-477106BDCE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002072" y="1586150"/>
                      <a:ext cx="488334" cy="257984"/>
                      <a:chOff x="5848239" y="1147637"/>
                      <a:chExt cx="328283" cy="142976"/>
                    </a:xfrm>
                  </p:grpSpPr>
                  <p:sp>
                    <p:nvSpPr>
                      <p:cNvPr id="11" name="Isosceles Triangle 10">
                        <a:extLst>
                          <a:ext uri="{FF2B5EF4-FFF2-40B4-BE49-F238E27FC236}">
                            <a16:creationId xmlns:a16="http://schemas.microsoft.com/office/drawing/2014/main" id="{92FA4674-781C-3CAD-A077-C3EFD87F670F}"/>
                          </a:ext>
                        </a:extLst>
                      </p:cNvPr>
                      <p:cNvSpPr/>
                      <p:nvPr/>
                    </p:nvSpPr>
                    <p:spPr>
                      <a:xfrm flipV="1">
                        <a:off x="5848239" y="1147638"/>
                        <a:ext cx="167241" cy="142975"/>
                      </a:xfrm>
                      <a:custGeom>
                        <a:avLst/>
                        <a:gdLst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54996 w 154996"/>
                          <a:gd name="connsiteY2" fmla="*/ 132522 h 132522"/>
                          <a:gd name="connsiteX3" fmla="*/ 0 w 154996"/>
                          <a:gd name="connsiteY3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56930 w 154996"/>
                          <a:gd name="connsiteY2" fmla="*/ 45057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12589 w 154996"/>
                          <a:gd name="connsiteY2" fmla="*/ 18553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60273"/>
                          <a:gd name="connsiteY0" fmla="*/ 141085 h 141085"/>
                          <a:gd name="connsiteX1" fmla="*/ 0 w 160273"/>
                          <a:gd name="connsiteY1" fmla="*/ 8563 h 141085"/>
                          <a:gd name="connsiteX2" fmla="*/ 112589 w 160273"/>
                          <a:gd name="connsiteY2" fmla="*/ 27116 h 141085"/>
                          <a:gd name="connsiteX3" fmla="*/ 154996 w 160273"/>
                          <a:gd name="connsiteY3" fmla="*/ 141085 h 141085"/>
                          <a:gd name="connsiteX4" fmla="*/ 0 w 160273"/>
                          <a:gd name="connsiteY4" fmla="*/ 141085 h 141085"/>
                          <a:gd name="connsiteX0" fmla="*/ 0 w 158940"/>
                          <a:gd name="connsiteY0" fmla="*/ 138889 h 138889"/>
                          <a:gd name="connsiteX1" fmla="*/ 0 w 158940"/>
                          <a:gd name="connsiteY1" fmla="*/ 6367 h 138889"/>
                          <a:gd name="connsiteX2" fmla="*/ 112589 w 158940"/>
                          <a:gd name="connsiteY2" fmla="*/ 24920 h 138889"/>
                          <a:gd name="connsiteX3" fmla="*/ 154996 w 158940"/>
                          <a:gd name="connsiteY3" fmla="*/ 138889 h 138889"/>
                          <a:gd name="connsiteX4" fmla="*/ 0 w 158940"/>
                          <a:gd name="connsiteY4" fmla="*/ 138889 h 138889"/>
                          <a:gd name="connsiteX0" fmla="*/ 0 w 159464"/>
                          <a:gd name="connsiteY0" fmla="*/ 137644 h 137644"/>
                          <a:gd name="connsiteX1" fmla="*/ 0 w 159464"/>
                          <a:gd name="connsiteY1" fmla="*/ 5122 h 137644"/>
                          <a:gd name="connsiteX2" fmla="*/ 120540 w 159464"/>
                          <a:gd name="connsiteY2" fmla="*/ 34276 h 137644"/>
                          <a:gd name="connsiteX3" fmla="*/ 154996 w 159464"/>
                          <a:gd name="connsiteY3" fmla="*/ 137644 h 137644"/>
                          <a:gd name="connsiteX4" fmla="*/ 0 w 159464"/>
                          <a:gd name="connsiteY4" fmla="*/ 137644 h 137644"/>
                          <a:gd name="connsiteX0" fmla="*/ 0 w 159976"/>
                          <a:gd name="connsiteY0" fmla="*/ 142975 h 142975"/>
                          <a:gd name="connsiteX1" fmla="*/ 0 w 159976"/>
                          <a:gd name="connsiteY1" fmla="*/ 10453 h 142975"/>
                          <a:gd name="connsiteX2" fmla="*/ 71549 w 159976"/>
                          <a:gd name="connsiteY2" fmla="*/ 11882 h 142975"/>
                          <a:gd name="connsiteX3" fmla="*/ 120540 w 159976"/>
                          <a:gd name="connsiteY3" fmla="*/ 39607 h 142975"/>
                          <a:gd name="connsiteX4" fmla="*/ 154996 w 159976"/>
                          <a:gd name="connsiteY4" fmla="*/ 142975 h 142975"/>
                          <a:gd name="connsiteX5" fmla="*/ 0 w 159976"/>
                          <a:gd name="connsiteY5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7850"/>
                          <a:gd name="connsiteY0" fmla="*/ 142975 h 142975"/>
                          <a:gd name="connsiteX1" fmla="*/ 0 w 167850"/>
                          <a:gd name="connsiteY1" fmla="*/ 10453 h 142975"/>
                          <a:gd name="connsiteX2" fmla="*/ 71549 w 167850"/>
                          <a:gd name="connsiteY2" fmla="*/ 11882 h 142975"/>
                          <a:gd name="connsiteX3" fmla="*/ 120540 w 167850"/>
                          <a:gd name="connsiteY3" fmla="*/ 39607 h 142975"/>
                          <a:gd name="connsiteX4" fmla="*/ 150130 w 167850"/>
                          <a:gd name="connsiteY4" fmla="*/ 85700 h 142975"/>
                          <a:gd name="connsiteX5" fmla="*/ 154996 w 167850"/>
                          <a:gd name="connsiteY5" fmla="*/ 142975 h 142975"/>
                          <a:gd name="connsiteX6" fmla="*/ 0 w 167850"/>
                          <a:gd name="connsiteY6" fmla="*/ 142975 h 142975"/>
                          <a:gd name="connsiteX0" fmla="*/ 0 w 167241"/>
                          <a:gd name="connsiteY0" fmla="*/ 142975 h 142975"/>
                          <a:gd name="connsiteX1" fmla="*/ 0 w 167241"/>
                          <a:gd name="connsiteY1" fmla="*/ 10453 h 142975"/>
                          <a:gd name="connsiteX2" fmla="*/ 71549 w 167241"/>
                          <a:gd name="connsiteY2" fmla="*/ 11882 h 142975"/>
                          <a:gd name="connsiteX3" fmla="*/ 120540 w 167241"/>
                          <a:gd name="connsiteY3" fmla="*/ 39607 h 142975"/>
                          <a:gd name="connsiteX4" fmla="*/ 150130 w 167241"/>
                          <a:gd name="connsiteY4" fmla="*/ 85700 h 142975"/>
                          <a:gd name="connsiteX5" fmla="*/ 154996 w 167241"/>
                          <a:gd name="connsiteY5" fmla="*/ 142975 h 142975"/>
                          <a:gd name="connsiteX6" fmla="*/ 0 w 167241"/>
                          <a:gd name="connsiteY6" fmla="*/ 142975 h 1429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67241" h="142975">
                            <a:moveTo>
                              <a:pt x="0" y="142975"/>
                            </a:moveTo>
                            <a:lnTo>
                              <a:pt x="0" y="10453"/>
                            </a:lnTo>
                            <a:cubicBezTo>
                              <a:pt x="11925" y="-11396"/>
                              <a:pt x="56221" y="7023"/>
                              <a:pt x="71549" y="11882"/>
                            </a:cubicBezTo>
                            <a:cubicBezTo>
                              <a:pt x="86877" y="16741"/>
                              <a:pt x="107443" y="27304"/>
                              <a:pt x="120540" y="39607"/>
                            </a:cubicBezTo>
                            <a:cubicBezTo>
                              <a:pt x="133637" y="51910"/>
                              <a:pt x="139625" y="63710"/>
                              <a:pt x="150130" y="85700"/>
                            </a:cubicBezTo>
                            <a:cubicBezTo>
                              <a:pt x="160635" y="107690"/>
                              <a:pt x="180018" y="133429"/>
                              <a:pt x="154996" y="142975"/>
                            </a:cubicBezTo>
                            <a:lnTo>
                              <a:pt x="0" y="142975"/>
                            </a:lnTo>
                            <a:close/>
                          </a:path>
                        </a:pathLst>
                      </a:custGeom>
                      <a:noFill/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" name="Isosceles Triangle 10">
                        <a:extLst>
                          <a:ext uri="{FF2B5EF4-FFF2-40B4-BE49-F238E27FC236}">
                            <a16:creationId xmlns:a16="http://schemas.microsoft.com/office/drawing/2014/main" id="{72CF1950-544A-F51D-BF11-F5990E35EE6E}"/>
                          </a:ext>
                        </a:extLst>
                      </p:cNvPr>
                      <p:cNvSpPr/>
                      <p:nvPr/>
                    </p:nvSpPr>
                    <p:spPr>
                      <a:xfrm flipH="1" flipV="1">
                        <a:off x="6009281" y="1147637"/>
                        <a:ext cx="167241" cy="142975"/>
                      </a:xfrm>
                      <a:custGeom>
                        <a:avLst/>
                        <a:gdLst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54996 w 154996"/>
                          <a:gd name="connsiteY2" fmla="*/ 132522 h 132522"/>
                          <a:gd name="connsiteX3" fmla="*/ 0 w 154996"/>
                          <a:gd name="connsiteY3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56930 w 154996"/>
                          <a:gd name="connsiteY2" fmla="*/ 45057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12589 w 154996"/>
                          <a:gd name="connsiteY2" fmla="*/ 18553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60273"/>
                          <a:gd name="connsiteY0" fmla="*/ 141085 h 141085"/>
                          <a:gd name="connsiteX1" fmla="*/ 0 w 160273"/>
                          <a:gd name="connsiteY1" fmla="*/ 8563 h 141085"/>
                          <a:gd name="connsiteX2" fmla="*/ 112589 w 160273"/>
                          <a:gd name="connsiteY2" fmla="*/ 27116 h 141085"/>
                          <a:gd name="connsiteX3" fmla="*/ 154996 w 160273"/>
                          <a:gd name="connsiteY3" fmla="*/ 141085 h 141085"/>
                          <a:gd name="connsiteX4" fmla="*/ 0 w 160273"/>
                          <a:gd name="connsiteY4" fmla="*/ 141085 h 141085"/>
                          <a:gd name="connsiteX0" fmla="*/ 0 w 158940"/>
                          <a:gd name="connsiteY0" fmla="*/ 138889 h 138889"/>
                          <a:gd name="connsiteX1" fmla="*/ 0 w 158940"/>
                          <a:gd name="connsiteY1" fmla="*/ 6367 h 138889"/>
                          <a:gd name="connsiteX2" fmla="*/ 112589 w 158940"/>
                          <a:gd name="connsiteY2" fmla="*/ 24920 h 138889"/>
                          <a:gd name="connsiteX3" fmla="*/ 154996 w 158940"/>
                          <a:gd name="connsiteY3" fmla="*/ 138889 h 138889"/>
                          <a:gd name="connsiteX4" fmla="*/ 0 w 158940"/>
                          <a:gd name="connsiteY4" fmla="*/ 138889 h 138889"/>
                          <a:gd name="connsiteX0" fmla="*/ 0 w 159464"/>
                          <a:gd name="connsiteY0" fmla="*/ 137644 h 137644"/>
                          <a:gd name="connsiteX1" fmla="*/ 0 w 159464"/>
                          <a:gd name="connsiteY1" fmla="*/ 5122 h 137644"/>
                          <a:gd name="connsiteX2" fmla="*/ 120540 w 159464"/>
                          <a:gd name="connsiteY2" fmla="*/ 34276 h 137644"/>
                          <a:gd name="connsiteX3" fmla="*/ 154996 w 159464"/>
                          <a:gd name="connsiteY3" fmla="*/ 137644 h 137644"/>
                          <a:gd name="connsiteX4" fmla="*/ 0 w 159464"/>
                          <a:gd name="connsiteY4" fmla="*/ 137644 h 137644"/>
                          <a:gd name="connsiteX0" fmla="*/ 0 w 159976"/>
                          <a:gd name="connsiteY0" fmla="*/ 142975 h 142975"/>
                          <a:gd name="connsiteX1" fmla="*/ 0 w 159976"/>
                          <a:gd name="connsiteY1" fmla="*/ 10453 h 142975"/>
                          <a:gd name="connsiteX2" fmla="*/ 71549 w 159976"/>
                          <a:gd name="connsiteY2" fmla="*/ 11882 h 142975"/>
                          <a:gd name="connsiteX3" fmla="*/ 120540 w 159976"/>
                          <a:gd name="connsiteY3" fmla="*/ 39607 h 142975"/>
                          <a:gd name="connsiteX4" fmla="*/ 154996 w 159976"/>
                          <a:gd name="connsiteY4" fmla="*/ 142975 h 142975"/>
                          <a:gd name="connsiteX5" fmla="*/ 0 w 159976"/>
                          <a:gd name="connsiteY5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7850"/>
                          <a:gd name="connsiteY0" fmla="*/ 142975 h 142975"/>
                          <a:gd name="connsiteX1" fmla="*/ 0 w 167850"/>
                          <a:gd name="connsiteY1" fmla="*/ 10453 h 142975"/>
                          <a:gd name="connsiteX2" fmla="*/ 71549 w 167850"/>
                          <a:gd name="connsiteY2" fmla="*/ 11882 h 142975"/>
                          <a:gd name="connsiteX3" fmla="*/ 120540 w 167850"/>
                          <a:gd name="connsiteY3" fmla="*/ 39607 h 142975"/>
                          <a:gd name="connsiteX4" fmla="*/ 150130 w 167850"/>
                          <a:gd name="connsiteY4" fmla="*/ 85700 h 142975"/>
                          <a:gd name="connsiteX5" fmla="*/ 154996 w 167850"/>
                          <a:gd name="connsiteY5" fmla="*/ 142975 h 142975"/>
                          <a:gd name="connsiteX6" fmla="*/ 0 w 167850"/>
                          <a:gd name="connsiteY6" fmla="*/ 142975 h 142975"/>
                          <a:gd name="connsiteX0" fmla="*/ 0 w 167241"/>
                          <a:gd name="connsiteY0" fmla="*/ 142975 h 142975"/>
                          <a:gd name="connsiteX1" fmla="*/ 0 w 167241"/>
                          <a:gd name="connsiteY1" fmla="*/ 10453 h 142975"/>
                          <a:gd name="connsiteX2" fmla="*/ 71549 w 167241"/>
                          <a:gd name="connsiteY2" fmla="*/ 11882 h 142975"/>
                          <a:gd name="connsiteX3" fmla="*/ 120540 w 167241"/>
                          <a:gd name="connsiteY3" fmla="*/ 39607 h 142975"/>
                          <a:gd name="connsiteX4" fmla="*/ 150130 w 167241"/>
                          <a:gd name="connsiteY4" fmla="*/ 85700 h 142975"/>
                          <a:gd name="connsiteX5" fmla="*/ 154996 w 167241"/>
                          <a:gd name="connsiteY5" fmla="*/ 142975 h 142975"/>
                          <a:gd name="connsiteX6" fmla="*/ 0 w 167241"/>
                          <a:gd name="connsiteY6" fmla="*/ 142975 h 1429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67241" h="142975">
                            <a:moveTo>
                              <a:pt x="0" y="142975"/>
                            </a:moveTo>
                            <a:lnTo>
                              <a:pt x="0" y="10453"/>
                            </a:lnTo>
                            <a:cubicBezTo>
                              <a:pt x="11925" y="-11396"/>
                              <a:pt x="56221" y="7023"/>
                              <a:pt x="71549" y="11882"/>
                            </a:cubicBezTo>
                            <a:cubicBezTo>
                              <a:pt x="86877" y="16741"/>
                              <a:pt x="107443" y="27304"/>
                              <a:pt x="120540" y="39607"/>
                            </a:cubicBezTo>
                            <a:cubicBezTo>
                              <a:pt x="133637" y="51910"/>
                              <a:pt x="139625" y="63710"/>
                              <a:pt x="150130" y="85700"/>
                            </a:cubicBezTo>
                            <a:cubicBezTo>
                              <a:pt x="160635" y="107690"/>
                              <a:pt x="180018" y="133429"/>
                              <a:pt x="154996" y="142975"/>
                            </a:cubicBezTo>
                            <a:lnTo>
                              <a:pt x="0" y="142975"/>
                            </a:lnTo>
                            <a:close/>
                          </a:path>
                        </a:pathLst>
                      </a:custGeom>
                      <a:noFill/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212536F2-1AB6-F414-51BB-5F45D9F821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34041" y="1715142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A7C4E192-7498-543A-14BB-AA7FAF3104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34040" y="2069320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8C3E8D8E-75AD-EF5E-513A-4F0A00AD1D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1341" y="1715142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2E1213B5-EB10-7EAF-A8AA-068A9581C8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0054" y="2069320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3A932A88-8999-A4B1-1726-D801F33C2C9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468699" y="1473556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D1B49D6C-2959-29CA-DFFC-6AD8264CB29C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9020283" y="1473556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912A88B7-C30D-777C-54E0-3053CDCC6785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668133" y="1473556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16AF72AC-7AC6-4320-35FC-CE957B92C87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787308" y="1477259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BCFDF8E6-F4DB-2950-32FB-D8D3E79BF6F2}"/>
                      </a:ext>
                    </a:extLst>
                  </p:cNvPr>
                  <p:cNvSpPr/>
                  <p:nvPr/>
                </p:nvSpPr>
                <p:spPr>
                  <a:xfrm>
                    <a:off x="5492010" y="0"/>
                    <a:ext cx="976108" cy="22439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bg1">
                          <a:lumMod val="85000"/>
                          <a:shade val="30000"/>
                          <a:satMod val="115000"/>
                        </a:schemeClr>
                      </a:gs>
                      <a:gs pos="50000">
                        <a:schemeClr val="bg1">
                          <a:lumMod val="85000"/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lumMod val="85000"/>
                          <a:shade val="100000"/>
                          <a:satMod val="11500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2DF33968-29FF-3921-CEFA-DBED786EF511}"/>
                      </a:ext>
                    </a:extLst>
                  </p:cNvPr>
                  <p:cNvSpPr/>
                  <p:nvPr/>
                </p:nvSpPr>
                <p:spPr>
                  <a:xfrm>
                    <a:off x="6758313" y="339702"/>
                    <a:ext cx="121767" cy="117806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EB6B88B4-05FD-4BDE-7CA1-F15D56305769}"/>
                      </a:ext>
                    </a:extLst>
                  </p:cNvPr>
                  <p:cNvSpPr/>
                  <p:nvPr/>
                </p:nvSpPr>
                <p:spPr>
                  <a:xfrm>
                    <a:off x="5042423" y="339702"/>
                    <a:ext cx="121767" cy="117806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F797C88B-79A6-54D2-FCAD-3228C6BDE70D}"/>
                      </a:ext>
                    </a:extLst>
                  </p:cNvPr>
                  <p:cNvSpPr/>
                  <p:nvPr/>
                </p:nvSpPr>
                <p:spPr>
                  <a:xfrm>
                    <a:off x="6487592" y="337395"/>
                    <a:ext cx="121767" cy="117806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4D78F77-3930-8696-6278-DCB02E6D1A32}"/>
                      </a:ext>
                    </a:extLst>
                  </p:cNvPr>
                  <p:cNvSpPr/>
                  <p:nvPr/>
                </p:nvSpPr>
                <p:spPr>
                  <a:xfrm>
                    <a:off x="5361032" y="337395"/>
                    <a:ext cx="121767" cy="117806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E8F3A946-1E46-DFBD-47AB-1A6E7EBF6D0B}"/>
                    </a:ext>
                  </a:extLst>
                </p:cNvPr>
                <p:cNvGrpSpPr/>
                <p:nvPr/>
              </p:nvGrpSpPr>
              <p:grpSpPr>
                <a:xfrm rot="10800000">
                  <a:off x="5725263" y="3166249"/>
                  <a:ext cx="497974" cy="330802"/>
                  <a:chOff x="5716775" y="3387928"/>
                  <a:chExt cx="497974" cy="330802"/>
                </a:xfrm>
              </p:grpSpPr>
              <p:sp>
                <p:nvSpPr>
                  <p:cNvPr id="64" name="Isosceles Triangle 10">
                    <a:extLst>
                      <a:ext uri="{FF2B5EF4-FFF2-40B4-BE49-F238E27FC236}">
                        <a16:creationId xmlns:a16="http://schemas.microsoft.com/office/drawing/2014/main" id="{B758D9DE-8B2B-F557-CBA3-6262882CCA6D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5965971" y="3451017"/>
                    <a:ext cx="248778" cy="257982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5" name="Isosceles Triangle 10">
                    <a:extLst>
                      <a:ext uri="{FF2B5EF4-FFF2-40B4-BE49-F238E27FC236}">
                        <a16:creationId xmlns:a16="http://schemas.microsoft.com/office/drawing/2014/main" id="{9B42BC2F-902A-5CCB-1937-CE5E282B7556}"/>
                      </a:ext>
                    </a:extLst>
                  </p:cNvPr>
                  <p:cNvSpPr/>
                  <p:nvPr/>
                </p:nvSpPr>
                <p:spPr>
                  <a:xfrm flipV="1">
                    <a:off x="5716775" y="3460748"/>
                    <a:ext cx="248778" cy="257982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71EF09E9-C56D-EC71-DF02-7232BF996696}"/>
                      </a:ext>
                    </a:extLst>
                  </p:cNvPr>
                  <p:cNvSpPr/>
                  <p:nvPr/>
                </p:nvSpPr>
                <p:spPr>
                  <a:xfrm>
                    <a:off x="5721937" y="3387928"/>
                    <a:ext cx="488334" cy="8214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D6CED8AD-84D7-1960-4EB6-D04D09F94815}"/>
                  </a:ext>
                </a:extLst>
              </p:cNvPr>
              <p:cNvSpPr/>
              <p:nvPr/>
            </p:nvSpPr>
            <p:spPr>
              <a:xfrm>
                <a:off x="5252170" y="2124775"/>
                <a:ext cx="1551132" cy="4616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2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Ballroom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52AB5495-F539-A8CA-3E88-4812411D62DB}"/>
                  </a:ext>
                </a:extLst>
              </p:cNvPr>
              <p:cNvSpPr/>
              <p:nvPr/>
            </p:nvSpPr>
            <p:spPr>
              <a:xfrm>
                <a:off x="5040815" y="511621"/>
                <a:ext cx="1941997" cy="4616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North Portico</a:t>
                </a:r>
                <a:endPara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BB50D6BA-8A18-3F27-5B96-A23F59C4EB6F}"/>
                </a:ext>
              </a:extLst>
            </p:cNvPr>
            <p:cNvSpPr/>
            <p:nvPr/>
          </p:nvSpPr>
          <p:spPr>
            <a:xfrm rot="5400000">
              <a:off x="5941221" y="911650"/>
              <a:ext cx="75709" cy="4658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ED8F554-615B-F298-11D0-8F6565C93F4C}"/>
              </a:ext>
            </a:extLst>
          </p:cNvPr>
          <p:cNvGrpSpPr/>
          <p:nvPr/>
        </p:nvGrpSpPr>
        <p:grpSpPr>
          <a:xfrm>
            <a:off x="2931464" y="4274529"/>
            <a:ext cx="2051159" cy="640691"/>
            <a:chOff x="3259510" y="4274529"/>
            <a:chExt cx="1723113" cy="640691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4ECE24DA-B7FD-DF4C-D91F-C0B84DA9FD7B}"/>
                </a:ext>
              </a:extLst>
            </p:cNvPr>
            <p:cNvGrpSpPr/>
            <p:nvPr/>
          </p:nvGrpSpPr>
          <p:grpSpPr>
            <a:xfrm>
              <a:off x="3280033" y="4274529"/>
              <a:ext cx="1702590" cy="640691"/>
              <a:chOff x="3280033" y="4274529"/>
              <a:chExt cx="1702590" cy="640691"/>
            </a:xfrm>
          </p:grpSpPr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EECE02FC-225A-1FA9-9C1A-D4792AF52678}"/>
                  </a:ext>
                </a:extLst>
              </p:cNvPr>
              <p:cNvGrpSpPr/>
              <p:nvPr/>
            </p:nvGrpSpPr>
            <p:grpSpPr>
              <a:xfrm>
                <a:off x="3280033" y="4274529"/>
                <a:ext cx="1702590" cy="596800"/>
                <a:chOff x="3280033" y="4274529"/>
                <a:chExt cx="1702590" cy="596800"/>
              </a:xfrm>
            </p:grpSpPr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6A43581A-A8D6-14EC-50C6-4EEED9771787}"/>
                    </a:ext>
                  </a:extLst>
                </p:cNvPr>
                <p:cNvGrpSpPr/>
                <p:nvPr/>
              </p:nvGrpSpPr>
              <p:grpSpPr>
                <a:xfrm>
                  <a:off x="3280033" y="4319766"/>
                  <a:ext cx="1702590" cy="551563"/>
                  <a:chOff x="3254118" y="4309568"/>
                  <a:chExt cx="1702590" cy="551563"/>
                </a:xfrm>
              </p:grpSpPr>
              <p:sp>
                <p:nvSpPr>
                  <p:cNvPr id="133" name="Rectangle 132">
                    <a:extLst>
                      <a:ext uri="{FF2B5EF4-FFF2-40B4-BE49-F238E27FC236}">
                        <a16:creationId xmlns:a16="http://schemas.microsoft.com/office/drawing/2014/main" id="{30FFD8CC-489A-8075-D09A-89997564F342}"/>
                      </a:ext>
                    </a:extLst>
                  </p:cNvPr>
                  <p:cNvSpPr/>
                  <p:nvPr/>
                </p:nvSpPr>
                <p:spPr>
                  <a:xfrm>
                    <a:off x="3254118" y="4309568"/>
                    <a:ext cx="1702590" cy="551563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1" name="Rectangle 86">
                    <a:extLst>
                      <a:ext uri="{FF2B5EF4-FFF2-40B4-BE49-F238E27FC236}">
                        <a16:creationId xmlns:a16="http://schemas.microsoft.com/office/drawing/2014/main" id="{6328EC37-11F7-BE24-C187-64E473CE694D}"/>
                      </a:ext>
                    </a:extLst>
                  </p:cNvPr>
                  <p:cNvSpPr/>
                  <p:nvPr/>
                </p:nvSpPr>
                <p:spPr>
                  <a:xfrm>
                    <a:off x="3283487" y="4600677"/>
                    <a:ext cx="1146012" cy="233633"/>
                  </a:xfrm>
                  <a:custGeom>
                    <a:avLst/>
                    <a:gdLst>
                      <a:gd name="connsiteX0" fmla="*/ 0 w 610427"/>
                      <a:gd name="connsiteY0" fmla="*/ 0 h 374634"/>
                      <a:gd name="connsiteX1" fmla="*/ 610427 w 610427"/>
                      <a:gd name="connsiteY1" fmla="*/ 0 h 374634"/>
                      <a:gd name="connsiteX2" fmla="*/ 610427 w 610427"/>
                      <a:gd name="connsiteY2" fmla="*/ 374634 h 374634"/>
                      <a:gd name="connsiteX3" fmla="*/ 0 w 610427"/>
                      <a:gd name="connsiteY3" fmla="*/ 374634 h 374634"/>
                      <a:gd name="connsiteX4" fmla="*/ 0 w 610427"/>
                      <a:gd name="connsiteY4" fmla="*/ 0 h 374634"/>
                      <a:gd name="connsiteX0" fmla="*/ 0 w 610427"/>
                      <a:gd name="connsiteY0" fmla="*/ 475226 h 849860"/>
                      <a:gd name="connsiteX1" fmla="*/ 610427 w 610427"/>
                      <a:gd name="connsiteY1" fmla="*/ 0 h 849860"/>
                      <a:gd name="connsiteX2" fmla="*/ 610427 w 610427"/>
                      <a:gd name="connsiteY2" fmla="*/ 849860 h 849860"/>
                      <a:gd name="connsiteX3" fmla="*/ 0 w 610427"/>
                      <a:gd name="connsiteY3" fmla="*/ 849860 h 849860"/>
                      <a:gd name="connsiteX4" fmla="*/ 0 w 610427"/>
                      <a:gd name="connsiteY4" fmla="*/ 475226 h 849860"/>
                      <a:gd name="connsiteX0" fmla="*/ 0 w 610427"/>
                      <a:gd name="connsiteY0" fmla="*/ 475226 h 849860"/>
                      <a:gd name="connsiteX1" fmla="*/ 321672 w 610427"/>
                      <a:gd name="connsiteY1" fmla="*/ 224528 h 849860"/>
                      <a:gd name="connsiteX2" fmla="*/ 610427 w 610427"/>
                      <a:gd name="connsiteY2" fmla="*/ 0 h 849860"/>
                      <a:gd name="connsiteX3" fmla="*/ 610427 w 610427"/>
                      <a:gd name="connsiteY3" fmla="*/ 849860 h 849860"/>
                      <a:gd name="connsiteX4" fmla="*/ 0 w 610427"/>
                      <a:gd name="connsiteY4" fmla="*/ 849860 h 849860"/>
                      <a:gd name="connsiteX5" fmla="*/ 0 w 610427"/>
                      <a:gd name="connsiteY5" fmla="*/ 475226 h 849860"/>
                      <a:gd name="connsiteX0" fmla="*/ 0 w 610427"/>
                      <a:gd name="connsiteY0" fmla="*/ 475226 h 849860"/>
                      <a:gd name="connsiteX1" fmla="*/ 177465 w 610427"/>
                      <a:gd name="connsiteY1" fmla="*/ 4941 h 849860"/>
                      <a:gd name="connsiteX2" fmla="*/ 610427 w 610427"/>
                      <a:gd name="connsiteY2" fmla="*/ 0 h 849860"/>
                      <a:gd name="connsiteX3" fmla="*/ 610427 w 610427"/>
                      <a:gd name="connsiteY3" fmla="*/ 849860 h 849860"/>
                      <a:gd name="connsiteX4" fmla="*/ 0 w 610427"/>
                      <a:gd name="connsiteY4" fmla="*/ 849860 h 849860"/>
                      <a:gd name="connsiteX5" fmla="*/ 0 w 610427"/>
                      <a:gd name="connsiteY5" fmla="*/ 475226 h 849860"/>
                      <a:gd name="connsiteX0" fmla="*/ 0 w 610427"/>
                      <a:gd name="connsiteY0" fmla="*/ 475226 h 849860"/>
                      <a:gd name="connsiteX1" fmla="*/ 72588 w 610427"/>
                      <a:gd name="connsiteY1" fmla="*/ 283521 h 849860"/>
                      <a:gd name="connsiteX2" fmla="*/ 177465 w 610427"/>
                      <a:gd name="connsiteY2" fmla="*/ 4941 h 849860"/>
                      <a:gd name="connsiteX3" fmla="*/ 610427 w 610427"/>
                      <a:gd name="connsiteY3" fmla="*/ 0 h 849860"/>
                      <a:gd name="connsiteX4" fmla="*/ 610427 w 610427"/>
                      <a:gd name="connsiteY4" fmla="*/ 849860 h 849860"/>
                      <a:gd name="connsiteX5" fmla="*/ 0 w 610427"/>
                      <a:gd name="connsiteY5" fmla="*/ 849860 h 849860"/>
                      <a:gd name="connsiteX6" fmla="*/ 0 w 610427"/>
                      <a:gd name="connsiteY6" fmla="*/ 475226 h 849860"/>
                      <a:gd name="connsiteX0" fmla="*/ 0 w 610427"/>
                      <a:gd name="connsiteY0" fmla="*/ 475226 h 849860"/>
                      <a:gd name="connsiteX1" fmla="*/ 226626 w 610427"/>
                      <a:gd name="connsiteY1" fmla="*/ 473612 h 849860"/>
                      <a:gd name="connsiteX2" fmla="*/ 177465 w 610427"/>
                      <a:gd name="connsiteY2" fmla="*/ 4941 h 849860"/>
                      <a:gd name="connsiteX3" fmla="*/ 610427 w 610427"/>
                      <a:gd name="connsiteY3" fmla="*/ 0 h 849860"/>
                      <a:gd name="connsiteX4" fmla="*/ 610427 w 610427"/>
                      <a:gd name="connsiteY4" fmla="*/ 849860 h 849860"/>
                      <a:gd name="connsiteX5" fmla="*/ 0 w 610427"/>
                      <a:gd name="connsiteY5" fmla="*/ 849860 h 849860"/>
                      <a:gd name="connsiteX6" fmla="*/ 0 w 610427"/>
                      <a:gd name="connsiteY6" fmla="*/ 475226 h 849860"/>
                      <a:gd name="connsiteX0" fmla="*/ 0 w 610427"/>
                      <a:gd name="connsiteY0" fmla="*/ 475226 h 849860"/>
                      <a:gd name="connsiteX1" fmla="*/ 226626 w 610427"/>
                      <a:gd name="connsiteY1" fmla="*/ 473612 h 849860"/>
                      <a:gd name="connsiteX2" fmla="*/ 223348 w 610427"/>
                      <a:gd name="connsiteY2" fmla="*/ 8219 h 849860"/>
                      <a:gd name="connsiteX3" fmla="*/ 610427 w 610427"/>
                      <a:gd name="connsiteY3" fmla="*/ 0 h 849860"/>
                      <a:gd name="connsiteX4" fmla="*/ 610427 w 610427"/>
                      <a:gd name="connsiteY4" fmla="*/ 849860 h 849860"/>
                      <a:gd name="connsiteX5" fmla="*/ 0 w 610427"/>
                      <a:gd name="connsiteY5" fmla="*/ 849860 h 849860"/>
                      <a:gd name="connsiteX6" fmla="*/ 0 w 610427"/>
                      <a:gd name="connsiteY6" fmla="*/ 475226 h 849860"/>
                      <a:gd name="connsiteX0" fmla="*/ 0 w 610427"/>
                      <a:gd name="connsiteY0" fmla="*/ 481113 h 855747"/>
                      <a:gd name="connsiteX1" fmla="*/ 226626 w 610427"/>
                      <a:gd name="connsiteY1" fmla="*/ 479499 h 855747"/>
                      <a:gd name="connsiteX2" fmla="*/ 610427 w 610427"/>
                      <a:gd name="connsiteY2" fmla="*/ 5887 h 855747"/>
                      <a:gd name="connsiteX3" fmla="*/ 610427 w 610427"/>
                      <a:gd name="connsiteY3" fmla="*/ 855747 h 855747"/>
                      <a:gd name="connsiteX4" fmla="*/ 0 w 610427"/>
                      <a:gd name="connsiteY4" fmla="*/ 855747 h 855747"/>
                      <a:gd name="connsiteX5" fmla="*/ 0 w 610427"/>
                      <a:gd name="connsiteY5" fmla="*/ 481113 h 855747"/>
                      <a:gd name="connsiteX0" fmla="*/ 0 w 618927"/>
                      <a:gd name="connsiteY0" fmla="*/ 22872 h 397506"/>
                      <a:gd name="connsiteX1" fmla="*/ 226626 w 618927"/>
                      <a:gd name="connsiteY1" fmla="*/ 21258 h 397506"/>
                      <a:gd name="connsiteX2" fmla="*/ 618927 w 618927"/>
                      <a:gd name="connsiteY2" fmla="*/ 167848 h 397506"/>
                      <a:gd name="connsiteX3" fmla="*/ 610427 w 618927"/>
                      <a:gd name="connsiteY3" fmla="*/ 397506 h 397506"/>
                      <a:gd name="connsiteX4" fmla="*/ 0 w 618927"/>
                      <a:gd name="connsiteY4" fmla="*/ 397506 h 397506"/>
                      <a:gd name="connsiteX5" fmla="*/ 0 w 618927"/>
                      <a:gd name="connsiteY5" fmla="*/ 22872 h 397506"/>
                      <a:gd name="connsiteX0" fmla="*/ 0 w 618927"/>
                      <a:gd name="connsiteY0" fmla="*/ 18870 h 393504"/>
                      <a:gd name="connsiteX1" fmla="*/ 226626 w 618927"/>
                      <a:gd name="connsiteY1" fmla="*/ 17256 h 393504"/>
                      <a:gd name="connsiteX2" fmla="*/ 618927 w 618927"/>
                      <a:gd name="connsiteY2" fmla="*/ 163846 h 393504"/>
                      <a:gd name="connsiteX3" fmla="*/ 610427 w 618927"/>
                      <a:gd name="connsiteY3" fmla="*/ 393504 h 393504"/>
                      <a:gd name="connsiteX4" fmla="*/ 0 w 618927"/>
                      <a:gd name="connsiteY4" fmla="*/ 393504 h 393504"/>
                      <a:gd name="connsiteX5" fmla="*/ 0 w 618927"/>
                      <a:gd name="connsiteY5" fmla="*/ 18870 h 393504"/>
                      <a:gd name="connsiteX0" fmla="*/ 0 w 618927"/>
                      <a:gd name="connsiteY0" fmla="*/ 0 h 374634"/>
                      <a:gd name="connsiteX1" fmla="*/ 618927 w 618927"/>
                      <a:gd name="connsiteY1" fmla="*/ 144976 h 374634"/>
                      <a:gd name="connsiteX2" fmla="*/ 610427 w 618927"/>
                      <a:gd name="connsiteY2" fmla="*/ 374634 h 374634"/>
                      <a:gd name="connsiteX3" fmla="*/ 0 w 618927"/>
                      <a:gd name="connsiteY3" fmla="*/ 374634 h 374634"/>
                      <a:gd name="connsiteX4" fmla="*/ 0 w 618927"/>
                      <a:gd name="connsiteY4" fmla="*/ 0 h 374634"/>
                      <a:gd name="connsiteX0" fmla="*/ 0 w 623177"/>
                      <a:gd name="connsiteY0" fmla="*/ 0 h 247413"/>
                      <a:gd name="connsiteX1" fmla="*/ 623177 w 623177"/>
                      <a:gd name="connsiteY1" fmla="*/ 17755 h 247413"/>
                      <a:gd name="connsiteX2" fmla="*/ 614677 w 623177"/>
                      <a:gd name="connsiteY2" fmla="*/ 247413 h 247413"/>
                      <a:gd name="connsiteX3" fmla="*/ 4250 w 623177"/>
                      <a:gd name="connsiteY3" fmla="*/ 247413 h 247413"/>
                      <a:gd name="connsiteX4" fmla="*/ 0 w 623177"/>
                      <a:gd name="connsiteY4" fmla="*/ 0 h 247413"/>
                      <a:gd name="connsiteX0" fmla="*/ 0 w 623177"/>
                      <a:gd name="connsiteY0" fmla="*/ 0 h 247413"/>
                      <a:gd name="connsiteX1" fmla="*/ 623177 w 623177"/>
                      <a:gd name="connsiteY1" fmla="*/ 5828 h 247413"/>
                      <a:gd name="connsiteX2" fmla="*/ 614677 w 623177"/>
                      <a:gd name="connsiteY2" fmla="*/ 247413 h 247413"/>
                      <a:gd name="connsiteX3" fmla="*/ 4250 w 623177"/>
                      <a:gd name="connsiteY3" fmla="*/ 247413 h 247413"/>
                      <a:gd name="connsiteX4" fmla="*/ 0 w 623177"/>
                      <a:gd name="connsiteY4" fmla="*/ 0 h 247413"/>
                      <a:gd name="connsiteX0" fmla="*/ 0 w 614677"/>
                      <a:gd name="connsiteY0" fmla="*/ 0 h 247413"/>
                      <a:gd name="connsiteX1" fmla="*/ 614677 w 614677"/>
                      <a:gd name="connsiteY1" fmla="*/ 9804 h 247413"/>
                      <a:gd name="connsiteX2" fmla="*/ 614677 w 614677"/>
                      <a:gd name="connsiteY2" fmla="*/ 247413 h 247413"/>
                      <a:gd name="connsiteX3" fmla="*/ 4250 w 614677"/>
                      <a:gd name="connsiteY3" fmla="*/ 247413 h 247413"/>
                      <a:gd name="connsiteX4" fmla="*/ 0 w 614677"/>
                      <a:gd name="connsiteY4" fmla="*/ 0 h 247413"/>
                      <a:gd name="connsiteX0" fmla="*/ 0 w 612552"/>
                      <a:gd name="connsiteY0" fmla="*/ 10074 h 237609"/>
                      <a:gd name="connsiteX1" fmla="*/ 612552 w 612552"/>
                      <a:gd name="connsiteY1" fmla="*/ 0 h 237609"/>
                      <a:gd name="connsiteX2" fmla="*/ 612552 w 612552"/>
                      <a:gd name="connsiteY2" fmla="*/ 237609 h 237609"/>
                      <a:gd name="connsiteX3" fmla="*/ 2125 w 612552"/>
                      <a:gd name="connsiteY3" fmla="*/ 237609 h 237609"/>
                      <a:gd name="connsiteX4" fmla="*/ 0 w 612552"/>
                      <a:gd name="connsiteY4" fmla="*/ 10074 h 237609"/>
                      <a:gd name="connsiteX0" fmla="*/ 0 w 612552"/>
                      <a:gd name="connsiteY0" fmla="*/ 10074 h 237609"/>
                      <a:gd name="connsiteX1" fmla="*/ 612552 w 612552"/>
                      <a:gd name="connsiteY1" fmla="*/ 0 h 237609"/>
                      <a:gd name="connsiteX2" fmla="*/ 612552 w 612552"/>
                      <a:gd name="connsiteY2" fmla="*/ 237609 h 237609"/>
                      <a:gd name="connsiteX3" fmla="*/ 2125 w 612552"/>
                      <a:gd name="connsiteY3" fmla="*/ 237609 h 237609"/>
                      <a:gd name="connsiteX4" fmla="*/ 0 w 612552"/>
                      <a:gd name="connsiteY4" fmla="*/ 10074 h 237609"/>
                      <a:gd name="connsiteX0" fmla="*/ 0 w 612552"/>
                      <a:gd name="connsiteY0" fmla="*/ 6098 h 233633"/>
                      <a:gd name="connsiteX1" fmla="*/ 612552 w 612552"/>
                      <a:gd name="connsiteY1" fmla="*/ 0 h 233633"/>
                      <a:gd name="connsiteX2" fmla="*/ 612552 w 612552"/>
                      <a:gd name="connsiteY2" fmla="*/ 233633 h 233633"/>
                      <a:gd name="connsiteX3" fmla="*/ 2125 w 612552"/>
                      <a:gd name="connsiteY3" fmla="*/ 233633 h 233633"/>
                      <a:gd name="connsiteX4" fmla="*/ 0 w 612552"/>
                      <a:gd name="connsiteY4" fmla="*/ 6098 h 233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2552" h="233633">
                        <a:moveTo>
                          <a:pt x="0" y="6098"/>
                        </a:moveTo>
                        <a:lnTo>
                          <a:pt x="612552" y="0"/>
                        </a:lnTo>
                        <a:lnTo>
                          <a:pt x="612552" y="233633"/>
                        </a:lnTo>
                        <a:lnTo>
                          <a:pt x="2125" y="233633"/>
                        </a:lnTo>
                        <a:cubicBezTo>
                          <a:pt x="708" y="151162"/>
                          <a:pt x="1417" y="88569"/>
                          <a:pt x="0" y="6098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bg1"/>
                      </a:gs>
                      <a:gs pos="41000">
                        <a:schemeClr val="bg1">
                          <a:lumMod val="85000"/>
                        </a:schemeClr>
                      </a:gs>
                      <a:gs pos="83000">
                        <a:schemeClr val="bg1">
                          <a:lumMod val="75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  <a:ln w="190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F884C308-8A0C-D455-E925-4210680067E4}"/>
                    </a:ext>
                  </a:extLst>
                </p:cNvPr>
                <p:cNvGrpSpPr/>
                <p:nvPr/>
              </p:nvGrpSpPr>
              <p:grpSpPr>
                <a:xfrm>
                  <a:off x="4583420" y="4274529"/>
                  <a:ext cx="239556" cy="295938"/>
                  <a:chOff x="9076361" y="2963878"/>
                  <a:chExt cx="239556" cy="295938"/>
                </a:xfrm>
              </p:grpSpPr>
              <p:sp>
                <p:nvSpPr>
                  <p:cNvPr id="155" name="Isosceles Triangle 10">
                    <a:extLst>
                      <a:ext uri="{FF2B5EF4-FFF2-40B4-BE49-F238E27FC236}">
                        <a16:creationId xmlns:a16="http://schemas.microsoft.com/office/drawing/2014/main" id="{51470DDC-87E5-800E-328D-6D74DA45112B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9076361" y="3001836"/>
                    <a:ext cx="239556" cy="257980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6" name="Rectangle 155">
                    <a:extLst>
                      <a:ext uri="{FF2B5EF4-FFF2-40B4-BE49-F238E27FC236}">
                        <a16:creationId xmlns:a16="http://schemas.microsoft.com/office/drawing/2014/main" id="{E5F4B80E-17D2-2160-E16A-ED5E2969BCD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158183" y="2889241"/>
                    <a:ext cx="75913" cy="225188"/>
                  </a:xfrm>
                  <a:prstGeom prst="rect">
                    <a:avLst/>
                  </a:prstGeom>
                  <a:solidFill>
                    <a:schemeClr val="bg1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ABF21A06-51AA-2D36-CB6A-CA2B47E59EA7}"/>
                  </a:ext>
                </a:extLst>
              </p:cNvPr>
              <p:cNvSpPr/>
              <p:nvPr/>
            </p:nvSpPr>
            <p:spPr>
              <a:xfrm rot="5400000">
                <a:off x="4666150" y="4789263"/>
                <a:ext cx="75916" cy="1759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5C739994-7475-CD55-F1F5-AA6B5C7507B5}"/>
                </a:ext>
              </a:extLst>
            </p:cNvPr>
            <p:cNvSpPr/>
            <p:nvPr/>
          </p:nvSpPr>
          <p:spPr>
            <a:xfrm>
              <a:off x="3259510" y="4458172"/>
              <a:ext cx="45719" cy="2321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90412ECD-8F82-3051-4C37-746CB51969A8}"/>
              </a:ext>
            </a:extLst>
          </p:cNvPr>
          <p:cNvGrpSpPr/>
          <p:nvPr/>
        </p:nvGrpSpPr>
        <p:grpSpPr>
          <a:xfrm>
            <a:off x="4413895" y="2731270"/>
            <a:ext cx="629419" cy="1590226"/>
            <a:chOff x="4421890" y="2708390"/>
            <a:chExt cx="629419" cy="1590226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5A7024D9-994D-F599-E326-EB81234CE391}"/>
                </a:ext>
              </a:extLst>
            </p:cNvPr>
            <p:cNvSpPr/>
            <p:nvPr/>
          </p:nvSpPr>
          <p:spPr>
            <a:xfrm>
              <a:off x="4421890" y="2708390"/>
              <a:ext cx="547833" cy="159022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166EADD7-1CCB-FED9-3BEE-552DCA576103}"/>
                </a:ext>
              </a:extLst>
            </p:cNvPr>
            <p:cNvSpPr/>
            <p:nvPr/>
          </p:nvSpPr>
          <p:spPr>
            <a:xfrm>
              <a:off x="4906501" y="3647353"/>
              <a:ext cx="144808" cy="2097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2E5B97C4-694E-0F64-10AB-ABB3C405E46B}"/>
              </a:ext>
            </a:extLst>
          </p:cNvPr>
          <p:cNvGrpSpPr/>
          <p:nvPr/>
        </p:nvGrpSpPr>
        <p:grpSpPr>
          <a:xfrm>
            <a:off x="4893323" y="3461063"/>
            <a:ext cx="2278895" cy="3397632"/>
            <a:chOff x="4893297" y="3447165"/>
            <a:chExt cx="2278895" cy="3397632"/>
          </a:xfrm>
        </p:grpSpPr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EBC3EDCB-A1A0-1C4F-C15E-715E6EAF5692}"/>
                </a:ext>
              </a:extLst>
            </p:cNvPr>
            <p:cNvGrpSpPr/>
            <p:nvPr/>
          </p:nvGrpSpPr>
          <p:grpSpPr>
            <a:xfrm>
              <a:off x="4893297" y="3447165"/>
              <a:ext cx="2278895" cy="3397632"/>
              <a:chOff x="4893297" y="3447165"/>
              <a:chExt cx="2278895" cy="3397632"/>
            </a:xfrm>
          </p:grpSpPr>
          <p:grpSp>
            <p:nvGrpSpPr>
              <p:cNvPr id="264" name="Group 263">
                <a:extLst>
                  <a:ext uri="{FF2B5EF4-FFF2-40B4-BE49-F238E27FC236}">
                    <a16:creationId xmlns:a16="http://schemas.microsoft.com/office/drawing/2014/main" id="{2926A8E4-7367-9D79-1693-5A2723E3C63B}"/>
                  </a:ext>
                </a:extLst>
              </p:cNvPr>
              <p:cNvGrpSpPr/>
              <p:nvPr/>
            </p:nvGrpSpPr>
            <p:grpSpPr>
              <a:xfrm>
                <a:off x="4893297" y="3447165"/>
                <a:ext cx="2278895" cy="3397632"/>
                <a:chOff x="4893297" y="3447165"/>
                <a:chExt cx="2278895" cy="3397632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7F5EE8CF-032B-49B5-9F0E-0814D902468A}"/>
                    </a:ext>
                  </a:extLst>
                </p:cNvPr>
                <p:cNvGrpSpPr/>
                <p:nvPr/>
              </p:nvGrpSpPr>
              <p:grpSpPr>
                <a:xfrm>
                  <a:off x="4893297" y="5975485"/>
                  <a:ext cx="2278895" cy="869312"/>
                  <a:chOff x="4893297" y="5975485"/>
                  <a:chExt cx="2278895" cy="869312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69055B69-BAEA-9B98-0F94-FEB312408FBD}"/>
                      </a:ext>
                    </a:extLst>
                  </p:cNvPr>
                  <p:cNvGrpSpPr/>
                  <p:nvPr/>
                </p:nvGrpSpPr>
                <p:grpSpPr>
                  <a:xfrm>
                    <a:off x="4971569" y="5975485"/>
                    <a:ext cx="2037244" cy="869312"/>
                    <a:chOff x="4971569" y="5975485"/>
                    <a:chExt cx="2037244" cy="869312"/>
                  </a:xfrm>
                </p:grpSpPr>
                <p:grpSp>
                  <p:nvGrpSpPr>
                    <p:cNvPr id="95" name="Group 94">
                      <a:extLst>
                        <a:ext uri="{FF2B5EF4-FFF2-40B4-BE49-F238E27FC236}">
                          <a16:creationId xmlns:a16="http://schemas.microsoft.com/office/drawing/2014/main" id="{CB408137-40B0-D1F1-37FC-C82763E9C0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71569" y="6036342"/>
                      <a:ext cx="2037244" cy="808455"/>
                      <a:chOff x="4971569" y="6036342"/>
                      <a:chExt cx="2037244" cy="808455"/>
                    </a:xfrm>
                  </p:grpSpPr>
                  <p:sp>
                    <p:nvSpPr>
                      <p:cNvPr id="89" name="Rectangle 88">
                        <a:extLst>
                          <a:ext uri="{FF2B5EF4-FFF2-40B4-BE49-F238E27FC236}">
                            <a16:creationId xmlns:a16="http://schemas.microsoft.com/office/drawing/2014/main" id="{C34716B5-7025-6B6C-2410-023BC6A8CF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71569" y="6036342"/>
                        <a:ext cx="2037244" cy="57347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b="1">
                          <a:ln w="12700">
                            <a:solidFill>
                              <a:schemeClr val="tx2">
                                <a:lumMod val="75000"/>
                              </a:schemeClr>
                            </a:solidFill>
                            <a:prstDash val="solid"/>
                          </a:ln>
                          <a:pattFill prst="dkUpDiag">
                            <a:fgClr>
                              <a:schemeClr val="tx2"/>
                            </a:fgClr>
                            <a:bgClr>
                              <a:schemeClr val="tx2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endParaRPr>
                      </a:p>
                    </p:txBody>
                  </p:sp>
                  <p:sp>
                    <p:nvSpPr>
                      <p:cNvPr id="90" name="Rectangle 89">
                        <a:extLst>
                          <a:ext uri="{FF2B5EF4-FFF2-40B4-BE49-F238E27FC236}">
                            <a16:creationId xmlns:a16="http://schemas.microsoft.com/office/drawing/2014/main" id="{554EF4F8-A81F-BABA-045D-DC97DCDD0BB9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502137" y="6620404"/>
                        <a:ext cx="976108" cy="224393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lumMod val="85000"/>
                              <a:shade val="30000"/>
                              <a:satMod val="115000"/>
                            </a:schemeClr>
                          </a:gs>
                          <a:gs pos="50000">
                            <a:schemeClr val="bg1">
                              <a:lumMod val="85000"/>
                              <a:shade val="67500"/>
                              <a:satMod val="115000"/>
                            </a:schemeClr>
                          </a:gs>
                          <a:gs pos="100000">
                            <a:schemeClr val="bg1">
                              <a:lumMod val="85000"/>
                              <a:shade val="100000"/>
                              <a:satMod val="115000"/>
                            </a:schemeClr>
                          </a:gs>
                        </a:gsLst>
                        <a:lin ang="5400000" scaled="1"/>
                        <a:tileRect/>
                      </a:gradFill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b="1">
                          <a:ln w="12700">
                            <a:solidFill>
                              <a:schemeClr val="tx2">
                                <a:lumMod val="75000"/>
                              </a:schemeClr>
                            </a:solidFill>
                            <a:prstDash val="solid"/>
                          </a:ln>
                          <a:pattFill prst="dkUpDiag">
                            <a:fgClr>
                              <a:schemeClr val="tx2"/>
                            </a:fgClr>
                            <a:bgClr>
                              <a:schemeClr val="tx2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endParaRPr>
                      </a:p>
                    </p:txBody>
                  </p:sp>
                  <p:sp>
                    <p:nvSpPr>
                      <p:cNvPr id="91" name="Oval 90">
                        <a:extLst>
                          <a:ext uri="{FF2B5EF4-FFF2-40B4-BE49-F238E27FC236}">
                            <a16:creationId xmlns:a16="http://schemas.microsoft.com/office/drawing/2014/main" id="{020EE136-A903-09FA-9BD1-6DB8897FB8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93844" y="6411108"/>
                        <a:ext cx="121767" cy="117806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b="1">
                          <a:ln w="12700">
                            <a:solidFill>
                              <a:schemeClr val="tx2">
                                <a:lumMod val="75000"/>
                              </a:schemeClr>
                            </a:solidFill>
                            <a:prstDash val="solid"/>
                          </a:ln>
                          <a:pattFill prst="dkUpDiag">
                            <a:fgClr>
                              <a:schemeClr val="tx2"/>
                            </a:fgClr>
                            <a:bgClr>
                              <a:schemeClr val="tx2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endParaRPr>
                      </a:p>
                    </p:txBody>
                  </p:sp>
                  <p:sp>
                    <p:nvSpPr>
                      <p:cNvPr id="92" name="Oval 91">
                        <a:extLst>
                          <a:ext uri="{FF2B5EF4-FFF2-40B4-BE49-F238E27FC236}">
                            <a16:creationId xmlns:a16="http://schemas.microsoft.com/office/drawing/2014/main" id="{6B01A5BF-419E-E9AA-D1C6-930E5999DD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80369" y="6411108"/>
                        <a:ext cx="121767" cy="117806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b="1">
                          <a:ln w="12700">
                            <a:solidFill>
                              <a:schemeClr val="tx2">
                                <a:lumMod val="75000"/>
                              </a:schemeClr>
                            </a:solidFill>
                            <a:prstDash val="solid"/>
                          </a:ln>
                          <a:pattFill prst="dkUpDiag">
                            <a:fgClr>
                              <a:schemeClr val="tx2"/>
                            </a:fgClr>
                            <a:bgClr>
                              <a:schemeClr val="tx2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endParaRPr>
                      </a:p>
                    </p:txBody>
                  </p:sp>
                  <p:sp>
                    <p:nvSpPr>
                      <p:cNvPr id="93" name="Oval 92">
                        <a:extLst>
                          <a:ext uri="{FF2B5EF4-FFF2-40B4-BE49-F238E27FC236}">
                            <a16:creationId xmlns:a16="http://schemas.microsoft.com/office/drawing/2014/main" id="{F77A85B7-CB21-DB35-5D73-465E8AF4B2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99903" y="6420538"/>
                        <a:ext cx="121767" cy="117806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b="1">
                          <a:ln w="12700">
                            <a:solidFill>
                              <a:schemeClr val="tx2">
                                <a:lumMod val="75000"/>
                              </a:schemeClr>
                            </a:solidFill>
                            <a:prstDash val="solid"/>
                          </a:ln>
                          <a:pattFill prst="dkUpDiag">
                            <a:fgClr>
                              <a:schemeClr val="tx2"/>
                            </a:fgClr>
                            <a:bgClr>
                              <a:schemeClr val="tx2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endParaRPr>
                      </a:p>
                    </p:txBody>
                  </p:sp>
                  <p:sp>
                    <p:nvSpPr>
                      <p:cNvPr id="94" name="Oval 93">
                        <a:extLst>
                          <a:ext uri="{FF2B5EF4-FFF2-40B4-BE49-F238E27FC236}">
                            <a16:creationId xmlns:a16="http://schemas.microsoft.com/office/drawing/2014/main" id="{9761F59B-6E5D-1FE5-662C-5047FEB34C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93607" y="6414079"/>
                        <a:ext cx="121767" cy="117806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b="1">
                          <a:ln w="12700">
                            <a:solidFill>
                              <a:schemeClr val="tx2">
                                <a:lumMod val="75000"/>
                              </a:schemeClr>
                            </a:solidFill>
                            <a:prstDash val="solid"/>
                          </a:ln>
                          <a:pattFill prst="dkUpDiag">
                            <a:fgClr>
                              <a:schemeClr val="tx2"/>
                            </a:fgClr>
                            <a:bgClr>
                              <a:schemeClr val="tx2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endParaRPr>
                      </a:p>
                    </p:txBody>
                  </p:sp>
                </p:grpSp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25850488-A221-AD06-2061-423FDF63F5DA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933087" y="5795292"/>
                      <a:ext cx="122267" cy="4826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b="1">
                        <a:ln w="12700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</a:ln>
                        <a:pattFill prst="dkUpDiag">
                          <a:fgClr>
                            <a:schemeClr val="tx2"/>
                          </a:fgClr>
                          <a:bgClr>
                            <a:schemeClr val="tx2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endParaRPr>
                    </a:p>
                  </p:txBody>
                </p:sp>
              </p:grpSp>
              <p:sp>
                <p:nvSpPr>
                  <p:cNvPr id="97" name="Rectangle 96">
                    <a:extLst>
                      <a:ext uri="{FF2B5EF4-FFF2-40B4-BE49-F238E27FC236}">
                        <a16:creationId xmlns:a16="http://schemas.microsoft.com/office/drawing/2014/main" id="{CD937A8E-7CF7-5B68-7E4A-D21C65EA7247}"/>
                      </a:ext>
                    </a:extLst>
                  </p:cNvPr>
                  <p:cNvSpPr/>
                  <p:nvPr/>
                </p:nvSpPr>
                <p:spPr>
                  <a:xfrm>
                    <a:off x="4893297" y="6023826"/>
                    <a:ext cx="2278895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>
                    <a:spAutoFit/>
                  </a:bodyPr>
                  <a:lstStyle/>
                  <a:p>
                    <a:pPr algn="ctr"/>
                    <a:r>
                      <a:rPr lang="en-US" sz="24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a:t>Front Porch</a:t>
                    </a: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78E49F42-3476-3013-2118-2EFA12672B44}"/>
                    </a:ext>
                  </a:extLst>
                </p:cNvPr>
                <p:cNvGrpSpPr/>
                <p:nvPr/>
              </p:nvGrpSpPr>
              <p:grpSpPr>
                <a:xfrm>
                  <a:off x="4974883" y="3447165"/>
                  <a:ext cx="2010152" cy="2599032"/>
                  <a:chOff x="4974883" y="3447165"/>
                  <a:chExt cx="2010152" cy="2599032"/>
                </a:xfrm>
              </p:grpSpPr>
              <p:grpSp>
                <p:nvGrpSpPr>
                  <p:cNvPr id="88" name="Group 87">
                    <a:extLst>
                      <a:ext uri="{FF2B5EF4-FFF2-40B4-BE49-F238E27FC236}">
                        <a16:creationId xmlns:a16="http://schemas.microsoft.com/office/drawing/2014/main" id="{6774BCF4-16E0-B196-3B94-F913186B64A6}"/>
                      </a:ext>
                    </a:extLst>
                  </p:cNvPr>
                  <p:cNvGrpSpPr/>
                  <p:nvPr/>
                </p:nvGrpSpPr>
                <p:grpSpPr>
                  <a:xfrm>
                    <a:off x="4974883" y="3447165"/>
                    <a:ext cx="2010152" cy="2599032"/>
                    <a:chOff x="3836035" y="3462791"/>
                    <a:chExt cx="2010152" cy="2599032"/>
                  </a:xfrm>
                </p:grpSpPr>
                <p:grpSp>
                  <p:nvGrpSpPr>
                    <p:cNvPr id="86" name="Group 85">
                      <a:extLst>
                        <a:ext uri="{FF2B5EF4-FFF2-40B4-BE49-F238E27FC236}">
                          <a16:creationId xmlns:a16="http://schemas.microsoft.com/office/drawing/2014/main" id="{84E56549-B00F-1E64-5217-95A0885F6F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836035" y="3462791"/>
                      <a:ext cx="2010152" cy="2599032"/>
                      <a:chOff x="4974883" y="3447165"/>
                      <a:chExt cx="2010152" cy="2599032"/>
                    </a:xfrm>
                  </p:grpSpPr>
                  <p:sp>
                    <p:nvSpPr>
                      <p:cNvPr id="84" name="Rectangle 83">
                        <a:extLst>
                          <a:ext uri="{FF2B5EF4-FFF2-40B4-BE49-F238E27FC236}">
                            <a16:creationId xmlns:a16="http://schemas.microsoft.com/office/drawing/2014/main" id="{213A0106-861C-3BB5-5C37-DDDC427C63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74883" y="3447165"/>
                        <a:ext cx="2010152" cy="2573939"/>
                      </a:xfrm>
                      <a:custGeom>
                        <a:avLst/>
                        <a:gdLst>
                          <a:gd name="connsiteX0" fmla="*/ 0 w 2010089"/>
                          <a:gd name="connsiteY0" fmla="*/ 0 h 2589179"/>
                          <a:gd name="connsiteX1" fmla="*/ 2010089 w 2010089"/>
                          <a:gd name="connsiteY1" fmla="*/ 0 h 2589179"/>
                          <a:gd name="connsiteX2" fmla="*/ 2010089 w 2010089"/>
                          <a:gd name="connsiteY2" fmla="*/ 2589179 h 2589179"/>
                          <a:gd name="connsiteX3" fmla="*/ 0 w 2010089"/>
                          <a:gd name="connsiteY3" fmla="*/ 2589179 h 2589179"/>
                          <a:gd name="connsiteX4" fmla="*/ 0 w 2010089"/>
                          <a:gd name="connsiteY4" fmla="*/ 0 h 2589179"/>
                          <a:gd name="connsiteX0" fmla="*/ 2896 w 2012985"/>
                          <a:gd name="connsiteY0" fmla="*/ 0 h 2589179"/>
                          <a:gd name="connsiteX1" fmla="*/ 2012985 w 2012985"/>
                          <a:gd name="connsiteY1" fmla="*/ 0 h 2589179"/>
                          <a:gd name="connsiteX2" fmla="*/ 2012985 w 2012985"/>
                          <a:gd name="connsiteY2" fmla="*/ 2589179 h 2589179"/>
                          <a:gd name="connsiteX3" fmla="*/ 2896 w 2012985"/>
                          <a:gd name="connsiteY3" fmla="*/ 2589179 h 2589179"/>
                          <a:gd name="connsiteX4" fmla="*/ 0 w 2012985"/>
                          <a:gd name="connsiteY4" fmla="*/ 1273425 h 2589179"/>
                          <a:gd name="connsiteX5" fmla="*/ 2896 w 2012985"/>
                          <a:gd name="connsiteY5" fmla="*/ 0 h 2589179"/>
                          <a:gd name="connsiteX0" fmla="*/ 2896 w 2012985"/>
                          <a:gd name="connsiteY0" fmla="*/ 0 h 2589179"/>
                          <a:gd name="connsiteX1" fmla="*/ 2012985 w 2012985"/>
                          <a:gd name="connsiteY1" fmla="*/ 0 h 2589179"/>
                          <a:gd name="connsiteX2" fmla="*/ 2012985 w 2012985"/>
                          <a:gd name="connsiteY2" fmla="*/ 2589179 h 2589179"/>
                          <a:gd name="connsiteX3" fmla="*/ 2896 w 2012985"/>
                          <a:gd name="connsiteY3" fmla="*/ 2589179 h 2589179"/>
                          <a:gd name="connsiteX4" fmla="*/ 0 w 2012985"/>
                          <a:gd name="connsiteY4" fmla="*/ 1273425 h 2589179"/>
                          <a:gd name="connsiteX5" fmla="*/ 2896 w 2012985"/>
                          <a:gd name="connsiteY5" fmla="*/ 0 h 2589179"/>
                          <a:gd name="connsiteX0" fmla="*/ 63 w 2010152"/>
                          <a:gd name="connsiteY0" fmla="*/ 0 h 2589179"/>
                          <a:gd name="connsiteX1" fmla="*/ 2010152 w 2010152"/>
                          <a:gd name="connsiteY1" fmla="*/ 0 h 2589179"/>
                          <a:gd name="connsiteX2" fmla="*/ 2010152 w 2010152"/>
                          <a:gd name="connsiteY2" fmla="*/ 2589179 h 2589179"/>
                          <a:gd name="connsiteX3" fmla="*/ 63 w 2010152"/>
                          <a:gd name="connsiteY3" fmla="*/ 2589179 h 2589179"/>
                          <a:gd name="connsiteX4" fmla="*/ 8597 w 2010152"/>
                          <a:gd name="connsiteY4" fmla="*/ 1425825 h 2589179"/>
                          <a:gd name="connsiteX5" fmla="*/ 63 w 2010152"/>
                          <a:gd name="connsiteY5" fmla="*/ 0 h 2589179"/>
                          <a:gd name="connsiteX0" fmla="*/ 109440 w 2119529"/>
                          <a:gd name="connsiteY0" fmla="*/ 0 h 2589179"/>
                          <a:gd name="connsiteX1" fmla="*/ 2119529 w 2119529"/>
                          <a:gd name="connsiteY1" fmla="*/ 0 h 2589179"/>
                          <a:gd name="connsiteX2" fmla="*/ 2119529 w 2119529"/>
                          <a:gd name="connsiteY2" fmla="*/ 2589179 h 2589179"/>
                          <a:gd name="connsiteX3" fmla="*/ 109440 w 2119529"/>
                          <a:gd name="connsiteY3" fmla="*/ 2589179 h 2589179"/>
                          <a:gd name="connsiteX4" fmla="*/ 251323 w 2119529"/>
                          <a:gd name="connsiteY4" fmla="*/ 2020185 h 2589179"/>
                          <a:gd name="connsiteX5" fmla="*/ 117974 w 2119529"/>
                          <a:gd name="connsiteY5" fmla="*/ 1425825 h 2589179"/>
                          <a:gd name="connsiteX6" fmla="*/ 109440 w 2119529"/>
                          <a:gd name="connsiteY6" fmla="*/ 0 h 2589179"/>
                          <a:gd name="connsiteX0" fmla="*/ 51913 w 2062002"/>
                          <a:gd name="connsiteY0" fmla="*/ 0 h 2589179"/>
                          <a:gd name="connsiteX1" fmla="*/ 2062002 w 2062002"/>
                          <a:gd name="connsiteY1" fmla="*/ 0 h 2589179"/>
                          <a:gd name="connsiteX2" fmla="*/ 2062002 w 2062002"/>
                          <a:gd name="connsiteY2" fmla="*/ 2589179 h 2589179"/>
                          <a:gd name="connsiteX3" fmla="*/ 51913 w 2062002"/>
                          <a:gd name="connsiteY3" fmla="*/ 2589179 h 2589179"/>
                          <a:gd name="connsiteX4" fmla="*/ 932936 w 2062002"/>
                          <a:gd name="connsiteY4" fmla="*/ 1486785 h 2589179"/>
                          <a:gd name="connsiteX5" fmla="*/ 60447 w 2062002"/>
                          <a:gd name="connsiteY5" fmla="*/ 1425825 h 2589179"/>
                          <a:gd name="connsiteX6" fmla="*/ 51913 w 2062002"/>
                          <a:gd name="connsiteY6" fmla="*/ 0 h 2589179"/>
                          <a:gd name="connsiteX0" fmla="*/ 60444 w 2070533"/>
                          <a:gd name="connsiteY0" fmla="*/ 0 h 2589179"/>
                          <a:gd name="connsiteX1" fmla="*/ 2070533 w 2070533"/>
                          <a:gd name="connsiteY1" fmla="*/ 0 h 2589179"/>
                          <a:gd name="connsiteX2" fmla="*/ 2070533 w 2070533"/>
                          <a:gd name="connsiteY2" fmla="*/ 2589179 h 2589179"/>
                          <a:gd name="connsiteX3" fmla="*/ 60444 w 2070533"/>
                          <a:gd name="connsiteY3" fmla="*/ 2589179 h 2589179"/>
                          <a:gd name="connsiteX4" fmla="*/ 743347 w 2070533"/>
                          <a:gd name="connsiteY4" fmla="*/ 1342005 h 2589179"/>
                          <a:gd name="connsiteX5" fmla="*/ 68978 w 2070533"/>
                          <a:gd name="connsiteY5" fmla="*/ 1425825 h 2589179"/>
                          <a:gd name="connsiteX6" fmla="*/ 60444 w 2070533"/>
                          <a:gd name="connsiteY6" fmla="*/ 0 h 2589179"/>
                          <a:gd name="connsiteX0" fmla="*/ 66773 w 2076862"/>
                          <a:gd name="connsiteY0" fmla="*/ 0 h 2589179"/>
                          <a:gd name="connsiteX1" fmla="*/ 2076862 w 2076862"/>
                          <a:gd name="connsiteY1" fmla="*/ 0 h 2589179"/>
                          <a:gd name="connsiteX2" fmla="*/ 2076862 w 2076862"/>
                          <a:gd name="connsiteY2" fmla="*/ 2589179 h 2589179"/>
                          <a:gd name="connsiteX3" fmla="*/ 66773 w 2076862"/>
                          <a:gd name="connsiteY3" fmla="*/ 2589179 h 2589179"/>
                          <a:gd name="connsiteX4" fmla="*/ 635376 w 2076862"/>
                          <a:gd name="connsiteY4" fmla="*/ 1437255 h 2589179"/>
                          <a:gd name="connsiteX5" fmla="*/ 75307 w 2076862"/>
                          <a:gd name="connsiteY5" fmla="*/ 1425825 h 2589179"/>
                          <a:gd name="connsiteX6" fmla="*/ 66773 w 2076862"/>
                          <a:gd name="connsiteY6" fmla="*/ 0 h 2589179"/>
                          <a:gd name="connsiteX0" fmla="*/ 63 w 2010152"/>
                          <a:gd name="connsiteY0" fmla="*/ 0 h 2589179"/>
                          <a:gd name="connsiteX1" fmla="*/ 2010152 w 2010152"/>
                          <a:gd name="connsiteY1" fmla="*/ 0 h 2589179"/>
                          <a:gd name="connsiteX2" fmla="*/ 2010152 w 2010152"/>
                          <a:gd name="connsiteY2" fmla="*/ 2589179 h 2589179"/>
                          <a:gd name="connsiteX3" fmla="*/ 762063 w 2010152"/>
                          <a:gd name="connsiteY3" fmla="*/ 2547269 h 2589179"/>
                          <a:gd name="connsiteX4" fmla="*/ 568666 w 2010152"/>
                          <a:gd name="connsiteY4" fmla="*/ 1437255 h 2589179"/>
                          <a:gd name="connsiteX5" fmla="*/ 8597 w 2010152"/>
                          <a:gd name="connsiteY5" fmla="*/ 1425825 h 2589179"/>
                          <a:gd name="connsiteX6" fmla="*/ 63 w 2010152"/>
                          <a:gd name="connsiteY6" fmla="*/ 0 h 258917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10152 w 2010152"/>
                          <a:gd name="connsiteY2" fmla="*/ 2589179 h 2592989"/>
                          <a:gd name="connsiteX3" fmla="*/ 579183 w 2010152"/>
                          <a:gd name="connsiteY3" fmla="*/ 2592989 h 2592989"/>
                          <a:gd name="connsiteX4" fmla="*/ 568666 w 2010152"/>
                          <a:gd name="connsiteY4" fmla="*/ 1437255 h 2592989"/>
                          <a:gd name="connsiteX5" fmla="*/ 8597 w 2010152"/>
                          <a:gd name="connsiteY5" fmla="*/ 1425825 h 2592989"/>
                          <a:gd name="connsiteX6" fmla="*/ 63 w 2010152"/>
                          <a:gd name="connsiteY6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10152 w 2010152"/>
                          <a:gd name="connsiteY2" fmla="*/ 2589179 h 2592989"/>
                          <a:gd name="connsiteX3" fmla="*/ 579183 w 2010152"/>
                          <a:gd name="connsiteY3" fmla="*/ 2592989 h 2592989"/>
                          <a:gd name="connsiteX4" fmla="*/ 568666 w 2010152"/>
                          <a:gd name="connsiteY4" fmla="*/ 1437255 h 2592989"/>
                          <a:gd name="connsiteX5" fmla="*/ 8597 w 2010152"/>
                          <a:gd name="connsiteY5" fmla="*/ 1425825 h 2592989"/>
                          <a:gd name="connsiteX6" fmla="*/ 63 w 2010152"/>
                          <a:gd name="connsiteY6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10152 w 2010152"/>
                          <a:gd name="connsiteY2" fmla="*/ 2589179 h 2592989"/>
                          <a:gd name="connsiteX3" fmla="*/ 579183 w 2010152"/>
                          <a:gd name="connsiteY3" fmla="*/ 2592989 h 2592989"/>
                          <a:gd name="connsiteX4" fmla="*/ 568666 w 2010152"/>
                          <a:gd name="connsiteY4" fmla="*/ 1437255 h 2592989"/>
                          <a:gd name="connsiteX5" fmla="*/ 8597 w 2010152"/>
                          <a:gd name="connsiteY5" fmla="*/ 1425825 h 2592989"/>
                          <a:gd name="connsiteX6" fmla="*/ 63 w 2010152"/>
                          <a:gd name="connsiteY6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10152 w 2010152"/>
                          <a:gd name="connsiteY2" fmla="*/ 2589179 h 2592989"/>
                          <a:gd name="connsiteX3" fmla="*/ 579183 w 2010152"/>
                          <a:gd name="connsiteY3" fmla="*/ 2592989 h 2592989"/>
                          <a:gd name="connsiteX4" fmla="*/ 568666 w 2010152"/>
                          <a:gd name="connsiteY4" fmla="*/ 1437255 h 2592989"/>
                          <a:gd name="connsiteX5" fmla="*/ 8597 w 2010152"/>
                          <a:gd name="connsiteY5" fmla="*/ 1425825 h 2592989"/>
                          <a:gd name="connsiteX6" fmla="*/ 63 w 2010152"/>
                          <a:gd name="connsiteY6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10152 w 2010152"/>
                          <a:gd name="connsiteY2" fmla="*/ 2589179 h 2592989"/>
                          <a:gd name="connsiteX3" fmla="*/ 579183 w 2010152"/>
                          <a:gd name="connsiteY3" fmla="*/ 2592989 h 2592989"/>
                          <a:gd name="connsiteX4" fmla="*/ 568666 w 2010152"/>
                          <a:gd name="connsiteY4" fmla="*/ 1437255 h 2592989"/>
                          <a:gd name="connsiteX5" fmla="*/ 8597 w 2010152"/>
                          <a:gd name="connsiteY5" fmla="*/ 1425825 h 2592989"/>
                          <a:gd name="connsiteX6" fmla="*/ 63 w 2010152"/>
                          <a:gd name="connsiteY6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10152 w 2010152"/>
                          <a:gd name="connsiteY2" fmla="*/ 2589179 h 2592989"/>
                          <a:gd name="connsiteX3" fmla="*/ 579183 w 2010152"/>
                          <a:gd name="connsiteY3" fmla="*/ 2592989 h 2592989"/>
                          <a:gd name="connsiteX4" fmla="*/ 568666 w 2010152"/>
                          <a:gd name="connsiteY4" fmla="*/ 1437255 h 2592989"/>
                          <a:gd name="connsiteX5" fmla="*/ 8597 w 2010152"/>
                          <a:gd name="connsiteY5" fmla="*/ 1425825 h 2592989"/>
                          <a:gd name="connsiteX6" fmla="*/ 63 w 2010152"/>
                          <a:gd name="connsiteY6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05037 w 2010152"/>
                          <a:gd name="connsiteY2" fmla="*/ 1425825 h 2592989"/>
                          <a:gd name="connsiteX3" fmla="*/ 2010152 w 2010152"/>
                          <a:gd name="connsiteY3" fmla="*/ 2589179 h 2592989"/>
                          <a:gd name="connsiteX4" fmla="*/ 579183 w 2010152"/>
                          <a:gd name="connsiteY4" fmla="*/ 2592989 h 2592989"/>
                          <a:gd name="connsiteX5" fmla="*/ 568666 w 2010152"/>
                          <a:gd name="connsiteY5" fmla="*/ 1437255 h 2592989"/>
                          <a:gd name="connsiteX6" fmla="*/ 8597 w 2010152"/>
                          <a:gd name="connsiteY6" fmla="*/ 1425825 h 2592989"/>
                          <a:gd name="connsiteX7" fmla="*/ 63 w 2010152"/>
                          <a:gd name="connsiteY7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05037 w 2010152"/>
                          <a:gd name="connsiteY2" fmla="*/ 1425825 h 2592989"/>
                          <a:gd name="connsiteX3" fmla="*/ 2010152 w 2010152"/>
                          <a:gd name="connsiteY3" fmla="*/ 2589179 h 2592989"/>
                          <a:gd name="connsiteX4" fmla="*/ 579183 w 2010152"/>
                          <a:gd name="connsiteY4" fmla="*/ 2592989 h 2592989"/>
                          <a:gd name="connsiteX5" fmla="*/ 568666 w 2010152"/>
                          <a:gd name="connsiteY5" fmla="*/ 1437255 h 2592989"/>
                          <a:gd name="connsiteX6" fmla="*/ 8597 w 2010152"/>
                          <a:gd name="connsiteY6" fmla="*/ 1425825 h 2592989"/>
                          <a:gd name="connsiteX7" fmla="*/ 63 w 2010152"/>
                          <a:gd name="connsiteY7" fmla="*/ 0 h 2592989"/>
                          <a:gd name="connsiteX0" fmla="*/ 63 w 2010152"/>
                          <a:gd name="connsiteY0" fmla="*/ 0 h 2604419"/>
                          <a:gd name="connsiteX1" fmla="*/ 2010152 w 2010152"/>
                          <a:gd name="connsiteY1" fmla="*/ 0 h 2604419"/>
                          <a:gd name="connsiteX2" fmla="*/ 2005037 w 2010152"/>
                          <a:gd name="connsiteY2" fmla="*/ 1425825 h 2604419"/>
                          <a:gd name="connsiteX3" fmla="*/ 1053842 w 2010152"/>
                          <a:gd name="connsiteY3" fmla="*/ 2604419 h 2604419"/>
                          <a:gd name="connsiteX4" fmla="*/ 579183 w 2010152"/>
                          <a:gd name="connsiteY4" fmla="*/ 2592989 h 2604419"/>
                          <a:gd name="connsiteX5" fmla="*/ 568666 w 2010152"/>
                          <a:gd name="connsiteY5" fmla="*/ 1437255 h 2604419"/>
                          <a:gd name="connsiteX6" fmla="*/ 8597 w 2010152"/>
                          <a:gd name="connsiteY6" fmla="*/ 1425825 h 2604419"/>
                          <a:gd name="connsiteX7" fmla="*/ 63 w 2010152"/>
                          <a:gd name="connsiteY7" fmla="*/ 0 h 2604419"/>
                          <a:gd name="connsiteX0" fmla="*/ 63 w 2010152"/>
                          <a:gd name="connsiteY0" fmla="*/ 0 h 2604419"/>
                          <a:gd name="connsiteX1" fmla="*/ 2010152 w 2010152"/>
                          <a:gd name="connsiteY1" fmla="*/ 0 h 2604419"/>
                          <a:gd name="connsiteX2" fmla="*/ 2005037 w 2010152"/>
                          <a:gd name="connsiteY2" fmla="*/ 1425825 h 2604419"/>
                          <a:gd name="connsiteX3" fmla="*/ 1311617 w 2010152"/>
                          <a:gd name="connsiteY3" fmla="*/ 1924935 h 2604419"/>
                          <a:gd name="connsiteX4" fmla="*/ 1053842 w 2010152"/>
                          <a:gd name="connsiteY4" fmla="*/ 2604419 h 2604419"/>
                          <a:gd name="connsiteX5" fmla="*/ 579183 w 2010152"/>
                          <a:gd name="connsiteY5" fmla="*/ 2592989 h 2604419"/>
                          <a:gd name="connsiteX6" fmla="*/ 568666 w 2010152"/>
                          <a:gd name="connsiteY6" fmla="*/ 1437255 h 2604419"/>
                          <a:gd name="connsiteX7" fmla="*/ 8597 w 2010152"/>
                          <a:gd name="connsiteY7" fmla="*/ 1425825 h 2604419"/>
                          <a:gd name="connsiteX8" fmla="*/ 63 w 2010152"/>
                          <a:gd name="connsiteY8" fmla="*/ 0 h 2604419"/>
                          <a:gd name="connsiteX0" fmla="*/ 63 w 2010152"/>
                          <a:gd name="connsiteY0" fmla="*/ 0 h 2604419"/>
                          <a:gd name="connsiteX1" fmla="*/ 2010152 w 2010152"/>
                          <a:gd name="connsiteY1" fmla="*/ 0 h 2604419"/>
                          <a:gd name="connsiteX2" fmla="*/ 2005037 w 2010152"/>
                          <a:gd name="connsiteY2" fmla="*/ 1425825 h 2604419"/>
                          <a:gd name="connsiteX3" fmla="*/ 1265897 w 2010152"/>
                          <a:gd name="connsiteY3" fmla="*/ 1242945 h 2604419"/>
                          <a:gd name="connsiteX4" fmla="*/ 1053842 w 2010152"/>
                          <a:gd name="connsiteY4" fmla="*/ 2604419 h 2604419"/>
                          <a:gd name="connsiteX5" fmla="*/ 579183 w 2010152"/>
                          <a:gd name="connsiteY5" fmla="*/ 2592989 h 2604419"/>
                          <a:gd name="connsiteX6" fmla="*/ 568666 w 2010152"/>
                          <a:gd name="connsiteY6" fmla="*/ 1437255 h 2604419"/>
                          <a:gd name="connsiteX7" fmla="*/ 8597 w 2010152"/>
                          <a:gd name="connsiteY7" fmla="*/ 1425825 h 2604419"/>
                          <a:gd name="connsiteX8" fmla="*/ 63 w 2010152"/>
                          <a:gd name="connsiteY8" fmla="*/ 0 h 2604419"/>
                          <a:gd name="connsiteX0" fmla="*/ 63 w 2010152"/>
                          <a:gd name="connsiteY0" fmla="*/ 0 h 2604419"/>
                          <a:gd name="connsiteX1" fmla="*/ 2010152 w 2010152"/>
                          <a:gd name="connsiteY1" fmla="*/ 0 h 2604419"/>
                          <a:gd name="connsiteX2" fmla="*/ 2005037 w 2010152"/>
                          <a:gd name="connsiteY2" fmla="*/ 1425825 h 2604419"/>
                          <a:gd name="connsiteX3" fmla="*/ 1452587 w 2010152"/>
                          <a:gd name="connsiteY3" fmla="*/ 1433445 h 2604419"/>
                          <a:gd name="connsiteX4" fmla="*/ 1053842 w 2010152"/>
                          <a:gd name="connsiteY4" fmla="*/ 2604419 h 2604419"/>
                          <a:gd name="connsiteX5" fmla="*/ 579183 w 2010152"/>
                          <a:gd name="connsiteY5" fmla="*/ 2592989 h 2604419"/>
                          <a:gd name="connsiteX6" fmla="*/ 568666 w 2010152"/>
                          <a:gd name="connsiteY6" fmla="*/ 1437255 h 2604419"/>
                          <a:gd name="connsiteX7" fmla="*/ 8597 w 2010152"/>
                          <a:gd name="connsiteY7" fmla="*/ 1425825 h 2604419"/>
                          <a:gd name="connsiteX8" fmla="*/ 63 w 2010152"/>
                          <a:gd name="connsiteY8" fmla="*/ 0 h 2604419"/>
                          <a:gd name="connsiteX0" fmla="*/ 63 w 2010152"/>
                          <a:gd name="connsiteY0" fmla="*/ 0 h 2604419"/>
                          <a:gd name="connsiteX1" fmla="*/ 2010152 w 2010152"/>
                          <a:gd name="connsiteY1" fmla="*/ 0 h 2604419"/>
                          <a:gd name="connsiteX2" fmla="*/ 2005037 w 2010152"/>
                          <a:gd name="connsiteY2" fmla="*/ 1425825 h 2604419"/>
                          <a:gd name="connsiteX3" fmla="*/ 1452587 w 2010152"/>
                          <a:gd name="connsiteY3" fmla="*/ 1433445 h 2604419"/>
                          <a:gd name="connsiteX4" fmla="*/ 1053842 w 2010152"/>
                          <a:gd name="connsiteY4" fmla="*/ 2604419 h 2604419"/>
                          <a:gd name="connsiteX5" fmla="*/ 579183 w 2010152"/>
                          <a:gd name="connsiteY5" fmla="*/ 2592989 h 2604419"/>
                          <a:gd name="connsiteX6" fmla="*/ 568666 w 2010152"/>
                          <a:gd name="connsiteY6" fmla="*/ 1437255 h 2604419"/>
                          <a:gd name="connsiteX7" fmla="*/ 8597 w 2010152"/>
                          <a:gd name="connsiteY7" fmla="*/ 1425825 h 2604419"/>
                          <a:gd name="connsiteX8" fmla="*/ 63 w 2010152"/>
                          <a:gd name="connsiteY8" fmla="*/ 0 h 2604419"/>
                          <a:gd name="connsiteX0" fmla="*/ 63 w 2010152"/>
                          <a:gd name="connsiteY0" fmla="*/ 0 h 2604419"/>
                          <a:gd name="connsiteX1" fmla="*/ 2010152 w 2010152"/>
                          <a:gd name="connsiteY1" fmla="*/ 0 h 2604419"/>
                          <a:gd name="connsiteX2" fmla="*/ 2005037 w 2010152"/>
                          <a:gd name="connsiteY2" fmla="*/ 1425825 h 2604419"/>
                          <a:gd name="connsiteX3" fmla="*/ 1452587 w 2010152"/>
                          <a:gd name="connsiteY3" fmla="*/ 1433445 h 2604419"/>
                          <a:gd name="connsiteX4" fmla="*/ 1053842 w 2010152"/>
                          <a:gd name="connsiteY4" fmla="*/ 2604419 h 2604419"/>
                          <a:gd name="connsiteX5" fmla="*/ 579183 w 2010152"/>
                          <a:gd name="connsiteY5" fmla="*/ 2592989 h 2604419"/>
                          <a:gd name="connsiteX6" fmla="*/ 568666 w 2010152"/>
                          <a:gd name="connsiteY6" fmla="*/ 1437255 h 2604419"/>
                          <a:gd name="connsiteX7" fmla="*/ 8597 w 2010152"/>
                          <a:gd name="connsiteY7" fmla="*/ 1425825 h 2604419"/>
                          <a:gd name="connsiteX8" fmla="*/ 63 w 2010152"/>
                          <a:gd name="connsiteY8" fmla="*/ 0 h 260441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05037 w 2010152"/>
                          <a:gd name="connsiteY2" fmla="*/ 1425825 h 2592989"/>
                          <a:gd name="connsiteX3" fmla="*/ 1452587 w 2010152"/>
                          <a:gd name="connsiteY3" fmla="*/ 1433445 h 2592989"/>
                          <a:gd name="connsiteX4" fmla="*/ 1453892 w 2010152"/>
                          <a:gd name="connsiteY4" fmla="*/ 2573939 h 2592989"/>
                          <a:gd name="connsiteX5" fmla="*/ 579183 w 2010152"/>
                          <a:gd name="connsiteY5" fmla="*/ 2592989 h 2592989"/>
                          <a:gd name="connsiteX6" fmla="*/ 568666 w 2010152"/>
                          <a:gd name="connsiteY6" fmla="*/ 1437255 h 2592989"/>
                          <a:gd name="connsiteX7" fmla="*/ 8597 w 2010152"/>
                          <a:gd name="connsiteY7" fmla="*/ 1425825 h 2592989"/>
                          <a:gd name="connsiteX8" fmla="*/ 63 w 2010152"/>
                          <a:gd name="connsiteY8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05037 w 2010152"/>
                          <a:gd name="connsiteY2" fmla="*/ 1425825 h 2592989"/>
                          <a:gd name="connsiteX3" fmla="*/ 1452587 w 2010152"/>
                          <a:gd name="connsiteY3" fmla="*/ 1433445 h 2592989"/>
                          <a:gd name="connsiteX4" fmla="*/ 1453892 w 2010152"/>
                          <a:gd name="connsiteY4" fmla="*/ 2573939 h 2592989"/>
                          <a:gd name="connsiteX5" fmla="*/ 579183 w 2010152"/>
                          <a:gd name="connsiteY5" fmla="*/ 2592989 h 2592989"/>
                          <a:gd name="connsiteX6" fmla="*/ 568666 w 2010152"/>
                          <a:gd name="connsiteY6" fmla="*/ 1437255 h 2592989"/>
                          <a:gd name="connsiteX7" fmla="*/ 8597 w 2010152"/>
                          <a:gd name="connsiteY7" fmla="*/ 1425825 h 2592989"/>
                          <a:gd name="connsiteX8" fmla="*/ 63 w 2010152"/>
                          <a:gd name="connsiteY8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05037 w 2010152"/>
                          <a:gd name="connsiteY2" fmla="*/ 1425825 h 2592989"/>
                          <a:gd name="connsiteX3" fmla="*/ 1452587 w 2010152"/>
                          <a:gd name="connsiteY3" fmla="*/ 1433445 h 2592989"/>
                          <a:gd name="connsiteX4" fmla="*/ 1453892 w 2010152"/>
                          <a:gd name="connsiteY4" fmla="*/ 2573939 h 2592989"/>
                          <a:gd name="connsiteX5" fmla="*/ 579183 w 2010152"/>
                          <a:gd name="connsiteY5" fmla="*/ 2592989 h 2592989"/>
                          <a:gd name="connsiteX6" fmla="*/ 568666 w 2010152"/>
                          <a:gd name="connsiteY6" fmla="*/ 1437255 h 2592989"/>
                          <a:gd name="connsiteX7" fmla="*/ 8597 w 2010152"/>
                          <a:gd name="connsiteY7" fmla="*/ 1425825 h 2592989"/>
                          <a:gd name="connsiteX8" fmla="*/ 63 w 2010152"/>
                          <a:gd name="connsiteY8" fmla="*/ 0 h 2592989"/>
                          <a:gd name="connsiteX0" fmla="*/ 63 w 2010152"/>
                          <a:gd name="connsiteY0" fmla="*/ 0 h 2573939"/>
                          <a:gd name="connsiteX1" fmla="*/ 2010152 w 2010152"/>
                          <a:gd name="connsiteY1" fmla="*/ 0 h 2573939"/>
                          <a:gd name="connsiteX2" fmla="*/ 2005037 w 2010152"/>
                          <a:gd name="connsiteY2" fmla="*/ 1425825 h 2573939"/>
                          <a:gd name="connsiteX3" fmla="*/ 1452587 w 2010152"/>
                          <a:gd name="connsiteY3" fmla="*/ 1433445 h 2573939"/>
                          <a:gd name="connsiteX4" fmla="*/ 1453892 w 2010152"/>
                          <a:gd name="connsiteY4" fmla="*/ 2573939 h 2573939"/>
                          <a:gd name="connsiteX5" fmla="*/ 586803 w 2010152"/>
                          <a:gd name="connsiteY5" fmla="*/ 2562509 h 2573939"/>
                          <a:gd name="connsiteX6" fmla="*/ 568666 w 2010152"/>
                          <a:gd name="connsiteY6" fmla="*/ 1437255 h 2573939"/>
                          <a:gd name="connsiteX7" fmla="*/ 8597 w 2010152"/>
                          <a:gd name="connsiteY7" fmla="*/ 1425825 h 2573939"/>
                          <a:gd name="connsiteX8" fmla="*/ 63 w 2010152"/>
                          <a:gd name="connsiteY8" fmla="*/ 0 h 2573939"/>
                          <a:gd name="connsiteX0" fmla="*/ 63 w 2010152"/>
                          <a:gd name="connsiteY0" fmla="*/ 0 h 2573939"/>
                          <a:gd name="connsiteX1" fmla="*/ 2010152 w 2010152"/>
                          <a:gd name="connsiteY1" fmla="*/ 0 h 2573939"/>
                          <a:gd name="connsiteX2" fmla="*/ 2005037 w 2010152"/>
                          <a:gd name="connsiteY2" fmla="*/ 1425825 h 2573939"/>
                          <a:gd name="connsiteX3" fmla="*/ 1452587 w 2010152"/>
                          <a:gd name="connsiteY3" fmla="*/ 1433445 h 2573939"/>
                          <a:gd name="connsiteX4" fmla="*/ 1453892 w 2010152"/>
                          <a:gd name="connsiteY4" fmla="*/ 2573939 h 2573939"/>
                          <a:gd name="connsiteX5" fmla="*/ 567753 w 2010152"/>
                          <a:gd name="connsiteY5" fmla="*/ 2570129 h 2573939"/>
                          <a:gd name="connsiteX6" fmla="*/ 568666 w 2010152"/>
                          <a:gd name="connsiteY6" fmla="*/ 1437255 h 2573939"/>
                          <a:gd name="connsiteX7" fmla="*/ 8597 w 2010152"/>
                          <a:gd name="connsiteY7" fmla="*/ 1425825 h 2573939"/>
                          <a:gd name="connsiteX8" fmla="*/ 63 w 2010152"/>
                          <a:gd name="connsiteY8" fmla="*/ 0 h 257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10152" h="2573939">
                            <a:moveTo>
                              <a:pt x="63" y="0"/>
                            </a:moveTo>
                            <a:lnTo>
                              <a:pt x="2010152" y="0"/>
                            </a:lnTo>
                            <a:lnTo>
                              <a:pt x="2005037" y="1425825"/>
                            </a:lnTo>
                            <a:lnTo>
                              <a:pt x="1452587" y="1433445"/>
                            </a:lnTo>
                            <a:cubicBezTo>
                              <a:pt x="1454075" y="1820377"/>
                              <a:pt x="1438804" y="2096837"/>
                              <a:pt x="1453892" y="2573939"/>
                            </a:cubicBezTo>
                            <a:lnTo>
                              <a:pt x="567753" y="2570129"/>
                            </a:lnTo>
                            <a:cubicBezTo>
                              <a:pt x="561185" y="2159067"/>
                              <a:pt x="573924" y="2015122"/>
                              <a:pt x="568666" y="1437255"/>
                            </a:cubicBezTo>
                            <a:cubicBezTo>
                              <a:pt x="307198" y="1437673"/>
                              <a:pt x="489444" y="1434863"/>
                              <a:pt x="8597" y="1425825"/>
                            </a:cubicBezTo>
                            <a:cubicBezTo>
                              <a:pt x="9562" y="1001350"/>
                              <a:pt x="-902" y="424475"/>
                              <a:pt x="63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68" name="Group 67">
                        <a:extLst>
                          <a:ext uri="{FF2B5EF4-FFF2-40B4-BE49-F238E27FC236}">
                            <a16:creationId xmlns:a16="http://schemas.microsoft.com/office/drawing/2014/main" id="{249A84AF-A13D-80CB-B435-90BEF7373A29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0800000">
                        <a:off x="5751708" y="5715395"/>
                        <a:ext cx="497974" cy="330802"/>
                        <a:chOff x="5716775" y="3387928"/>
                        <a:chExt cx="497974" cy="330802"/>
                      </a:xfrm>
                    </p:grpSpPr>
                    <p:sp>
                      <p:nvSpPr>
                        <p:cNvPr id="69" name="Isosceles Triangle 10">
                          <a:extLst>
                            <a:ext uri="{FF2B5EF4-FFF2-40B4-BE49-F238E27FC236}">
                              <a16:creationId xmlns:a16="http://schemas.microsoft.com/office/drawing/2014/main" id="{26127020-F1A5-03F3-4633-B496E97F0B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 flipV="1">
                          <a:off x="5965971" y="3451017"/>
                          <a:ext cx="248778" cy="257982"/>
                        </a:xfrm>
                        <a:custGeom>
                          <a:avLst/>
                          <a:gdLst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54996 w 154996"/>
                            <a:gd name="connsiteY2" fmla="*/ 132522 h 132522"/>
                            <a:gd name="connsiteX3" fmla="*/ 0 w 154996"/>
                            <a:gd name="connsiteY3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56930 w 154996"/>
                            <a:gd name="connsiteY2" fmla="*/ 45057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12589 w 154996"/>
                            <a:gd name="connsiteY2" fmla="*/ 18553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60273"/>
                            <a:gd name="connsiteY0" fmla="*/ 141085 h 141085"/>
                            <a:gd name="connsiteX1" fmla="*/ 0 w 160273"/>
                            <a:gd name="connsiteY1" fmla="*/ 8563 h 141085"/>
                            <a:gd name="connsiteX2" fmla="*/ 112589 w 160273"/>
                            <a:gd name="connsiteY2" fmla="*/ 27116 h 141085"/>
                            <a:gd name="connsiteX3" fmla="*/ 154996 w 160273"/>
                            <a:gd name="connsiteY3" fmla="*/ 141085 h 141085"/>
                            <a:gd name="connsiteX4" fmla="*/ 0 w 160273"/>
                            <a:gd name="connsiteY4" fmla="*/ 141085 h 141085"/>
                            <a:gd name="connsiteX0" fmla="*/ 0 w 158940"/>
                            <a:gd name="connsiteY0" fmla="*/ 138889 h 138889"/>
                            <a:gd name="connsiteX1" fmla="*/ 0 w 158940"/>
                            <a:gd name="connsiteY1" fmla="*/ 6367 h 138889"/>
                            <a:gd name="connsiteX2" fmla="*/ 112589 w 158940"/>
                            <a:gd name="connsiteY2" fmla="*/ 24920 h 138889"/>
                            <a:gd name="connsiteX3" fmla="*/ 154996 w 158940"/>
                            <a:gd name="connsiteY3" fmla="*/ 138889 h 138889"/>
                            <a:gd name="connsiteX4" fmla="*/ 0 w 158940"/>
                            <a:gd name="connsiteY4" fmla="*/ 138889 h 138889"/>
                            <a:gd name="connsiteX0" fmla="*/ 0 w 159464"/>
                            <a:gd name="connsiteY0" fmla="*/ 137644 h 137644"/>
                            <a:gd name="connsiteX1" fmla="*/ 0 w 159464"/>
                            <a:gd name="connsiteY1" fmla="*/ 5122 h 137644"/>
                            <a:gd name="connsiteX2" fmla="*/ 120540 w 159464"/>
                            <a:gd name="connsiteY2" fmla="*/ 34276 h 137644"/>
                            <a:gd name="connsiteX3" fmla="*/ 154996 w 159464"/>
                            <a:gd name="connsiteY3" fmla="*/ 137644 h 137644"/>
                            <a:gd name="connsiteX4" fmla="*/ 0 w 159464"/>
                            <a:gd name="connsiteY4" fmla="*/ 137644 h 137644"/>
                            <a:gd name="connsiteX0" fmla="*/ 0 w 159976"/>
                            <a:gd name="connsiteY0" fmla="*/ 142975 h 142975"/>
                            <a:gd name="connsiteX1" fmla="*/ 0 w 159976"/>
                            <a:gd name="connsiteY1" fmla="*/ 10453 h 142975"/>
                            <a:gd name="connsiteX2" fmla="*/ 71549 w 159976"/>
                            <a:gd name="connsiteY2" fmla="*/ 11882 h 142975"/>
                            <a:gd name="connsiteX3" fmla="*/ 120540 w 159976"/>
                            <a:gd name="connsiteY3" fmla="*/ 39607 h 142975"/>
                            <a:gd name="connsiteX4" fmla="*/ 154996 w 159976"/>
                            <a:gd name="connsiteY4" fmla="*/ 142975 h 142975"/>
                            <a:gd name="connsiteX5" fmla="*/ 0 w 159976"/>
                            <a:gd name="connsiteY5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7850"/>
                            <a:gd name="connsiteY0" fmla="*/ 142975 h 142975"/>
                            <a:gd name="connsiteX1" fmla="*/ 0 w 167850"/>
                            <a:gd name="connsiteY1" fmla="*/ 10453 h 142975"/>
                            <a:gd name="connsiteX2" fmla="*/ 71549 w 167850"/>
                            <a:gd name="connsiteY2" fmla="*/ 11882 h 142975"/>
                            <a:gd name="connsiteX3" fmla="*/ 120540 w 167850"/>
                            <a:gd name="connsiteY3" fmla="*/ 39607 h 142975"/>
                            <a:gd name="connsiteX4" fmla="*/ 150130 w 167850"/>
                            <a:gd name="connsiteY4" fmla="*/ 85700 h 142975"/>
                            <a:gd name="connsiteX5" fmla="*/ 154996 w 167850"/>
                            <a:gd name="connsiteY5" fmla="*/ 142975 h 142975"/>
                            <a:gd name="connsiteX6" fmla="*/ 0 w 167850"/>
                            <a:gd name="connsiteY6" fmla="*/ 142975 h 142975"/>
                            <a:gd name="connsiteX0" fmla="*/ 0 w 167241"/>
                            <a:gd name="connsiteY0" fmla="*/ 142975 h 142975"/>
                            <a:gd name="connsiteX1" fmla="*/ 0 w 167241"/>
                            <a:gd name="connsiteY1" fmla="*/ 10453 h 142975"/>
                            <a:gd name="connsiteX2" fmla="*/ 71549 w 167241"/>
                            <a:gd name="connsiteY2" fmla="*/ 11882 h 142975"/>
                            <a:gd name="connsiteX3" fmla="*/ 120540 w 167241"/>
                            <a:gd name="connsiteY3" fmla="*/ 39607 h 142975"/>
                            <a:gd name="connsiteX4" fmla="*/ 150130 w 167241"/>
                            <a:gd name="connsiteY4" fmla="*/ 85700 h 142975"/>
                            <a:gd name="connsiteX5" fmla="*/ 154996 w 167241"/>
                            <a:gd name="connsiteY5" fmla="*/ 142975 h 142975"/>
                            <a:gd name="connsiteX6" fmla="*/ 0 w 167241"/>
                            <a:gd name="connsiteY6" fmla="*/ 142975 h 14297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7241" h="142975">
                              <a:moveTo>
                                <a:pt x="0" y="142975"/>
                              </a:moveTo>
                              <a:lnTo>
                                <a:pt x="0" y="10453"/>
                              </a:lnTo>
                              <a:cubicBezTo>
                                <a:pt x="11925" y="-11396"/>
                                <a:pt x="56221" y="7023"/>
                                <a:pt x="71549" y="11882"/>
                              </a:cubicBezTo>
                              <a:cubicBezTo>
                                <a:pt x="86877" y="16741"/>
                                <a:pt x="107443" y="27304"/>
                                <a:pt x="120540" y="39607"/>
                              </a:cubicBezTo>
                              <a:cubicBezTo>
                                <a:pt x="133637" y="51910"/>
                                <a:pt x="139625" y="63710"/>
                                <a:pt x="150130" y="85700"/>
                              </a:cubicBezTo>
                              <a:cubicBezTo>
                                <a:pt x="160635" y="107690"/>
                                <a:pt x="180018" y="133429"/>
                                <a:pt x="154996" y="142975"/>
                              </a:cubicBezTo>
                              <a:lnTo>
                                <a:pt x="0" y="142975"/>
                              </a:lnTo>
                              <a:close/>
                            </a:path>
                          </a:pathLst>
                        </a:custGeom>
                        <a:noFill/>
                        <a:ln w="127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70" name="Isosceles Triangle 10">
                          <a:extLst>
                            <a:ext uri="{FF2B5EF4-FFF2-40B4-BE49-F238E27FC236}">
                              <a16:creationId xmlns:a16="http://schemas.microsoft.com/office/drawing/2014/main" id="{B67700F2-B0FD-609F-A762-ABAA17C66D3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V="1">
                          <a:off x="5716775" y="3460748"/>
                          <a:ext cx="248778" cy="257982"/>
                        </a:xfrm>
                        <a:custGeom>
                          <a:avLst/>
                          <a:gdLst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54996 w 154996"/>
                            <a:gd name="connsiteY2" fmla="*/ 132522 h 132522"/>
                            <a:gd name="connsiteX3" fmla="*/ 0 w 154996"/>
                            <a:gd name="connsiteY3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56930 w 154996"/>
                            <a:gd name="connsiteY2" fmla="*/ 45057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12589 w 154996"/>
                            <a:gd name="connsiteY2" fmla="*/ 18553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60273"/>
                            <a:gd name="connsiteY0" fmla="*/ 141085 h 141085"/>
                            <a:gd name="connsiteX1" fmla="*/ 0 w 160273"/>
                            <a:gd name="connsiteY1" fmla="*/ 8563 h 141085"/>
                            <a:gd name="connsiteX2" fmla="*/ 112589 w 160273"/>
                            <a:gd name="connsiteY2" fmla="*/ 27116 h 141085"/>
                            <a:gd name="connsiteX3" fmla="*/ 154996 w 160273"/>
                            <a:gd name="connsiteY3" fmla="*/ 141085 h 141085"/>
                            <a:gd name="connsiteX4" fmla="*/ 0 w 160273"/>
                            <a:gd name="connsiteY4" fmla="*/ 141085 h 141085"/>
                            <a:gd name="connsiteX0" fmla="*/ 0 w 158940"/>
                            <a:gd name="connsiteY0" fmla="*/ 138889 h 138889"/>
                            <a:gd name="connsiteX1" fmla="*/ 0 w 158940"/>
                            <a:gd name="connsiteY1" fmla="*/ 6367 h 138889"/>
                            <a:gd name="connsiteX2" fmla="*/ 112589 w 158940"/>
                            <a:gd name="connsiteY2" fmla="*/ 24920 h 138889"/>
                            <a:gd name="connsiteX3" fmla="*/ 154996 w 158940"/>
                            <a:gd name="connsiteY3" fmla="*/ 138889 h 138889"/>
                            <a:gd name="connsiteX4" fmla="*/ 0 w 158940"/>
                            <a:gd name="connsiteY4" fmla="*/ 138889 h 138889"/>
                            <a:gd name="connsiteX0" fmla="*/ 0 w 159464"/>
                            <a:gd name="connsiteY0" fmla="*/ 137644 h 137644"/>
                            <a:gd name="connsiteX1" fmla="*/ 0 w 159464"/>
                            <a:gd name="connsiteY1" fmla="*/ 5122 h 137644"/>
                            <a:gd name="connsiteX2" fmla="*/ 120540 w 159464"/>
                            <a:gd name="connsiteY2" fmla="*/ 34276 h 137644"/>
                            <a:gd name="connsiteX3" fmla="*/ 154996 w 159464"/>
                            <a:gd name="connsiteY3" fmla="*/ 137644 h 137644"/>
                            <a:gd name="connsiteX4" fmla="*/ 0 w 159464"/>
                            <a:gd name="connsiteY4" fmla="*/ 137644 h 137644"/>
                            <a:gd name="connsiteX0" fmla="*/ 0 w 159976"/>
                            <a:gd name="connsiteY0" fmla="*/ 142975 h 142975"/>
                            <a:gd name="connsiteX1" fmla="*/ 0 w 159976"/>
                            <a:gd name="connsiteY1" fmla="*/ 10453 h 142975"/>
                            <a:gd name="connsiteX2" fmla="*/ 71549 w 159976"/>
                            <a:gd name="connsiteY2" fmla="*/ 11882 h 142975"/>
                            <a:gd name="connsiteX3" fmla="*/ 120540 w 159976"/>
                            <a:gd name="connsiteY3" fmla="*/ 39607 h 142975"/>
                            <a:gd name="connsiteX4" fmla="*/ 154996 w 159976"/>
                            <a:gd name="connsiteY4" fmla="*/ 142975 h 142975"/>
                            <a:gd name="connsiteX5" fmla="*/ 0 w 159976"/>
                            <a:gd name="connsiteY5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7850"/>
                            <a:gd name="connsiteY0" fmla="*/ 142975 h 142975"/>
                            <a:gd name="connsiteX1" fmla="*/ 0 w 167850"/>
                            <a:gd name="connsiteY1" fmla="*/ 10453 h 142975"/>
                            <a:gd name="connsiteX2" fmla="*/ 71549 w 167850"/>
                            <a:gd name="connsiteY2" fmla="*/ 11882 h 142975"/>
                            <a:gd name="connsiteX3" fmla="*/ 120540 w 167850"/>
                            <a:gd name="connsiteY3" fmla="*/ 39607 h 142975"/>
                            <a:gd name="connsiteX4" fmla="*/ 150130 w 167850"/>
                            <a:gd name="connsiteY4" fmla="*/ 85700 h 142975"/>
                            <a:gd name="connsiteX5" fmla="*/ 154996 w 167850"/>
                            <a:gd name="connsiteY5" fmla="*/ 142975 h 142975"/>
                            <a:gd name="connsiteX6" fmla="*/ 0 w 167850"/>
                            <a:gd name="connsiteY6" fmla="*/ 142975 h 142975"/>
                            <a:gd name="connsiteX0" fmla="*/ 0 w 167241"/>
                            <a:gd name="connsiteY0" fmla="*/ 142975 h 142975"/>
                            <a:gd name="connsiteX1" fmla="*/ 0 w 167241"/>
                            <a:gd name="connsiteY1" fmla="*/ 10453 h 142975"/>
                            <a:gd name="connsiteX2" fmla="*/ 71549 w 167241"/>
                            <a:gd name="connsiteY2" fmla="*/ 11882 h 142975"/>
                            <a:gd name="connsiteX3" fmla="*/ 120540 w 167241"/>
                            <a:gd name="connsiteY3" fmla="*/ 39607 h 142975"/>
                            <a:gd name="connsiteX4" fmla="*/ 150130 w 167241"/>
                            <a:gd name="connsiteY4" fmla="*/ 85700 h 142975"/>
                            <a:gd name="connsiteX5" fmla="*/ 154996 w 167241"/>
                            <a:gd name="connsiteY5" fmla="*/ 142975 h 142975"/>
                            <a:gd name="connsiteX6" fmla="*/ 0 w 167241"/>
                            <a:gd name="connsiteY6" fmla="*/ 142975 h 14297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7241" h="142975">
                              <a:moveTo>
                                <a:pt x="0" y="142975"/>
                              </a:moveTo>
                              <a:lnTo>
                                <a:pt x="0" y="10453"/>
                              </a:lnTo>
                              <a:cubicBezTo>
                                <a:pt x="11925" y="-11396"/>
                                <a:pt x="56221" y="7023"/>
                                <a:pt x="71549" y="11882"/>
                              </a:cubicBezTo>
                              <a:cubicBezTo>
                                <a:pt x="86877" y="16741"/>
                                <a:pt x="107443" y="27304"/>
                                <a:pt x="120540" y="39607"/>
                              </a:cubicBezTo>
                              <a:cubicBezTo>
                                <a:pt x="133637" y="51910"/>
                                <a:pt x="139625" y="63710"/>
                                <a:pt x="150130" y="85700"/>
                              </a:cubicBezTo>
                              <a:cubicBezTo>
                                <a:pt x="160635" y="107690"/>
                                <a:pt x="180018" y="133429"/>
                                <a:pt x="154996" y="142975"/>
                              </a:cubicBezTo>
                              <a:lnTo>
                                <a:pt x="0" y="142975"/>
                              </a:lnTo>
                              <a:close/>
                            </a:path>
                          </a:pathLst>
                        </a:custGeom>
                        <a:noFill/>
                        <a:ln w="127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71" name="Rectangle 70">
                          <a:extLst>
                            <a:ext uri="{FF2B5EF4-FFF2-40B4-BE49-F238E27FC236}">
                              <a16:creationId xmlns:a16="http://schemas.microsoft.com/office/drawing/2014/main" id="{E824C129-A32C-7D4C-F583-034726426B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1937" y="3387928"/>
                          <a:ext cx="488334" cy="8214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sp>
                  <p:nvSpPr>
                    <p:cNvPr id="87" name="Rectangle 86">
                      <a:extLst>
                        <a:ext uri="{FF2B5EF4-FFF2-40B4-BE49-F238E27FC236}">
                          <a16:creationId xmlns:a16="http://schemas.microsoft.com/office/drawing/2014/main" id="{5057F930-0D40-6B6D-1DF9-3958A49117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6999" y="4049227"/>
                      <a:ext cx="610427" cy="849860"/>
                    </a:xfrm>
                    <a:custGeom>
                      <a:avLst/>
                      <a:gdLst>
                        <a:gd name="connsiteX0" fmla="*/ 0 w 610427"/>
                        <a:gd name="connsiteY0" fmla="*/ 0 h 374634"/>
                        <a:gd name="connsiteX1" fmla="*/ 610427 w 610427"/>
                        <a:gd name="connsiteY1" fmla="*/ 0 h 374634"/>
                        <a:gd name="connsiteX2" fmla="*/ 610427 w 610427"/>
                        <a:gd name="connsiteY2" fmla="*/ 374634 h 374634"/>
                        <a:gd name="connsiteX3" fmla="*/ 0 w 610427"/>
                        <a:gd name="connsiteY3" fmla="*/ 374634 h 374634"/>
                        <a:gd name="connsiteX4" fmla="*/ 0 w 610427"/>
                        <a:gd name="connsiteY4" fmla="*/ 0 h 374634"/>
                        <a:gd name="connsiteX0" fmla="*/ 0 w 610427"/>
                        <a:gd name="connsiteY0" fmla="*/ 475226 h 849860"/>
                        <a:gd name="connsiteX1" fmla="*/ 610427 w 610427"/>
                        <a:gd name="connsiteY1" fmla="*/ 0 h 849860"/>
                        <a:gd name="connsiteX2" fmla="*/ 610427 w 610427"/>
                        <a:gd name="connsiteY2" fmla="*/ 849860 h 849860"/>
                        <a:gd name="connsiteX3" fmla="*/ 0 w 610427"/>
                        <a:gd name="connsiteY3" fmla="*/ 849860 h 849860"/>
                        <a:gd name="connsiteX4" fmla="*/ 0 w 610427"/>
                        <a:gd name="connsiteY4" fmla="*/ 475226 h 849860"/>
                        <a:gd name="connsiteX0" fmla="*/ 0 w 610427"/>
                        <a:gd name="connsiteY0" fmla="*/ 475226 h 849860"/>
                        <a:gd name="connsiteX1" fmla="*/ 321672 w 610427"/>
                        <a:gd name="connsiteY1" fmla="*/ 224528 h 849860"/>
                        <a:gd name="connsiteX2" fmla="*/ 610427 w 610427"/>
                        <a:gd name="connsiteY2" fmla="*/ 0 h 849860"/>
                        <a:gd name="connsiteX3" fmla="*/ 610427 w 610427"/>
                        <a:gd name="connsiteY3" fmla="*/ 849860 h 849860"/>
                        <a:gd name="connsiteX4" fmla="*/ 0 w 610427"/>
                        <a:gd name="connsiteY4" fmla="*/ 849860 h 849860"/>
                        <a:gd name="connsiteX5" fmla="*/ 0 w 610427"/>
                        <a:gd name="connsiteY5" fmla="*/ 475226 h 849860"/>
                        <a:gd name="connsiteX0" fmla="*/ 0 w 610427"/>
                        <a:gd name="connsiteY0" fmla="*/ 475226 h 849860"/>
                        <a:gd name="connsiteX1" fmla="*/ 177465 w 610427"/>
                        <a:gd name="connsiteY1" fmla="*/ 4941 h 849860"/>
                        <a:gd name="connsiteX2" fmla="*/ 610427 w 610427"/>
                        <a:gd name="connsiteY2" fmla="*/ 0 h 849860"/>
                        <a:gd name="connsiteX3" fmla="*/ 610427 w 610427"/>
                        <a:gd name="connsiteY3" fmla="*/ 849860 h 849860"/>
                        <a:gd name="connsiteX4" fmla="*/ 0 w 610427"/>
                        <a:gd name="connsiteY4" fmla="*/ 849860 h 849860"/>
                        <a:gd name="connsiteX5" fmla="*/ 0 w 610427"/>
                        <a:gd name="connsiteY5" fmla="*/ 475226 h 849860"/>
                        <a:gd name="connsiteX0" fmla="*/ 0 w 610427"/>
                        <a:gd name="connsiteY0" fmla="*/ 475226 h 849860"/>
                        <a:gd name="connsiteX1" fmla="*/ 72588 w 610427"/>
                        <a:gd name="connsiteY1" fmla="*/ 283521 h 849860"/>
                        <a:gd name="connsiteX2" fmla="*/ 177465 w 610427"/>
                        <a:gd name="connsiteY2" fmla="*/ 4941 h 849860"/>
                        <a:gd name="connsiteX3" fmla="*/ 610427 w 610427"/>
                        <a:gd name="connsiteY3" fmla="*/ 0 h 849860"/>
                        <a:gd name="connsiteX4" fmla="*/ 610427 w 610427"/>
                        <a:gd name="connsiteY4" fmla="*/ 849860 h 849860"/>
                        <a:gd name="connsiteX5" fmla="*/ 0 w 610427"/>
                        <a:gd name="connsiteY5" fmla="*/ 849860 h 849860"/>
                        <a:gd name="connsiteX6" fmla="*/ 0 w 610427"/>
                        <a:gd name="connsiteY6" fmla="*/ 475226 h 849860"/>
                        <a:gd name="connsiteX0" fmla="*/ 0 w 610427"/>
                        <a:gd name="connsiteY0" fmla="*/ 475226 h 849860"/>
                        <a:gd name="connsiteX1" fmla="*/ 226626 w 610427"/>
                        <a:gd name="connsiteY1" fmla="*/ 473612 h 849860"/>
                        <a:gd name="connsiteX2" fmla="*/ 177465 w 610427"/>
                        <a:gd name="connsiteY2" fmla="*/ 4941 h 849860"/>
                        <a:gd name="connsiteX3" fmla="*/ 610427 w 610427"/>
                        <a:gd name="connsiteY3" fmla="*/ 0 h 849860"/>
                        <a:gd name="connsiteX4" fmla="*/ 610427 w 610427"/>
                        <a:gd name="connsiteY4" fmla="*/ 849860 h 849860"/>
                        <a:gd name="connsiteX5" fmla="*/ 0 w 610427"/>
                        <a:gd name="connsiteY5" fmla="*/ 849860 h 849860"/>
                        <a:gd name="connsiteX6" fmla="*/ 0 w 610427"/>
                        <a:gd name="connsiteY6" fmla="*/ 475226 h 849860"/>
                        <a:gd name="connsiteX0" fmla="*/ 0 w 610427"/>
                        <a:gd name="connsiteY0" fmla="*/ 475226 h 849860"/>
                        <a:gd name="connsiteX1" fmla="*/ 226626 w 610427"/>
                        <a:gd name="connsiteY1" fmla="*/ 473612 h 849860"/>
                        <a:gd name="connsiteX2" fmla="*/ 223348 w 610427"/>
                        <a:gd name="connsiteY2" fmla="*/ 8219 h 849860"/>
                        <a:gd name="connsiteX3" fmla="*/ 610427 w 610427"/>
                        <a:gd name="connsiteY3" fmla="*/ 0 h 849860"/>
                        <a:gd name="connsiteX4" fmla="*/ 610427 w 610427"/>
                        <a:gd name="connsiteY4" fmla="*/ 849860 h 849860"/>
                        <a:gd name="connsiteX5" fmla="*/ 0 w 610427"/>
                        <a:gd name="connsiteY5" fmla="*/ 849860 h 849860"/>
                        <a:gd name="connsiteX6" fmla="*/ 0 w 610427"/>
                        <a:gd name="connsiteY6" fmla="*/ 475226 h 8498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10427" h="849860">
                          <a:moveTo>
                            <a:pt x="0" y="475226"/>
                          </a:moveTo>
                          <a:lnTo>
                            <a:pt x="226626" y="473612"/>
                          </a:lnTo>
                          <a:cubicBezTo>
                            <a:pt x="225533" y="318481"/>
                            <a:pt x="224441" y="163350"/>
                            <a:pt x="223348" y="8219"/>
                          </a:cubicBezTo>
                          <a:lnTo>
                            <a:pt x="610427" y="0"/>
                          </a:lnTo>
                          <a:lnTo>
                            <a:pt x="610427" y="849860"/>
                          </a:lnTo>
                          <a:lnTo>
                            <a:pt x="0" y="849860"/>
                          </a:lnTo>
                          <a:lnTo>
                            <a:pt x="0" y="475226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50000">
                          <a:schemeClr val="bg1"/>
                        </a:gs>
                        <a:gs pos="100000">
                          <a:schemeClr val="bg2">
                            <a:lumMod val="50000"/>
                          </a:schemeClr>
                        </a:gs>
                      </a:gsLst>
                      <a:lin ang="8100000" scaled="1"/>
                      <a:tileRect/>
                    </a:gradFill>
                    <a:ln w="190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00" name="Rectangle 99">
                    <a:extLst>
                      <a:ext uri="{FF2B5EF4-FFF2-40B4-BE49-F238E27FC236}">
                        <a16:creationId xmlns:a16="http://schemas.microsoft.com/office/drawing/2014/main" id="{4F9C68ED-23BA-9A9E-293F-160F8173ECB1}"/>
                      </a:ext>
                    </a:extLst>
                  </p:cNvPr>
                  <p:cNvSpPr/>
                  <p:nvPr/>
                </p:nvSpPr>
                <p:spPr>
                  <a:xfrm>
                    <a:off x="5405277" y="3656974"/>
                    <a:ext cx="1162150" cy="830997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>
                    <a:spAutoFit/>
                  </a:bodyPr>
                  <a:lstStyle/>
                  <a:p>
                    <a:pPr algn="ctr"/>
                    <a:r>
                      <a:rPr lang="en-US" sz="24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a:t>Central Passage</a:t>
                    </a:r>
                  </a:p>
                </p:txBody>
              </p:sp>
            </p:grpSp>
          </p:grpSp>
          <p:grpSp>
            <p:nvGrpSpPr>
              <p:cNvPr id="390" name="Group 389">
                <a:extLst>
                  <a:ext uri="{FF2B5EF4-FFF2-40B4-BE49-F238E27FC236}">
                    <a16:creationId xmlns:a16="http://schemas.microsoft.com/office/drawing/2014/main" id="{8EFFC101-E72A-2BF7-C995-42962E4BB46F}"/>
                  </a:ext>
                </a:extLst>
              </p:cNvPr>
              <p:cNvGrpSpPr/>
              <p:nvPr/>
            </p:nvGrpSpPr>
            <p:grpSpPr>
              <a:xfrm rot="16200000">
                <a:off x="4983130" y="3601338"/>
                <a:ext cx="239556" cy="295938"/>
                <a:chOff x="9076361" y="2963878"/>
                <a:chExt cx="239556" cy="295938"/>
              </a:xfrm>
            </p:grpSpPr>
            <p:sp>
              <p:nvSpPr>
                <p:cNvPr id="391" name="Isosceles Triangle 10">
                  <a:extLst>
                    <a:ext uri="{FF2B5EF4-FFF2-40B4-BE49-F238E27FC236}">
                      <a16:creationId xmlns:a16="http://schemas.microsoft.com/office/drawing/2014/main" id="{8580ED96-2565-DC9E-C8D5-17AC238E9699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2" name="Rectangle 391">
                  <a:extLst>
                    <a:ext uri="{FF2B5EF4-FFF2-40B4-BE49-F238E27FC236}">
                      <a16:creationId xmlns:a16="http://schemas.microsoft.com/office/drawing/2014/main" id="{C7572BA9-DC53-B560-E98A-E2F275F4FF8E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2F19716D-3F80-9ED7-1C70-ACF9B7776FA5}"/>
                </a:ext>
              </a:extLst>
            </p:cNvPr>
            <p:cNvSpPr/>
            <p:nvPr/>
          </p:nvSpPr>
          <p:spPr>
            <a:xfrm>
              <a:off x="6950024" y="3533760"/>
              <a:ext cx="66389" cy="255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Isosceles Triangle 10">
            <a:extLst>
              <a:ext uri="{FF2B5EF4-FFF2-40B4-BE49-F238E27FC236}">
                <a16:creationId xmlns:a16="http://schemas.microsoft.com/office/drawing/2014/main" id="{2CB97747-18D0-DAD4-2E64-CAA6EE09F875}"/>
              </a:ext>
            </a:extLst>
          </p:cNvPr>
          <p:cNvSpPr/>
          <p:nvPr/>
        </p:nvSpPr>
        <p:spPr>
          <a:xfrm rot="10800000" flipH="1" flipV="1">
            <a:off x="3732978" y="4049829"/>
            <a:ext cx="239556" cy="257980"/>
          </a:xfrm>
          <a:custGeom>
            <a:avLst/>
            <a:gdLst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54996 w 154996"/>
              <a:gd name="connsiteY2" fmla="*/ 132522 h 132522"/>
              <a:gd name="connsiteX3" fmla="*/ 0 w 154996"/>
              <a:gd name="connsiteY3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56930 w 154996"/>
              <a:gd name="connsiteY2" fmla="*/ 45057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12589 w 154996"/>
              <a:gd name="connsiteY2" fmla="*/ 18553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60273"/>
              <a:gd name="connsiteY0" fmla="*/ 141085 h 141085"/>
              <a:gd name="connsiteX1" fmla="*/ 0 w 160273"/>
              <a:gd name="connsiteY1" fmla="*/ 8563 h 141085"/>
              <a:gd name="connsiteX2" fmla="*/ 112589 w 160273"/>
              <a:gd name="connsiteY2" fmla="*/ 27116 h 141085"/>
              <a:gd name="connsiteX3" fmla="*/ 154996 w 160273"/>
              <a:gd name="connsiteY3" fmla="*/ 141085 h 141085"/>
              <a:gd name="connsiteX4" fmla="*/ 0 w 160273"/>
              <a:gd name="connsiteY4" fmla="*/ 141085 h 141085"/>
              <a:gd name="connsiteX0" fmla="*/ 0 w 158940"/>
              <a:gd name="connsiteY0" fmla="*/ 138889 h 138889"/>
              <a:gd name="connsiteX1" fmla="*/ 0 w 158940"/>
              <a:gd name="connsiteY1" fmla="*/ 6367 h 138889"/>
              <a:gd name="connsiteX2" fmla="*/ 112589 w 158940"/>
              <a:gd name="connsiteY2" fmla="*/ 24920 h 138889"/>
              <a:gd name="connsiteX3" fmla="*/ 154996 w 158940"/>
              <a:gd name="connsiteY3" fmla="*/ 138889 h 138889"/>
              <a:gd name="connsiteX4" fmla="*/ 0 w 158940"/>
              <a:gd name="connsiteY4" fmla="*/ 138889 h 138889"/>
              <a:gd name="connsiteX0" fmla="*/ 0 w 159464"/>
              <a:gd name="connsiteY0" fmla="*/ 137644 h 137644"/>
              <a:gd name="connsiteX1" fmla="*/ 0 w 159464"/>
              <a:gd name="connsiteY1" fmla="*/ 5122 h 137644"/>
              <a:gd name="connsiteX2" fmla="*/ 120540 w 159464"/>
              <a:gd name="connsiteY2" fmla="*/ 34276 h 137644"/>
              <a:gd name="connsiteX3" fmla="*/ 154996 w 159464"/>
              <a:gd name="connsiteY3" fmla="*/ 137644 h 137644"/>
              <a:gd name="connsiteX4" fmla="*/ 0 w 159464"/>
              <a:gd name="connsiteY4" fmla="*/ 137644 h 137644"/>
              <a:gd name="connsiteX0" fmla="*/ 0 w 159976"/>
              <a:gd name="connsiteY0" fmla="*/ 142975 h 142975"/>
              <a:gd name="connsiteX1" fmla="*/ 0 w 159976"/>
              <a:gd name="connsiteY1" fmla="*/ 10453 h 142975"/>
              <a:gd name="connsiteX2" fmla="*/ 71549 w 159976"/>
              <a:gd name="connsiteY2" fmla="*/ 11882 h 142975"/>
              <a:gd name="connsiteX3" fmla="*/ 120540 w 159976"/>
              <a:gd name="connsiteY3" fmla="*/ 39607 h 142975"/>
              <a:gd name="connsiteX4" fmla="*/ 154996 w 159976"/>
              <a:gd name="connsiteY4" fmla="*/ 142975 h 142975"/>
              <a:gd name="connsiteX5" fmla="*/ 0 w 159976"/>
              <a:gd name="connsiteY5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7850"/>
              <a:gd name="connsiteY0" fmla="*/ 142975 h 142975"/>
              <a:gd name="connsiteX1" fmla="*/ 0 w 167850"/>
              <a:gd name="connsiteY1" fmla="*/ 10453 h 142975"/>
              <a:gd name="connsiteX2" fmla="*/ 71549 w 167850"/>
              <a:gd name="connsiteY2" fmla="*/ 11882 h 142975"/>
              <a:gd name="connsiteX3" fmla="*/ 120540 w 167850"/>
              <a:gd name="connsiteY3" fmla="*/ 39607 h 142975"/>
              <a:gd name="connsiteX4" fmla="*/ 150130 w 167850"/>
              <a:gd name="connsiteY4" fmla="*/ 85700 h 142975"/>
              <a:gd name="connsiteX5" fmla="*/ 154996 w 167850"/>
              <a:gd name="connsiteY5" fmla="*/ 142975 h 142975"/>
              <a:gd name="connsiteX6" fmla="*/ 0 w 167850"/>
              <a:gd name="connsiteY6" fmla="*/ 142975 h 142975"/>
              <a:gd name="connsiteX0" fmla="*/ 0 w 167241"/>
              <a:gd name="connsiteY0" fmla="*/ 142975 h 142975"/>
              <a:gd name="connsiteX1" fmla="*/ 0 w 167241"/>
              <a:gd name="connsiteY1" fmla="*/ 10453 h 142975"/>
              <a:gd name="connsiteX2" fmla="*/ 71549 w 167241"/>
              <a:gd name="connsiteY2" fmla="*/ 11882 h 142975"/>
              <a:gd name="connsiteX3" fmla="*/ 120540 w 167241"/>
              <a:gd name="connsiteY3" fmla="*/ 39607 h 142975"/>
              <a:gd name="connsiteX4" fmla="*/ 150130 w 167241"/>
              <a:gd name="connsiteY4" fmla="*/ 85700 h 142975"/>
              <a:gd name="connsiteX5" fmla="*/ 154996 w 167241"/>
              <a:gd name="connsiteY5" fmla="*/ 142975 h 142975"/>
              <a:gd name="connsiteX6" fmla="*/ 0 w 167241"/>
              <a:gd name="connsiteY6" fmla="*/ 142975 h 1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241" h="142975">
                <a:moveTo>
                  <a:pt x="0" y="142975"/>
                </a:moveTo>
                <a:lnTo>
                  <a:pt x="0" y="10453"/>
                </a:lnTo>
                <a:cubicBezTo>
                  <a:pt x="11925" y="-11396"/>
                  <a:pt x="56221" y="7023"/>
                  <a:pt x="71549" y="11882"/>
                </a:cubicBezTo>
                <a:cubicBezTo>
                  <a:pt x="86877" y="16741"/>
                  <a:pt x="107443" y="27304"/>
                  <a:pt x="120540" y="39607"/>
                </a:cubicBezTo>
                <a:cubicBezTo>
                  <a:pt x="133637" y="51910"/>
                  <a:pt x="139625" y="63710"/>
                  <a:pt x="150130" y="85700"/>
                </a:cubicBezTo>
                <a:cubicBezTo>
                  <a:pt x="160635" y="107690"/>
                  <a:pt x="180018" y="133429"/>
                  <a:pt x="154996" y="142975"/>
                </a:cubicBezTo>
                <a:lnTo>
                  <a:pt x="0" y="142975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839E4C3D-A499-FA88-BEA4-561797524A75}"/>
              </a:ext>
            </a:extLst>
          </p:cNvPr>
          <p:cNvSpPr/>
          <p:nvPr/>
        </p:nvSpPr>
        <p:spPr>
          <a:xfrm>
            <a:off x="4363564" y="2846522"/>
            <a:ext cx="71203" cy="20178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F8E992-2B2D-E155-8DAE-229D13709276}"/>
              </a:ext>
            </a:extLst>
          </p:cNvPr>
          <p:cNvSpPr/>
          <p:nvPr/>
        </p:nvSpPr>
        <p:spPr>
          <a:xfrm rot="16200000">
            <a:off x="3807469" y="4206826"/>
            <a:ext cx="104493" cy="22564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B966B4-5C16-74A6-100D-7EB4E51EBB4F}"/>
              </a:ext>
            </a:extLst>
          </p:cNvPr>
          <p:cNvSpPr/>
          <p:nvPr/>
        </p:nvSpPr>
        <p:spPr>
          <a:xfrm rot="16200000">
            <a:off x="4626666" y="4142644"/>
            <a:ext cx="99036" cy="30990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D98EDCB-34EA-1128-232D-4225926EE5FC}"/>
              </a:ext>
            </a:extLst>
          </p:cNvPr>
          <p:cNvSpPr/>
          <p:nvPr/>
        </p:nvSpPr>
        <p:spPr>
          <a:xfrm rot="16200000">
            <a:off x="4631823" y="2607894"/>
            <a:ext cx="99038" cy="27001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375F0EE-8631-85D2-1A14-5EB0EC8C0483}"/>
              </a:ext>
            </a:extLst>
          </p:cNvPr>
          <p:cNvSpPr/>
          <p:nvPr/>
        </p:nvSpPr>
        <p:spPr>
          <a:xfrm rot="16200000">
            <a:off x="5925418" y="3235248"/>
            <a:ext cx="134695" cy="45242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D4A769A-7834-745A-EA55-4CB5B23BB79B}"/>
              </a:ext>
            </a:extLst>
          </p:cNvPr>
          <p:cNvSpPr/>
          <p:nvPr/>
        </p:nvSpPr>
        <p:spPr>
          <a:xfrm>
            <a:off x="5507165" y="5400136"/>
            <a:ext cx="61254" cy="20283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24E2FF2-132F-3E8B-6CE3-1BC2B80AA34B}"/>
              </a:ext>
            </a:extLst>
          </p:cNvPr>
          <p:cNvSpPr/>
          <p:nvPr/>
        </p:nvSpPr>
        <p:spPr>
          <a:xfrm>
            <a:off x="6393256" y="5390438"/>
            <a:ext cx="61254" cy="20283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F2430B9-32CC-3482-9F75-C7ED572F52B2}"/>
              </a:ext>
            </a:extLst>
          </p:cNvPr>
          <p:cNvGrpSpPr/>
          <p:nvPr/>
        </p:nvGrpSpPr>
        <p:grpSpPr>
          <a:xfrm>
            <a:off x="2826679" y="1538626"/>
            <a:ext cx="2150977" cy="1588571"/>
            <a:chOff x="2924734" y="1625834"/>
            <a:chExt cx="2049832" cy="1512004"/>
          </a:xfrm>
          <a:solidFill>
            <a:schemeClr val="accent6">
              <a:lumMod val="75000"/>
            </a:schemeClr>
          </a:solidFill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AA7A5DF8-298A-97AF-0D0A-7F4D0B5AE31A}"/>
                </a:ext>
              </a:extLst>
            </p:cNvPr>
            <p:cNvGrpSpPr/>
            <p:nvPr/>
          </p:nvGrpSpPr>
          <p:grpSpPr>
            <a:xfrm>
              <a:off x="2924734" y="1625834"/>
              <a:ext cx="1532375" cy="1512004"/>
              <a:chOff x="2924734" y="1625834"/>
              <a:chExt cx="1532375" cy="1512004"/>
            </a:xfrm>
            <a:grpFill/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B642983-C3C2-17EC-BD75-D1645C000440}"/>
                  </a:ext>
                </a:extLst>
              </p:cNvPr>
              <p:cNvSpPr/>
              <p:nvPr/>
            </p:nvSpPr>
            <p:spPr>
              <a:xfrm>
                <a:off x="2956482" y="1625834"/>
                <a:ext cx="1465474" cy="1512004"/>
              </a:xfrm>
              <a:prstGeom prst="rect">
                <a:avLst/>
              </a:prstGeom>
              <a:grp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01E549F5-1926-BF7D-B385-BE96E17EFD5B}"/>
                  </a:ext>
                </a:extLst>
              </p:cNvPr>
              <p:cNvSpPr/>
              <p:nvPr/>
            </p:nvSpPr>
            <p:spPr>
              <a:xfrm>
                <a:off x="2924734" y="2355762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2AA7390B-CA07-7001-67ED-F6F1F7BA9E63}"/>
                  </a:ext>
                </a:extLst>
              </p:cNvPr>
              <p:cNvSpPr/>
              <p:nvPr/>
            </p:nvSpPr>
            <p:spPr>
              <a:xfrm rot="16200000">
                <a:off x="3293228" y="1782836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B6C29025-2B0F-C201-6B8F-80E8ABA0AF04}"/>
                  </a:ext>
                </a:extLst>
              </p:cNvPr>
              <p:cNvSpPr/>
              <p:nvPr/>
            </p:nvSpPr>
            <p:spPr>
              <a:xfrm rot="16200000">
                <a:off x="3990851" y="1780170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347DE0F3-A224-016D-6DD6-5831F540FE3F}"/>
                  </a:ext>
                </a:extLst>
              </p:cNvPr>
              <p:cNvGrpSpPr/>
              <p:nvPr/>
            </p:nvGrpSpPr>
            <p:grpSpPr>
              <a:xfrm rot="5400000">
                <a:off x="4189362" y="2759772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167" name="Isosceles Triangle 10">
                  <a:extLst>
                    <a:ext uri="{FF2B5EF4-FFF2-40B4-BE49-F238E27FC236}">
                      <a16:creationId xmlns:a16="http://schemas.microsoft.com/office/drawing/2014/main" id="{7B9C6BE9-7BE0-6472-8676-1FC5C1EFAB90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89D44812-50B3-A702-CBFA-4AC59908B32C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33A49158-F2F7-D782-4F20-235F27A56861}"/>
                </a:ext>
              </a:extLst>
            </p:cNvPr>
            <p:cNvGrpSpPr/>
            <p:nvPr/>
          </p:nvGrpSpPr>
          <p:grpSpPr>
            <a:xfrm>
              <a:off x="4394219" y="1978938"/>
              <a:ext cx="580347" cy="729452"/>
              <a:chOff x="4394219" y="1978938"/>
              <a:chExt cx="580347" cy="729452"/>
            </a:xfrm>
            <a:grpFill/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EBF6CEA1-C43C-CB6D-56D4-948FF2D25F77}"/>
                  </a:ext>
                </a:extLst>
              </p:cNvPr>
              <p:cNvSpPr/>
              <p:nvPr/>
            </p:nvSpPr>
            <p:spPr>
              <a:xfrm>
                <a:off x="4426733" y="2001799"/>
                <a:ext cx="547833" cy="706591"/>
              </a:xfrm>
              <a:prstGeom prst="rect">
                <a:avLst/>
              </a:prstGeom>
              <a:grp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2F13446F-AA61-9DD9-DE38-821EBE1F9ACD}"/>
                  </a:ext>
                </a:extLst>
              </p:cNvPr>
              <p:cNvSpPr/>
              <p:nvPr/>
            </p:nvSpPr>
            <p:spPr>
              <a:xfrm rot="16200000">
                <a:off x="4699010" y="1826261"/>
                <a:ext cx="45719" cy="351074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1C7FB278-03D3-9104-1A0B-3EC9C2459E17}"/>
                  </a:ext>
                </a:extLst>
              </p:cNvPr>
              <p:cNvGrpSpPr/>
              <p:nvPr/>
            </p:nvGrpSpPr>
            <p:grpSpPr>
              <a:xfrm rot="16200000">
                <a:off x="4422410" y="2071113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160" name="Isosceles Triangle 10">
                  <a:extLst>
                    <a:ext uri="{FF2B5EF4-FFF2-40B4-BE49-F238E27FC236}">
                      <a16:creationId xmlns:a16="http://schemas.microsoft.com/office/drawing/2014/main" id="{99576F91-528E-E4AE-C1D0-6ADEEB6E80CF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049662DB-94C5-322F-AB03-BAF3383ABABD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52531CCE-2295-D851-BB94-C02CED005DAA}"/>
              </a:ext>
            </a:extLst>
          </p:cNvPr>
          <p:cNvGrpSpPr/>
          <p:nvPr/>
        </p:nvGrpSpPr>
        <p:grpSpPr>
          <a:xfrm>
            <a:off x="2825782" y="3133063"/>
            <a:ext cx="1602818" cy="1162999"/>
            <a:chOff x="2437306" y="3087199"/>
            <a:chExt cx="1602818" cy="1162999"/>
          </a:xfrm>
          <a:solidFill>
            <a:schemeClr val="accent6">
              <a:lumMod val="75000"/>
            </a:schemeClr>
          </a:solidFill>
        </p:grpSpPr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19FC3B51-B4FF-710B-BA04-FF2967B68A36}"/>
                </a:ext>
              </a:extLst>
            </p:cNvPr>
            <p:cNvGrpSpPr/>
            <p:nvPr/>
          </p:nvGrpSpPr>
          <p:grpSpPr>
            <a:xfrm>
              <a:off x="2437306" y="3087199"/>
              <a:ext cx="1575737" cy="1162999"/>
              <a:chOff x="3179466" y="3334070"/>
              <a:chExt cx="1575737" cy="1162999"/>
            </a:xfrm>
            <a:grpFill/>
          </p:grpSpPr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032B204-5312-03B7-F450-2984A4B77784}"/>
                  </a:ext>
                </a:extLst>
              </p:cNvPr>
              <p:cNvGrpSpPr/>
              <p:nvPr/>
            </p:nvGrpSpPr>
            <p:grpSpPr>
              <a:xfrm>
                <a:off x="3179466" y="3334070"/>
                <a:ext cx="1575737" cy="1162999"/>
                <a:chOff x="2840309" y="3133852"/>
                <a:chExt cx="1575737" cy="1162999"/>
              </a:xfrm>
              <a:grpFill/>
            </p:grpSpPr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8D557706-D861-7203-E389-D7A05A6C5382}"/>
                    </a:ext>
                  </a:extLst>
                </p:cNvPr>
                <p:cNvSpPr/>
                <p:nvPr/>
              </p:nvSpPr>
              <p:spPr>
                <a:xfrm>
                  <a:off x="2950572" y="3133852"/>
                  <a:ext cx="1465474" cy="1162999"/>
                </a:xfrm>
                <a:prstGeom prst="rect">
                  <a:avLst/>
                </a:prstGeom>
                <a:grpFill/>
                <a:ln w="381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9D0CDD92-2631-499A-E8F8-5A3BAB2E19C0}"/>
                    </a:ext>
                  </a:extLst>
                </p:cNvPr>
                <p:cNvGrpSpPr/>
                <p:nvPr/>
              </p:nvGrpSpPr>
              <p:grpSpPr>
                <a:xfrm>
                  <a:off x="2840309" y="3801672"/>
                  <a:ext cx="252200" cy="302028"/>
                  <a:chOff x="9933213" y="3946493"/>
                  <a:chExt cx="172917" cy="302028"/>
                </a:xfrm>
                <a:grpFill/>
              </p:grpSpPr>
              <p:sp>
                <p:nvSpPr>
                  <p:cNvPr id="203" name="Rectangle 202">
                    <a:extLst>
                      <a:ext uri="{FF2B5EF4-FFF2-40B4-BE49-F238E27FC236}">
                        <a16:creationId xmlns:a16="http://schemas.microsoft.com/office/drawing/2014/main" id="{937DBA8F-D323-9D60-7651-8337796849B9}"/>
                      </a:ext>
                    </a:extLst>
                  </p:cNvPr>
                  <p:cNvSpPr/>
                  <p:nvPr/>
                </p:nvSpPr>
                <p:spPr>
                  <a:xfrm>
                    <a:off x="10060411" y="3984450"/>
                    <a:ext cx="45719" cy="232198"/>
                  </a:xfrm>
                  <a:prstGeom prst="rect">
                    <a:avLst/>
                  </a:prstGeom>
                  <a:grpFill/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4" name="Rectangle 203">
                    <a:extLst>
                      <a:ext uri="{FF2B5EF4-FFF2-40B4-BE49-F238E27FC236}">
                        <a16:creationId xmlns:a16="http://schemas.microsoft.com/office/drawing/2014/main" id="{2416324A-941C-7734-58BA-40B270BE2A1F}"/>
                      </a:ext>
                    </a:extLst>
                  </p:cNvPr>
                  <p:cNvSpPr/>
                  <p:nvPr/>
                </p:nvSpPr>
                <p:spPr>
                  <a:xfrm>
                    <a:off x="9933213" y="3946493"/>
                    <a:ext cx="129026" cy="302028"/>
                  </a:xfrm>
                  <a:prstGeom prst="rect">
                    <a:avLst/>
                  </a:prstGeom>
                  <a:grpFill/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65220AB6-66D6-1BAD-862C-70D274DE6366}"/>
                  </a:ext>
                </a:extLst>
              </p:cNvPr>
              <p:cNvSpPr/>
              <p:nvPr/>
            </p:nvSpPr>
            <p:spPr>
              <a:xfrm>
                <a:off x="3263683" y="3556136"/>
                <a:ext cx="53477" cy="339903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ECC74066-D0B3-3131-5CEE-B93D910DCF25}"/>
                </a:ext>
              </a:extLst>
            </p:cNvPr>
            <p:cNvGrpSpPr/>
            <p:nvPr/>
          </p:nvGrpSpPr>
          <p:grpSpPr>
            <a:xfrm rot="5400000">
              <a:off x="3772377" y="3531499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197" name="Isosceles Triangle 10">
                <a:extLst>
                  <a:ext uri="{FF2B5EF4-FFF2-40B4-BE49-F238E27FC236}">
                    <a16:creationId xmlns:a16="http://schemas.microsoft.com/office/drawing/2014/main" id="{C1A22AD0-61EC-60E2-4D74-348846164179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72CA5932-D3F1-1415-4447-680FEF869B40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D9CC6A16-ADF1-4C4F-18F2-575F6E527EC7}"/>
              </a:ext>
            </a:extLst>
          </p:cNvPr>
          <p:cNvGrpSpPr/>
          <p:nvPr/>
        </p:nvGrpSpPr>
        <p:grpSpPr>
          <a:xfrm>
            <a:off x="4424570" y="2704933"/>
            <a:ext cx="554090" cy="1590226"/>
            <a:chOff x="4421890" y="2708390"/>
            <a:chExt cx="579144" cy="1590226"/>
          </a:xfrm>
          <a:solidFill>
            <a:schemeClr val="accent6">
              <a:lumMod val="75000"/>
            </a:schemeClr>
          </a:solidFill>
        </p:grpSpPr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FFA6A524-21E5-C06C-C3FE-07F9CB0B769C}"/>
                </a:ext>
              </a:extLst>
            </p:cNvPr>
            <p:cNvSpPr/>
            <p:nvPr/>
          </p:nvSpPr>
          <p:spPr>
            <a:xfrm>
              <a:off x="4421890" y="2708390"/>
              <a:ext cx="547833" cy="1590226"/>
            </a:xfrm>
            <a:prstGeom prst="rect">
              <a:avLst/>
            </a:pr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15FAA69-61C2-50F2-0070-D86AD2CF7D91}"/>
                </a:ext>
              </a:extLst>
            </p:cNvPr>
            <p:cNvSpPr/>
            <p:nvPr/>
          </p:nvSpPr>
          <p:spPr>
            <a:xfrm>
              <a:off x="4906501" y="3647353"/>
              <a:ext cx="94533" cy="20974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111414D-F677-FFE0-CA31-34BB22BD503B}"/>
              </a:ext>
            </a:extLst>
          </p:cNvPr>
          <p:cNvGrpSpPr/>
          <p:nvPr/>
        </p:nvGrpSpPr>
        <p:grpSpPr>
          <a:xfrm>
            <a:off x="2909999" y="4248302"/>
            <a:ext cx="2054583" cy="631681"/>
            <a:chOff x="3259510" y="4274529"/>
            <a:chExt cx="1723113" cy="631681"/>
          </a:xfrm>
          <a:solidFill>
            <a:schemeClr val="accent6">
              <a:lumMod val="75000"/>
            </a:schemeClr>
          </a:solidFill>
        </p:grpSpPr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FC93B045-F647-ED4B-F988-F1ED864AA6ED}"/>
                </a:ext>
              </a:extLst>
            </p:cNvPr>
            <p:cNvGrpSpPr/>
            <p:nvPr/>
          </p:nvGrpSpPr>
          <p:grpSpPr>
            <a:xfrm>
              <a:off x="3280033" y="4274529"/>
              <a:ext cx="1702590" cy="631681"/>
              <a:chOff x="3280033" y="4274529"/>
              <a:chExt cx="1702590" cy="631681"/>
            </a:xfrm>
            <a:grpFill/>
          </p:grpSpPr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F6BFE67F-D362-0B37-7998-9C990E053A3B}"/>
                  </a:ext>
                </a:extLst>
              </p:cNvPr>
              <p:cNvGrpSpPr/>
              <p:nvPr/>
            </p:nvGrpSpPr>
            <p:grpSpPr>
              <a:xfrm>
                <a:off x="3280033" y="4274529"/>
                <a:ext cx="1702590" cy="596800"/>
                <a:chOff x="3280033" y="4274529"/>
                <a:chExt cx="1702590" cy="596800"/>
              </a:xfrm>
              <a:grpFill/>
            </p:grpSpPr>
            <p:grpSp>
              <p:nvGrpSpPr>
                <p:cNvPr id="213" name="Group 212">
                  <a:extLst>
                    <a:ext uri="{FF2B5EF4-FFF2-40B4-BE49-F238E27FC236}">
                      <a16:creationId xmlns:a16="http://schemas.microsoft.com/office/drawing/2014/main" id="{3082C4A0-1469-A6FE-771E-7B46A649931C}"/>
                    </a:ext>
                  </a:extLst>
                </p:cNvPr>
                <p:cNvGrpSpPr/>
                <p:nvPr/>
              </p:nvGrpSpPr>
              <p:grpSpPr>
                <a:xfrm>
                  <a:off x="3280033" y="4319766"/>
                  <a:ext cx="1702590" cy="551563"/>
                  <a:chOff x="3254118" y="4309568"/>
                  <a:chExt cx="1702590" cy="551563"/>
                </a:xfrm>
                <a:grpFill/>
              </p:grpSpPr>
              <p:sp>
                <p:nvSpPr>
                  <p:cNvPr id="217" name="Rectangle 216">
                    <a:extLst>
                      <a:ext uri="{FF2B5EF4-FFF2-40B4-BE49-F238E27FC236}">
                        <a16:creationId xmlns:a16="http://schemas.microsoft.com/office/drawing/2014/main" id="{12D908FA-C390-F354-CAF6-74B9F5BAEF8B}"/>
                      </a:ext>
                    </a:extLst>
                  </p:cNvPr>
                  <p:cNvSpPr/>
                  <p:nvPr/>
                </p:nvSpPr>
                <p:spPr>
                  <a:xfrm>
                    <a:off x="3254118" y="4309568"/>
                    <a:ext cx="1702590" cy="551563"/>
                  </a:xfrm>
                  <a:prstGeom prst="rect">
                    <a:avLst/>
                  </a:prstGeom>
                  <a:grpFill/>
                  <a:ln w="381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8" name="Rectangle 86">
                    <a:extLst>
                      <a:ext uri="{FF2B5EF4-FFF2-40B4-BE49-F238E27FC236}">
                        <a16:creationId xmlns:a16="http://schemas.microsoft.com/office/drawing/2014/main" id="{2AF21871-65E0-D2F5-80B7-2DADE0B327E1}"/>
                      </a:ext>
                    </a:extLst>
                  </p:cNvPr>
                  <p:cNvSpPr/>
                  <p:nvPr/>
                </p:nvSpPr>
                <p:spPr>
                  <a:xfrm>
                    <a:off x="3283487" y="4600677"/>
                    <a:ext cx="1146012" cy="233633"/>
                  </a:xfrm>
                  <a:custGeom>
                    <a:avLst/>
                    <a:gdLst>
                      <a:gd name="connsiteX0" fmla="*/ 0 w 610427"/>
                      <a:gd name="connsiteY0" fmla="*/ 0 h 374634"/>
                      <a:gd name="connsiteX1" fmla="*/ 610427 w 610427"/>
                      <a:gd name="connsiteY1" fmla="*/ 0 h 374634"/>
                      <a:gd name="connsiteX2" fmla="*/ 610427 w 610427"/>
                      <a:gd name="connsiteY2" fmla="*/ 374634 h 374634"/>
                      <a:gd name="connsiteX3" fmla="*/ 0 w 610427"/>
                      <a:gd name="connsiteY3" fmla="*/ 374634 h 374634"/>
                      <a:gd name="connsiteX4" fmla="*/ 0 w 610427"/>
                      <a:gd name="connsiteY4" fmla="*/ 0 h 374634"/>
                      <a:gd name="connsiteX0" fmla="*/ 0 w 610427"/>
                      <a:gd name="connsiteY0" fmla="*/ 475226 h 849860"/>
                      <a:gd name="connsiteX1" fmla="*/ 610427 w 610427"/>
                      <a:gd name="connsiteY1" fmla="*/ 0 h 849860"/>
                      <a:gd name="connsiteX2" fmla="*/ 610427 w 610427"/>
                      <a:gd name="connsiteY2" fmla="*/ 849860 h 849860"/>
                      <a:gd name="connsiteX3" fmla="*/ 0 w 610427"/>
                      <a:gd name="connsiteY3" fmla="*/ 849860 h 849860"/>
                      <a:gd name="connsiteX4" fmla="*/ 0 w 610427"/>
                      <a:gd name="connsiteY4" fmla="*/ 475226 h 849860"/>
                      <a:gd name="connsiteX0" fmla="*/ 0 w 610427"/>
                      <a:gd name="connsiteY0" fmla="*/ 475226 h 849860"/>
                      <a:gd name="connsiteX1" fmla="*/ 321672 w 610427"/>
                      <a:gd name="connsiteY1" fmla="*/ 224528 h 849860"/>
                      <a:gd name="connsiteX2" fmla="*/ 610427 w 610427"/>
                      <a:gd name="connsiteY2" fmla="*/ 0 h 849860"/>
                      <a:gd name="connsiteX3" fmla="*/ 610427 w 610427"/>
                      <a:gd name="connsiteY3" fmla="*/ 849860 h 849860"/>
                      <a:gd name="connsiteX4" fmla="*/ 0 w 610427"/>
                      <a:gd name="connsiteY4" fmla="*/ 849860 h 849860"/>
                      <a:gd name="connsiteX5" fmla="*/ 0 w 610427"/>
                      <a:gd name="connsiteY5" fmla="*/ 475226 h 849860"/>
                      <a:gd name="connsiteX0" fmla="*/ 0 w 610427"/>
                      <a:gd name="connsiteY0" fmla="*/ 475226 h 849860"/>
                      <a:gd name="connsiteX1" fmla="*/ 177465 w 610427"/>
                      <a:gd name="connsiteY1" fmla="*/ 4941 h 849860"/>
                      <a:gd name="connsiteX2" fmla="*/ 610427 w 610427"/>
                      <a:gd name="connsiteY2" fmla="*/ 0 h 849860"/>
                      <a:gd name="connsiteX3" fmla="*/ 610427 w 610427"/>
                      <a:gd name="connsiteY3" fmla="*/ 849860 h 849860"/>
                      <a:gd name="connsiteX4" fmla="*/ 0 w 610427"/>
                      <a:gd name="connsiteY4" fmla="*/ 849860 h 849860"/>
                      <a:gd name="connsiteX5" fmla="*/ 0 w 610427"/>
                      <a:gd name="connsiteY5" fmla="*/ 475226 h 849860"/>
                      <a:gd name="connsiteX0" fmla="*/ 0 w 610427"/>
                      <a:gd name="connsiteY0" fmla="*/ 475226 h 849860"/>
                      <a:gd name="connsiteX1" fmla="*/ 72588 w 610427"/>
                      <a:gd name="connsiteY1" fmla="*/ 283521 h 849860"/>
                      <a:gd name="connsiteX2" fmla="*/ 177465 w 610427"/>
                      <a:gd name="connsiteY2" fmla="*/ 4941 h 849860"/>
                      <a:gd name="connsiteX3" fmla="*/ 610427 w 610427"/>
                      <a:gd name="connsiteY3" fmla="*/ 0 h 849860"/>
                      <a:gd name="connsiteX4" fmla="*/ 610427 w 610427"/>
                      <a:gd name="connsiteY4" fmla="*/ 849860 h 849860"/>
                      <a:gd name="connsiteX5" fmla="*/ 0 w 610427"/>
                      <a:gd name="connsiteY5" fmla="*/ 849860 h 849860"/>
                      <a:gd name="connsiteX6" fmla="*/ 0 w 610427"/>
                      <a:gd name="connsiteY6" fmla="*/ 475226 h 849860"/>
                      <a:gd name="connsiteX0" fmla="*/ 0 w 610427"/>
                      <a:gd name="connsiteY0" fmla="*/ 475226 h 849860"/>
                      <a:gd name="connsiteX1" fmla="*/ 226626 w 610427"/>
                      <a:gd name="connsiteY1" fmla="*/ 473612 h 849860"/>
                      <a:gd name="connsiteX2" fmla="*/ 177465 w 610427"/>
                      <a:gd name="connsiteY2" fmla="*/ 4941 h 849860"/>
                      <a:gd name="connsiteX3" fmla="*/ 610427 w 610427"/>
                      <a:gd name="connsiteY3" fmla="*/ 0 h 849860"/>
                      <a:gd name="connsiteX4" fmla="*/ 610427 w 610427"/>
                      <a:gd name="connsiteY4" fmla="*/ 849860 h 849860"/>
                      <a:gd name="connsiteX5" fmla="*/ 0 w 610427"/>
                      <a:gd name="connsiteY5" fmla="*/ 849860 h 849860"/>
                      <a:gd name="connsiteX6" fmla="*/ 0 w 610427"/>
                      <a:gd name="connsiteY6" fmla="*/ 475226 h 849860"/>
                      <a:gd name="connsiteX0" fmla="*/ 0 w 610427"/>
                      <a:gd name="connsiteY0" fmla="*/ 475226 h 849860"/>
                      <a:gd name="connsiteX1" fmla="*/ 226626 w 610427"/>
                      <a:gd name="connsiteY1" fmla="*/ 473612 h 849860"/>
                      <a:gd name="connsiteX2" fmla="*/ 223348 w 610427"/>
                      <a:gd name="connsiteY2" fmla="*/ 8219 h 849860"/>
                      <a:gd name="connsiteX3" fmla="*/ 610427 w 610427"/>
                      <a:gd name="connsiteY3" fmla="*/ 0 h 849860"/>
                      <a:gd name="connsiteX4" fmla="*/ 610427 w 610427"/>
                      <a:gd name="connsiteY4" fmla="*/ 849860 h 849860"/>
                      <a:gd name="connsiteX5" fmla="*/ 0 w 610427"/>
                      <a:gd name="connsiteY5" fmla="*/ 849860 h 849860"/>
                      <a:gd name="connsiteX6" fmla="*/ 0 w 610427"/>
                      <a:gd name="connsiteY6" fmla="*/ 475226 h 849860"/>
                      <a:gd name="connsiteX0" fmla="*/ 0 w 610427"/>
                      <a:gd name="connsiteY0" fmla="*/ 481113 h 855747"/>
                      <a:gd name="connsiteX1" fmla="*/ 226626 w 610427"/>
                      <a:gd name="connsiteY1" fmla="*/ 479499 h 855747"/>
                      <a:gd name="connsiteX2" fmla="*/ 610427 w 610427"/>
                      <a:gd name="connsiteY2" fmla="*/ 5887 h 855747"/>
                      <a:gd name="connsiteX3" fmla="*/ 610427 w 610427"/>
                      <a:gd name="connsiteY3" fmla="*/ 855747 h 855747"/>
                      <a:gd name="connsiteX4" fmla="*/ 0 w 610427"/>
                      <a:gd name="connsiteY4" fmla="*/ 855747 h 855747"/>
                      <a:gd name="connsiteX5" fmla="*/ 0 w 610427"/>
                      <a:gd name="connsiteY5" fmla="*/ 481113 h 855747"/>
                      <a:gd name="connsiteX0" fmla="*/ 0 w 618927"/>
                      <a:gd name="connsiteY0" fmla="*/ 22872 h 397506"/>
                      <a:gd name="connsiteX1" fmla="*/ 226626 w 618927"/>
                      <a:gd name="connsiteY1" fmla="*/ 21258 h 397506"/>
                      <a:gd name="connsiteX2" fmla="*/ 618927 w 618927"/>
                      <a:gd name="connsiteY2" fmla="*/ 167848 h 397506"/>
                      <a:gd name="connsiteX3" fmla="*/ 610427 w 618927"/>
                      <a:gd name="connsiteY3" fmla="*/ 397506 h 397506"/>
                      <a:gd name="connsiteX4" fmla="*/ 0 w 618927"/>
                      <a:gd name="connsiteY4" fmla="*/ 397506 h 397506"/>
                      <a:gd name="connsiteX5" fmla="*/ 0 w 618927"/>
                      <a:gd name="connsiteY5" fmla="*/ 22872 h 397506"/>
                      <a:gd name="connsiteX0" fmla="*/ 0 w 618927"/>
                      <a:gd name="connsiteY0" fmla="*/ 18870 h 393504"/>
                      <a:gd name="connsiteX1" fmla="*/ 226626 w 618927"/>
                      <a:gd name="connsiteY1" fmla="*/ 17256 h 393504"/>
                      <a:gd name="connsiteX2" fmla="*/ 618927 w 618927"/>
                      <a:gd name="connsiteY2" fmla="*/ 163846 h 393504"/>
                      <a:gd name="connsiteX3" fmla="*/ 610427 w 618927"/>
                      <a:gd name="connsiteY3" fmla="*/ 393504 h 393504"/>
                      <a:gd name="connsiteX4" fmla="*/ 0 w 618927"/>
                      <a:gd name="connsiteY4" fmla="*/ 393504 h 393504"/>
                      <a:gd name="connsiteX5" fmla="*/ 0 w 618927"/>
                      <a:gd name="connsiteY5" fmla="*/ 18870 h 393504"/>
                      <a:gd name="connsiteX0" fmla="*/ 0 w 618927"/>
                      <a:gd name="connsiteY0" fmla="*/ 0 h 374634"/>
                      <a:gd name="connsiteX1" fmla="*/ 618927 w 618927"/>
                      <a:gd name="connsiteY1" fmla="*/ 144976 h 374634"/>
                      <a:gd name="connsiteX2" fmla="*/ 610427 w 618927"/>
                      <a:gd name="connsiteY2" fmla="*/ 374634 h 374634"/>
                      <a:gd name="connsiteX3" fmla="*/ 0 w 618927"/>
                      <a:gd name="connsiteY3" fmla="*/ 374634 h 374634"/>
                      <a:gd name="connsiteX4" fmla="*/ 0 w 618927"/>
                      <a:gd name="connsiteY4" fmla="*/ 0 h 374634"/>
                      <a:gd name="connsiteX0" fmla="*/ 0 w 623177"/>
                      <a:gd name="connsiteY0" fmla="*/ 0 h 247413"/>
                      <a:gd name="connsiteX1" fmla="*/ 623177 w 623177"/>
                      <a:gd name="connsiteY1" fmla="*/ 17755 h 247413"/>
                      <a:gd name="connsiteX2" fmla="*/ 614677 w 623177"/>
                      <a:gd name="connsiteY2" fmla="*/ 247413 h 247413"/>
                      <a:gd name="connsiteX3" fmla="*/ 4250 w 623177"/>
                      <a:gd name="connsiteY3" fmla="*/ 247413 h 247413"/>
                      <a:gd name="connsiteX4" fmla="*/ 0 w 623177"/>
                      <a:gd name="connsiteY4" fmla="*/ 0 h 247413"/>
                      <a:gd name="connsiteX0" fmla="*/ 0 w 623177"/>
                      <a:gd name="connsiteY0" fmla="*/ 0 h 247413"/>
                      <a:gd name="connsiteX1" fmla="*/ 623177 w 623177"/>
                      <a:gd name="connsiteY1" fmla="*/ 5828 h 247413"/>
                      <a:gd name="connsiteX2" fmla="*/ 614677 w 623177"/>
                      <a:gd name="connsiteY2" fmla="*/ 247413 h 247413"/>
                      <a:gd name="connsiteX3" fmla="*/ 4250 w 623177"/>
                      <a:gd name="connsiteY3" fmla="*/ 247413 h 247413"/>
                      <a:gd name="connsiteX4" fmla="*/ 0 w 623177"/>
                      <a:gd name="connsiteY4" fmla="*/ 0 h 247413"/>
                      <a:gd name="connsiteX0" fmla="*/ 0 w 614677"/>
                      <a:gd name="connsiteY0" fmla="*/ 0 h 247413"/>
                      <a:gd name="connsiteX1" fmla="*/ 614677 w 614677"/>
                      <a:gd name="connsiteY1" fmla="*/ 9804 h 247413"/>
                      <a:gd name="connsiteX2" fmla="*/ 614677 w 614677"/>
                      <a:gd name="connsiteY2" fmla="*/ 247413 h 247413"/>
                      <a:gd name="connsiteX3" fmla="*/ 4250 w 614677"/>
                      <a:gd name="connsiteY3" fmla="*/ 247413 h 247413"/>
                      <a:gd name="connsiteX4" fmla="*/ 0 w 614677"/>
                      <a:gd name="connsiteY4" fmla="*/ 0 h 247413"/>
                      <a:gd name="connsiteX0" fmla="*/ 0 w 612552"/>
                      <a:gd name="connsiteY0" fmla="*/ 10074 h 237609"/>
                      <a:gd name="connsiteX1" fmla="*/ 612552 w 612552"/>
                      <a:gd name="connsiteY1" fmla="*/ 0 h 237609"/>
                      <a:gd name="connsiteX2" fmla="*/ 612552 w 612552"/>
                      <a:gd name="connsiteY2" fmla="*/ 237609 h 237609"/>
                      <a:gd name="connsiteX3" fmla="*/ 2125 w 612552"/>
                      <a:gd name="connsiteY3" fmla="*/ 237609 h 237609"/>
                      <a:gd name="connsiteX4" fmla="*/ 0 w 612552"/>
                      <a:gd name="connsiteY4" fmla="*/ 10074 h 237609"/>
                      <a:gd name="connsiteX0" fmla="*/ 0 w 612552"/>
                      <a:gd name="connsiteY0" fmla="*/ 10074 h 237609"/>
                      <a:gd name="connsiteX1" fmla="*/ 612552 w 612552"/>
                      <a:gd name="connsiteY1" fmla="*/ 0 h 237609"/>
                      <a:gd name="connsiteX2" fmla="*/ 612552 w 612552"/>
                      <a:gd name="connsiteY2" fmla="*/ 237609 h 237609"/>
                      <a:gd name="connsiteX3" fmla="*/ 2125 w 612552"/>
                      <a:gd name="connsiteY3" fmla="*/ 237609 h 237609"/>
                      <a:gd name="connsiteX4" fmla="*/ 0 w 612552"/>
                      <a:gd name="connsiteY4" fmla="*/ 10074 h 237609"/>
                      <a:gd name="connsiteX0" fmla="*/ 0 w 612552"/>
                      <a:gd name="connsiteY0" fmla="*/ 6098 h 233633"/>
                      <a:gd name="connsiteX1" fmla="*/ 612552 w 612552"/>
                      <a:gd name="connsiteY1" fmla="*/ 0 h 233633"/>
                      <a:gd name="connsiteX2" fmla="*/ 612552 w 612552"/>
                      <a:gd name="connsiteY2" fmla="*/ 233633 h 233633"/>
                      <a:gd name="connsiteX3" fmla="*/ 2125 w 612552"/>
                      <a:gd name="connsiteY3" fmla="*/ 233633 h 233633"/>
                      <a:gd name="connsiteX4" fmla="*/ 0 w 612552"/>
                      <a:gd name="connsiteY4" fmla="*/ 6098 h 233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2552" h="233633">
                        <a:moveTo>
                          <a:pt x="0" y="6098"/>
                        </a:moveTo>
                        <a:lnTo>
                          <a:pt x="612552" y="0"/>
                        </a:lnTo>
                        <a:lnTo>
                          <a:pt x="612552" y="233633"/>
                        </a:lnTo>
                        <a:lnTo>
                          <a:pt x="2125" y="233633"/>
                        </a:lnTo>
                        <a:cubicBezTo>
                          <a:pt x="708" y="151162"/>
                          <a:pt x="1417" y="88569"/>
                          <a:pt x="0" y="6098"/>
                        </a:cubicBezTo>
                        <a:close/>
                      </a:path>
                    </a:pathLst>
                  </a:custGeom>
                  <a:grpFill/>
                  <a:ln w="1905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14" name="Group 213">
                  <a:extLst>
                    <a:ext uri="{FF2B5EF4-FFF2-40B4-BE49-F238E27FC236}">
                      <a16:creationId xmlns:a16="http://schemas.microsoft.com/office/drawing/2014/main" id="{F4C46B4E-C642-E189-CFFF-0EFF4CB2832A}"/>
                    </a:ext>
                  </a:extLst>
                </p:cNvPr>
                <p:cNvGrpSpPr/>
                <p:nvPr/>
              </p:nvGrpSpPr>
              <p:grpSpPr>
                <a:xfrm>
                  <a:off x="4583420" y="4274529"/>
                  <a:ext cx="239556" cy="295938"/>
                  <a:chOff x="9076361" y="2963878"/>
                  <a:chExt cx="239556" cy="295938"/>
                </a:xfrm>
                <a:grpFill/>
              </p:grpSpPr>
              <p:sp>
                <p:nvSpPr>
                  <p:cNvPr id="215" name="Isosceles Triangle 10">
                    <a:extLst>
                      <a:ext uri="{FF2B5EF4-FFF2-40B4-BE49-F238E27FC236}">
                        <a16:creationId xmlns:a16="http://schemas.microsoft.com/office/drawing/2014/main" id="{49CA599A-3AC6-1CA7-2FF6-2DA99D890B30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9076361" y="3001836"/>
                    <a:ext cx="239556" cy="257980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grpFill/>
                  <a:ln w="127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16" name="Rectangle 215">
                    <a:extLst>
                      <a:ext uri="{FF2B5EF4-FFF2-40B4-BE49-F238E27FC236}">
                        <a16:creationId xmlns:a16="http://schemas.microsoft.com/office/drawing/2014/main" id="{C025E571-8200-EF0C-4392-7CFA533A574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158183" y="2889241"/>
                    <a:ext cx="75913" cy="225188"/>
                  </a:xfrm>
                  <a:prstGeom prst="rect">
                    <a:avLst/>
                  </a:prstGeom>
                  <a:grpFill/>
                  <a:ln w="3175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1E91FF49-DEF2-750E-98D6-F6D2B817645E}"/>
                  </a:ext>
                </a:extLst>
              </p:cNvPr>
              <p:cNvSpPr/>
              <p:nvPr/>
            </p:nvSpPr>
            <p:spPr>
              <a:xfrm rot="5400000">
                <a:off x="4642554" y="4756658"/>
                <a:ext cx="66907" cy="232198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9324E5B3-BCF0-B9A9-7625-A68CF60D19A7}"/>
                </a:ext>
              </a:extLst>
            </p:cNvPr>
            <p:cNvSpPr/>
            <p:nvPr/>
          </p:nvSpPr>
          <p:spPr>
            <a:xfrm>
              <a:off x="3259510" y="4458172"/>
              <a:ext cx="45719" cy="232198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59801D5-7AEE-4059-2D3F-ABBDF393D681}"/>
              </a:ext>
            </a:extLst>
          </p:cNvPr>
          <p:cNvGrpSpPr/>
          <p:nvPr/>
        </p:nvGrpSpPr>
        <p:grpSpPr>
          <a:xfrm>
            <a:off x="2826680" y="4845164"/>
            <a:ext cx="2758160" cy="1226446"/>
            <a:chOff x="3239131" y="4831559"/>
            <a:chExt cx="2347661" cy="1226446"/>
          </a:xfrm>
          <a:solidFill>
            <a:schemeClr val="accent6">
              <a:lumMod val="75000"/>
            </a:schemeClr>
          </a:solidFill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523D8445-60F3-381D-74EC-D74FA9298778}"/>
                </a:ext>
              </a:extLst>
            </p:cNvPr>
            <p:cNvGrpSpPr/>
            <p:nvPr/>
          </p:nvGrpSpPr>
          <p:grpSpPr>
            <a:xfrm>
              <a:off x="3245075" y="4867998"/>
              <a:ext cx="2341717" cy="1190007"/>
              <a:chOff x="6150680" y="5159128"/>
              <a:chExt cx="2341717" cy="1190897"/>
            </a:xfrm>
            <a:grpFill/>
          </p:grpSpPr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B187E070-E170-DAF3-1FDB-2BC1D6E7A5EB}"/>
                  </a:ext>
                </a:extLst>
              </p:cNvPr>
              <p:cNvSpPr/>
              <p:nvPr/>
            </p:nvSpPr>
            <p:spPr>
              <a:xfrm>
                <a:off x="6172777" y="5159128"/>
                <a:ext cx="2278895" cy="1162093"/>
              </a:xfrm>
              <a:prstGeom prst="rect">
                <a:avLst/>
              </a:prstGeom>
              <a:grp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89247057-9F93-6019-A3AF-1A6BA4D53EDE}"/>
                  </a:ext>
                </a:extLst>
              </p:cNvPr>
              <p:cNvSpPr/>
              <p:nvPr/>
            </p:nvSpPr>
            <p:spPr>
              <a:xfrm>
                <a:off x="6150680" y="5807707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1DBCE54E-414A-CB2E-A2F5-0089D3F22F90}"/>
                  </a:ext>
                </a:extLst>
              </p:cNvPr>
              <p:cNvSpPr/>
              <p:nvPr/>
            </p:nvSpPr>
            <p:spPr>
              <a:xfrm rot="16200000">
                <a:off x="7926415" y="6118347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98DE419B-9E8F-00DA-BC34-90DF2BEC1314}"/>
                  </a:ext>
                </a:extLst>
              </p:cNvPr>
              <p:cNvSpPr/>
              <p:nvPr/>
            </p:nvSpPr>
            <p:spPr>
              <a:xfrm rot="16200000">
                <a:off x="6869532" y="6118346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1" name="Group 230">
                <a:extLst>
                  <a:ext uri="{FF2B5EF4-FFF2-40B4-BE49-F238E27FC236}">
                    <a16:creationId xmlns:a16="http://schemas.microsoft.com/office/drawing/2014/main" id="{143B010A-ACEB-F896-1788-14B5B3B02358}"/>
                  </a:ext>
                </a:extLst>
              </p:cNvPr>
              <p:cNvGrpSpPr/>
              <p:nvPr/>
            </p:nvGrpSpPr>
            <p:grpSpPr>
              <a:xfrm rot="16200000">
                <a:off x="8230415" y="5628793"/>
                <a:ext cx="239556" cy="284408"/>
                <a:chOff x="9076305" y="5013591"/>
                <a:chExt cx="239556" cy="284408"/>
              </a:xfrm>
              <a:grpFill/>
            </p:grpSpPr>
            <p:sp>
              <p:nvSpPr>
                <p:cNvPr id="232" name="Isosceles Triangle 10">
                  <a:extLst>
                    <a:ext uri="{FF2B5EF4-FFF2-40B4-BE49-F238E27FC236}">
                      <a16:creationId xmlns:a16="http://schemas.microsoft.com/office/drawing/2014/main" id="{8FBA24D1-3874-A0AD-0F4E-AB44F025C552}"/>
                    </a:ext>
                  </a:extLst>
                </p:cNvPr>
                <p:cNvSpPr/>
                <p:nvPr/>
              </p:nvSpPr>
              <p:spPr>
                <a:xfrm rot="10800000" flipH="1" flipV="1">
                  <a:off x="9076305" y="5013591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0284BD24-D98E-BDB2-AC26-1ED8624BFC7C}"/>
                    </a:ext>
                  </a:extLst>
                </p:cNvPr>
                <p:cNvSpPr/>
                <p:nvPr/>
              </p:nvSpPr>
              <p:spPr>
                <a:xfrm rot="16200000">
                  <a:off x="9155693" y="5147449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341D8FFE-477E-835A-E603-1F61F5AA7DFC}"/>
                </a:ext>
              </a:extLst>
            </p:cNvPr>
            <p:cNvGrpSpPr/>
            <p:nvPr/>
          </p:nvGrpSpPr>
          <p:grpSpPr>
            <a:xfrm>
              <a:off x="4560923" y="4831559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225" name="Isosceles Triangle 10">
                <a:extLst>
                  <a:ext uri="{FF2B5EF4-FFF2-40B4-BE49-F238E27FC236}">
                    <a16:creationId xmlns:a16="http://schemas.microsoft.com/office/drawing/2014/main" id="{7D350D61-22CD-81C9-D357-351190D36AFE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C3AC881C-A279-05C9-BDCD-AC919409083B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91018B1B-8A08-CBA4-8432-5ADCBB6D9209}"/>
                </a:ext>
              </a:extLst>
            </p:cNvPr>
            <p:cNvGrpSpPr/>
            <p:nvPr/>
          </p:nvGrpSpPr>
          <p:grpSpPr>
            <a:xfrm rot="16200000">
              <a:off x="3267322" y="5003359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223" name="Isosceles Triangle 10">
                <a:extLst>
                  <a:ext uri="{FF2B5EF4-FFF2-40B4-BE49-F238E27FC236}">
                    <a16:creationId xmlns:a16="http://schemas.microsoft.com/office/drawing/2014/main" id="{6834D4B2-0663-A795-E8DD-4216CBC81019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3CE1B13C-97EF-548C-BC60-B51A0BF6ACE5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9600507-B1D5-8B73-4CEC-D0D1D1A0B5F5}"/>
              </a:ext>
            </a:extLst>
          </p:cNvPr>
          <p:cNvGrpSpPr/>
          <p:nvPr/>
        </p:nvGrpSpPr>
        <p:grpSpPr>
          <a:xfrm>
            <a:off x="4921970" y="3464874"/>
            <a:ext cx="2118127" cy="3397632"/>
            <a:chOff x="4954939" y="3447165"/>
            <a:chExt cx="2061474" cy="3397632"/>
          </a:xfrm>
          <a:solidFill>
            <a:schemeClr val="accent6">
              <a:lumMod val="75000"/>
            </a:schemeClr>
          </a:solidFill>
        </p:grpSpPr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52CB1BE1-5B23-9346-1FC3-5D5BE7DD55C6}"/>
                </a:ext>
              </a:extLst>
            </p:cNvPr>
            <p:cNvGrpSpPr/>
            <p:nvPr/>
          </p:nvGrpSpPr>
          <p:grpSpPr>
            <a:xfrm>
              <a:off x="4954939" y="3447165"/>
              <a:ext cx="2053874" cy="3397632"/>
              <a:chOff x="4954939" y="3447165"/>
              <a:chExt cx="2053874" cy="3397632"/>
            </a:xfrm>
            <a:grpFill/>
          </p:grpSpPr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2D2C5938-4149-B003-5E39-EC949F64E163}"/>
                  </a:ext>
                </a:extLst>
              </p:cNvPr>
              <p:cNvGrpSpPr/>
              <p:nvPr/>
            </p:nvGrpSpPr>
            <p:grpSpPr>
              <a:xfrm>
                <a:off x="4971569" y="3447165"/>
                <a:ext cx="2037244" cy="3397632"/>
                <a:chOff x="4971569" y="3447165"/>
                <a:chExt cx="2037244" cy="3397632"/>
              </a:xfrm>
              <a:grpFill/>
            </p:grpSpPr>
            <p:grpSp>
              <p:nvGrpSpPr>
                <p:cNvPr id="241" name="Group 240">
                  <a:extLst>
                    <a:ext uri="{FF2B5EF4-FFF2-40B4-BE49-F238E27FC236}">
                      <a16:creationId xmlns:a16="http://schemas.microsoft.com/office/drawing/2014/main" id="{ECCF0B64-5E28-C87B-1059-4EFAFD8EE8AF}"/>
                    </a:ext>
                  </a:extLst>
                </p:cNvPr>
                <p:cNvGrpSpPr/>
                <p:nvPr/>
              </p:nvGrpSpPr>
              <p:grpSpPr>
                <a:xfrm>
                  <a:off x="4971569" y="5975485"/>
                  <a:ext cx="2037244" cy="869312"/>
                  <a:chOff x="4971569" y="5975485"/>
                  <a:chExt cx="2037244" cy="869312"/>
                </a:xfrm>
                <a:grpFill/>
              </p:grpSpPr>
              <p:grpSp>
                <p:nvGrpSpPr>
                  <p:cNvPr id="250" name="Group 249">
                    <a:extLst>
                      <a:ext uri="{FF2B5EF4-FFF2-40B4-BE49-F238E27FC236}">
                        <a16:creationId xmlns:a16="http://schemas.microsoft.com/office/drawing/2014/main" id="{6B33493A-2F96-719A-B26D-CE0EC2155911}"/>
                      </a:ext>
                    </a:extLst>
                  </p:cNvPr>
                  <p:cNvGrpSpPr/>
                  <p:nvPr/>
                </p:nvGrpSpPr>
                <p:grpSpPr>
                  <a:xfrm>
                    <a:off x="4971569" y="6036342"/>
                    <a:ext cx="2037244" cy="808455"/>
                    <a:chOff x="4971569" y="6036342"/>
                    <a:chExt cx="2037244" cy="808455"/>
                  </a:xfrm>
                  <a:grpFill/>
                </p:grpSpPr>
                <p:sp>
                  <p:nvSpPr>
                    <p:cNvPr id="252" name="Rectangle 251">
                      <a:extLst>
                        <a:ext uri="{FF2B5EF4-FFF2-40B4-BE49-F238E27FC236}">
                          <a16:creationId xmlns:a16="http://schemas.microsoft.com/office/drawing/2014/main" id="{40C12B55-EB4D-02F9-17B7-261E9237B9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1569" y="6036342"/>
                      <a:ext cx="2037244" cy="573470"/>
                    </a:xfrm>
                    <a:prstGeom prst="rect">
                      <a:avLst/>
                    </a:prstGeom>
                    <a:grpFill/>
                    <a:ln w="38100"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b="1">
                        <a:ln w="12700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</a:ln>
                        <a:pattFill prst="dkUpDiag">
                          <a:fgClr>
                            <a:schemeClr val="tx2"/>
                          </a:fgClr>
                          <a:bgClr>
                            <a:schemeClr val="tx2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endParaRPr>
                    </a:p>
                  </p:txBody>
                </p:sp>
                <p:sp>
                  <p:nvSpPr>
                    <p:cNvPr id="253" name="Rectangle 252">
                      <a:extLst>
                        <a:ext uri="{FF2B5EF4-FFF2-40B4-BE49-F238E27FC236}">
                          <a16:creationId xmlns:a16="http://schemas.microsoft.com/office/drawing/2014/main" id="{9AAFFC52-3F56-61DC-794D-DBA989A1D700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502137" y="6620404"/>
                      <a:ext cx="976108" cy="224393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b="1">
                        <a:ln w="12700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</a:ln>
                        <a:pattFill prst="dkUpDiag">
                          <a:fgClr>
                            <a:schemeClr val="tx2"/>
                          </a:fgClr>
                          <a:bgClr>
                            <a:schemeClr val="tx2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endParaRPr>
                    </a:p>
                  </p:txBody>
                </p:sp>
                <p:sp>
                  <p:nvSpPr>
                    <p:cNvPr id="254" name="Oval 253">
                      <a:extLst>
                        <a:ext uri="{FF2B5EF4-FFF2-40B4-BE49-F238E27FC236}">
                          <a16:creationId xmlns:a16="http://schemas.microsoft.com/office/drawing/2014/main" id="{F98FD2C2-0898-1FBB-4DF8-9A861B00CB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93844" y="6411108"/>
                      <a:ext cx="121767" cy="117806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b="1">
                        <a:ln w="12700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</a:ln>
                        <a:pattFill prst="dkUpDiag">
                          <a:fgClr>
                            <a:schemeClr val="tx2"/>
                          </a:fgClr>
                          <a:bgClr>
                            <a:schemeClr val="tx2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endParaRPr>
                    </a:p>
                  </p:txBody>
                </p:sp>
                <p:sp>
                  <p:nvSpPr>
                    <p:cNvPr id="255" name="Oval 254">
                      <a:extLst>
                        <a:ext uri="{FF2B5EF4-FFF2-40B4-BE49-F238E27FC236}">
                          <a16:creationId xmlns:a16="http://schemas.microsoft.com/office/drawing/2014/main" id="{79041A46-22EB-ED42-F0D1-8B4BBAE499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0369" y="6411108"/>
                      <a:ext cx="121767" cy="117806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b="1">
                        <a:ln w="12700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</a:ln>
                        <a:pattFill prst="dkUpDiag">
                          <a:fgClr>
                            <a:schemeClr val="tx2"/>
                          </a:fgClr>
                          <a:bgClr>
                            <a:schemeClr val="tx2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endParaRPr>
                    </a:p>
                  </p:txBody>
                </p:sp>
                <p:sp>
                  <p:nvSpPr>
                    <p:cNvPr id="256" name="Oval 255">
                      <a:extLst>
                        <a:ext uri="{FF2B5EF4-FFF2-40B4-BE49-F238E27FC236}">
                          <a16:creationId xmlns:a16="http://schemas.microsoft.com/office/drawing/2014/main" id="{1D14BBCC-E22B-E0B9-A1A3-B5620DB6F9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9903" y="6420538"/>
                      <a:ext cx="121767" cy="117806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b="1">
                        <a:ln w="12700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</a:ln>
                        <a:pattFill prst="dkUpDiag">
                          <a:fgClr>
                            <a:schemeClr val="tx2"/>
                          </a:fgClr>
                          <a:bgClr>
                            <a:schemeClr val="tx2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endParaRPr>
                    </a:p>
                  </p:txBody>
                </p:sp>
                <p:sp>
                  <p:nvSpPr>
                    <p:cNvPr id="257" name="Oval 256">
                      <a:extLst>
                        <a:ext uri="{FF2B5EF4-FFF2-40B4-BE49-F238E27FC236}">
                          <a16:creationId xmlns:a16="http://schemas.microsoft.com/office/drawing/2014/main" id="{440E2B3A-75FF-6813-BD8A-C376F146A6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93607" y="6414079"/>
                      <a:ext cx="121767" cy="117806"/>
                    </a:xfrm>
                    <a:prstGeom prst="ellipse">
                      <a:avLst/>
                    </a:prstGeom>
                    <a:grpFill/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b="1">
                        <a:ln w="12700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</a:ln>
                        <a:pattFill prst="dkUpDiag">
                          <a:fgClr>
                            <a:schemeClr val="tx2"/>
                          </a:fgClr>
                          <a:bgClr>
                            <a:schemeClr val="tx2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endParaRPr>
                    </a:p>
                  </p:txBody>
                </p:sp>
              </p:grpSp>
              <p:sp>
                <p:nvSpPr>
                  <p:cNvPr id="251" name="Rectangle 250">
                    <a:extLst>
                      <a:ext uri="{FF2B5EF4-FFF2-40B4-BE49-F238E27FC236}">
                        <a16:creationId xmlns:a16="http://schemas.microsoft.com/office/drawing/2014/main" id="{8F25ADAC-1139-EB66-9E7B-0DF07ABB76F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933087" y="5795292"/>
                    <a:ext cx="122267" cy="482654"/>
                  </a:xfrm>
                  <a:prstGeom prst="rect">
                    <a:avLst/>
                  </a:prstGeom>
                  <a:grpFill/>
                  <a:ln w="3175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>
                      <a:ln w="12700">
                        <a:solidFill>
                          <a:schemeClr val="tx2">
                            <a:lumMod val="75000"/>
                          </a:schemeClr>
                        </a:solidFill>
                        <a:prstDash val="solid"/>
                      </a:ln>
                      <a:pattFill prst="dkUpDiag">
                        <a:fgClr>
                          <a:schemeClr val="tx2"/>
                        </a:fgClr>
                        <a:bgClr>
                          <a:schemeClr val="tx2">
                            <a:lumMod val="20000"/>
                            <a:lumOff val="80000"/>
                          </a:schemeClr>
                        </a:bgClr>
                      </a:pattFill>
                      <a:effectLst>
                        <a:outerShdw dist="38100" dir="2640000" algn="bl" rotWithShape="0">
                          <a:schemeClr val="tx2">
                            <a:lumMod val="75000"/>
                          </a:scheme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242" name="Group 241">
                  <a:extLst>
                    <a:ext uri="{FF2B5EF4-FFF2-40B4-BE49-F238E27FC236}">
                      <a16:creationId xmlns:a16="http://schemas.microsoft.com/office/drawing/2014/main" id="{81D0CFF6-6913-06B2-569C-F439AD2DAA60}"/>
                    </a:ext>
                  </a:extLst>
                </p:cNvPr>
                <p:cNvGrpSpPr/>
                <p:nvPr/>
              </p:nvGrpSpPr>
              <p:grpSpPr>
                <a:xfrm>
                  <a:off x="4974883" y="3447165"/>
                  <a:ext cx="2010152" cy="2599032"/>
                  <a:chOff x="3836035" y="3462791"/>
                  <a:chExt cx="2010152" cy="2599032"/>
                </a:xfrm>
                <a:grpFill/>
              </p:grpSpPr>
              <p:grpSp>
                <p:nvGrpSpPr>
                  <p:cNvPr id="243" name="Group 242">
                    <a:extLst>
                      <a:ext uri="{FF2B5EF4-FFF2-40B4-BE49-F238E27FC236}">
                        <a16:creationId xmlns:a16="http://schemas.microsoft.com/office/drawing/2014/main" id="{6DFBC098-5B4E-F5D2-EA00-7D3FC28C9043}"/>
                      </a:ext>
                    </a:extLst>
                  </p:cNvPr>
                  <p:cNvGrpSpPr/>
                  <p:nvPr/>
                </p:nvGrpSpPr>
                <p:grpSpPr>
                  <a:xfrm>
                    <a:off x="3836035" y="3462791"/>
                    <a:ext cx="2010152" cy="2599032"/>
                    <a:chOff x="4974883" y="3447165"/>
                    <a:chExt cx="2010152" cy="2599032"/>
                  </a:xfrm>
                  <a:grpFill/>
                </p:grpSpPr>
                <p:sp>
                  <p:nvSpPr>
                    <p:cNvPr id="245" name="Rectangle 83">
                      <a:extLst>
                        <a:ext uri="{FF2B5EF4-FFF2-40B4-BE49-F238E27FC236}">
                          <a16:creationId xmlns:a16="http://schemas.microsoft.com/office/drawing/2014/main" id="{2D3CD7CF-6139-2CD6-0331-C805A5BA46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4883" y="3447165"/>
                      <a:ext cx="2010152" cy="2573939"/>
                    </a:xfrm>
                    <a:custGeom>
                      <a:avLst/>
                      <a:gdLst>
                        <a:gd name="connsiteX0" fmla="*/ 0 w 2010089"/>
                        <a:gd name="connsiteY0" fmla="*/ 0 h 2589179"/>
                        <a:gd name="connsiteX1" fmla="*/ 2010089 w 2010089"/>
                        <a:gd name="connsiteY1" fmla="*/ 0 h 2589179"/>
                        <a:gd name="connsiteX2" fmla="*/ 2010089 w 2010089"/>
                        <a:gd name="connsiteY2" fmla="*/ 2589179 h 2589179"/>
                        <a:gd name="connsiteX3" fmla="*/ 0 w 2010089"/>
                        <a:gd name="connsiteY3" fmla="*/ 2589179 h 2589179"/>
                        <a:gd name="connsiteX4" fmla="*/ 0 w 2010089"/>
                        <a:gd name="connsiteY4" fmla="*/ 0 h 2589179"/>
                        <a:gd name="connsiteX0" fmla="*/ 2896 w 2012985"/>
                        <a:gd name="connsiteY0" fmla="*/ 0 h 2589179"/>
                        <a:gd name="connsiteX1" fmla="*/ 2012985 w 2012985"/>
                        <a:gd name="connsiteY1" fmla="*/ 0 h 2589179"/>
                        <a:gd name="connsiteX2" fmla="*/ 2012985 w 2012985"/>
                        <a:gd name="connsiteY2" fmla="*/ 2589179 h 2589179"/>
                        <a:gd name="connsiteX3" fmla="*/ 2896 w 2012985"/>
                        <a:gd name="connsiteY3" fmla="*/ 2589179 h 2589179"/>
                        <a:gd name="connsiteX4" fmla="*/ 0 w 2012985"/>
                        <a:gd name="connsiteY4" fmla="*/ 1273425 h 2589179"/>
                        <a:gd name="connsiteX5" fmla="*/ 2896 w 2012985"/>
                        <a:gd name="connsiteY5" fmla="*/ 0 h 2589179"/>
                        <a:gd name="connsiteX0" fmla="*/ 2896 w 2012985"/>
                        <a:gd name="connsiteY0" fmla="*/ 0 h 2589179"/>
                        <a:gd name="connsiteX1" fmla="*/ 2012985 w 2012985"/>
                        <a:gd name="connsiteY1" fmla="*/ 0 h 2589179"/>
                        <a:gd name="connsiteX2" fmla="*/ 2012985 w 2012985"/>
                        <a:gd name="connsiteY2" fmla="*/ 2589179 h 2589179"/>
                        <a:gd name="connsiteX3" fmla="*/ 2896 w 2012985"/>
                        <a:gd name="connsiteY3" fmla="*/ 2589179 h 2589179"/>
                        <a:gd name="connsiteX4" fmla="*/ 0 w 2012985"/>
                        <a:gd name="connsiteY4" fmla="*/ 1273425 h 2589179"/>
                        <a:gd name="connsiteX5" fmla="*/ 2896 w 2012985"/>
                        <a:gd name="connsiteY5" fmla="*/ 0 h 2589179"/>
                        <a:gd name="connsiteX0" fmla="*/ 63 w 2010152"/>
                        <a:gd name="connsiteY0" fmla="*/ 0 h 2589179"/>
                        <a:gd name="connsiteX1" fmla="*/ 2010152 w 2010152"/>
                        <a:gd name="connsiteY1" fmla="*/ 0 h 2589179"/>
                        <a:gd name="connsiteX2" fmla="*/ 2010152 w 2010152"/>
                        <a:gd name="connsiteY2" fmla="*/ 2589179 h 2589179"/>
                        <a:gd name="connsiteX3" fmla="*/ 63 w 2010152"/>
                        <a:gd name="connsiteY3" fmla="*/ 2589179 h 2589179"/>
                        <a:gd name="connsiteX4" fmla="*/ 8597 w 2010152"/>
                        <a:gd name="connsiteY4" fmla="*/ 1425825 h 2589179"/>
                        <a:gd name="connsiteX5" fmla="*/ 63 w 2010152"/>
                        <a:gd name="connsiteY5" fmla="*/ 0 h 2589179"/>
                        <a:gd name="connsiteX0" fmla="*/ 109440 w 2119529"/>
                        <a:gd name="connsiteY0" fmla="*/ 0 h 2589179"/>
                        <a:gd name="connsiteX1" fmla="*/ 2119529 w 2119529"/>
                        <a:gd name="connsiteY1" fmla="*/ 0 h 2589179"/>
                        <a:gd name="connsiteX2" fmla="*/ 2119529 w 2119529"/>
                        <a:gd name="connsiteY2" fmla="*/ 2589179 h 2589179"/>
                        <a:gd name="connsiteX3" fmla="*/ 109440 w 2119529"/>
                        <a:gd name="connsiteY3" fmla="*/ 2589179 h 2589179"/>
                        <a:gd name="connsiteX4" fmla="*/ 251323 w 2119529"/>
                        <a:gd name="connsiteY4" fmla="*/ 2020185 h 2589179"/>
                        <a:gd name="connsiteX5" fmla="*/ 117974 w 2119529"/>
                        <a:gd name="connsiteY5" fmla="*/ 1425825 h 2589179"/>
                        <a:gd name="connsiteX6" fmla="*/ 109440 w 2119529"/>
                        <a:gd name="connsiteY6" fmla="*/ 0 h 2589179"/>
                        <a:gd name="connsiteX0" fmla="*/ 51913 w 2062002"/>
                        <a:gd name="connsiteY0" fmla="*/ 0 h 2589179"/>
                        <a:gd name="connsiteX1" fmla="*/ 2062002 w 2062002"/>
                        <a:gd name="connsiteY1" fmla="*/ 0 h 2589179"/>
                        <a:gd name="connsiteX2" fmla="*/ 2062002 w 2062002"/>
                        <a:gd name="connsiteY2" fmla="*/ 2589179 h 2589179"/>
                        <a:gd name="connsiteX3" fmla="*/ 51913 w 2062002"/>
                        <a:gd name="connsiteY3" fmla="*/ 2589179 h 2589179"/>
                        <a:gd name="connsiteX4" fmla="*/ 932936 w 2062002"/>
                        <a:gd name="connsiteY4" fmla="*/ 1486785 h 2589179"/>
                        <a:gd name="connsiteX5" fmla="*/ 60447 w 2062002"/>
                        <a:gd name="connsiteY5" fmla="*/ 1425825 h 2589179"/>
                        <a:gd name="connsiteX6" fmla="*/ 51913 w 2062002"/>
                        <a:gd name="connsiteY6" fmla="*/ 0 h 2589179"/>
                        <a:gd name="connsiteX0" fmla="*/ 60444 w 2070533"/>
                        <a:gd name="connsiteY0" fmla="*/ 0 h 2589179"/>
                        <a:gd name="connsiteX1" fmla="*/ 2070533 w 2070533"/>
                        <a:gd name="connsiteY1" fmla="*/ 0 h 2589179"/>
                        <a:gd name="connsiteX2" fmla="*/ 2070533 w 2070533"/>
                        <a:gd name="connsiteY2" fmla="*/ 2589179 h 2589179"/>
                        <a:gd name="connsiteX3" fmla="*/ 60444 w 2070533"/>
                        <a:gd name="connsiteY3" fmla="*/ 2589179 h 2589179"/>
                        <a:gd name="connsiteX4" fmla="*/ 743347 w 2070533"/>
                        <a:gd name="connsiteY4" fmla="*/ 1342005 h 2589179"/>
                        <a:gd name="connsiteX5" fmla="*/ 68978 w 2070533"/>
                        <a:gd name="connsiteY5" fmla="*/ 1425825 h 2589179"/>
                        <a:gd name="connsiteX6" fmla="*/ 60444 w 2070533"/>
                        <a:gd name="connsiteY6" fmla="*/ 0 h 2589179"/>
                        <a:gd name="connsiteX0" fmla="*/ 66773 w 2076862"/>
                        <a:gd name="connsiteY0" fmla="*/ 0 h 2589179"/>
                        <a:gd name="connsiteX1" fmla="*/ 2076862 w 2076862"/>
                        <a:gd name="connsiteY1" fmla="*/ 0 h 2589179"/>
                        <a:gd name="connsiteX2" fmla="*/ 2076862 w 2076862"/>
                        <a:gd name="connsiteY2" fmla="*/ 2589179 h 2589179"/>
                        <a:gd name="connsiteX3" fmla="*/ 66773 w 2076862"/>
                        <a:gd name="connsiteY3" fmla="*/ 2589179 h 2589179"/>
                        <a:gd name="connsiteX4" fmla="*/ 635376 w 2076862"/>
                        <a:gd name="connsiteY4" fmla="*/ 1437255 h 2589179"/>
                        <a:gd name="connsiteX5" fmla="*/ 75307 w 2076862"/>
                        <a:gd name="connsiteY5" fmla="*/ 1425825 h 2589179"/>
                        <a:gd name="connsiteX6" fmla="*/ 66773 w 2076862"/>
                        <a:gd name="connsiteY6" fmla="*/ 0 h 2589179"/>
                        <a:gd name="connsiteX0" fmla="*/ 63 w 2010152"/>
                        <a:gd name="connsiteY0" fmla="*/ 0 h 2589179"/>
                        <a:gd name="connsiteX1" fmla="*/ 2010152 w 2010152"/>
                        <a:gd name="connsiteY1" fmla="*/ 0 h 2589179"/>
                        <a:gd name="connsiteX2" fmla="*/ 2010152 w 2010152"/>
                        <a:gd name="connsiteY2" fmla="*/ 2589179 h 2589179"/>
                        <a:gd name="connsiteX3" fmla="*/ 762063 w 2010152"/>
                        <a:gd name="connsiteY3" fmla="*/ 2547269 h 2589179"/>
                        <a:gd name="connsiteX4" fmla="*/ 568666 w 2010152"/>
                        <a:gd name="connsiteY4" fmla="*/ 1437255 h 2589179"/>
                        <a:gd name="connsiteX5" fmla="*/ 8597 w 2010152"/>
                        <a:gd name="connsiteY5" fmla="*/ 1425825 h 2589179"/>
                        <a:gd name="connsiteX6" fmla="*/ 63 w 2010152"/>
                        <a:gd name="connsiteY6" fmla="*/ 0 h 2589179"/>
                        <a:gd name="connsiteX0" fmla="*/ 63 w 2010152"/>
                        <a:gd name="connsiteY0" fmla="*/ 0 h 2592989"/>
                        <a:gd name="connsiteX1" fmla="*/ 2010152 w 2010152"/>
                        <a:gd name="connsiteY1" fmla="*/ 0 h 2592989"/>
                        <a:gd name="connsiteX2" fmla="*/ 2010152 w 2010152"/>
                        <a:gd name="connsiteY2" fmla="*/ 2589179 h 2592989"/>
                        <a:gd name="connsiteX3" fmla="*/ 579183 w 2010152"/>
                        <a:gd name="connsiteY3" fmla="*/ 2592989 h 2592989"/>
                        <a:gd name="connsiteX4" fmla="*/ 568666 w 2010152"/>
                        <a:gd name="connsiteY4" fmla="*/ 1437255 h 2592989"/>
                        <a:gd name="connsiteX5" fmla="*/ 8597 w 2010152"/>
                        <a:gd name="connsiteY5" fmla="*/ 1425825 h 2592989"/>
                        <a:gd name="connsiteX6" fmla="*/ 63 w 2010152"/>
                        <a:gd name="connsiteY6" fmla="*/ 0 h 2592989"/>
                        <a:gd name="connsiteX0" fmla="*/ 63 w 2010152"/>
                        <a:gd name="connsiteY0" fmla="*/ 0 h 2592989"/>
                        <a:gd name="connsiteX1" fmla="*/ 2010152 w 2010152"/>
                        <a:gd name="connsiteY1" fmla="*/ 0 h 2592989"/>
                        <a:gd name="connsiteX2" fmla="*/ 2010152 w 2010152"/>
                        <a:gd name="connsiteY2" fmla="*/ 2589179 h 2592989"/>
                        <a:gd name="connsiteX3" fmla="*/ 579183 w 2010152"/>
                        <a:gd name="connsiteY3" fmla="*/ 2592989 h 2592989"/>
                        <a:gd name="connsiteX4" fmla="*/ 568666 w 2010152"/>
                        <a:gd name="connsiteY4" fmla="*/ 1437255 h 2592989"/>
                        <a:gd name="connsiteX5" fmla="*/ 8597 w 2010152"/>
                        <a:gd name="connsiteY5" fmla="*/ 1425825 h 2592989"/>
                        <a:gd name="connsiteX6" fmla="*/ 63 w 2010152"/>
                        <a:gd name="connsiteY6" fmla="*/ 0 h 2592989"/>
                        <a:gd name="connsiteX0" fmla="*/ 63 w 2010152"/>
                        <a:gd name="connsiteY0" fmla="*/ 0 h 2592989"/>
                        <a:gd name="connsiteX1" fmla="*/ 2010152 w 2010152"/>
                        <a:gd name="connsiteY1" fmla="*/ 0 h 2592989"/>
                        <a:gd name="connsiteX2" fmla="*/ 2010152 w 2010152"/>
                        <a:gd name="connsiteY2" fmla="*/ 2589179 h 2592989"/>
                        <a:gd name="connsiteX3" fmla="*/ 579183 w 2010152"/>
                        <a:gd name="connsiteY3" fmla="*/ 2592989 h 2592989"/>
                        <a:gd name="connsiteX4" fmla="*/ 568666 w 2010152"/>
                        <a:gd name="connsiteY4" fmla="*/ 1437255 h 2592989"/>
                        <a:gd name="connsiteX5" fmla="*/ 8597 w 2010152"/>
                        <a:gd name="connsiteY5" fmla="*/ 1425825 h 2592989"/>
                        <a:gd name="connsiteX6" fmla="*/ 63 w 2010152"/>
                        <a:gd name="connsiteY6" fmla="*/ 0 h 2592989"/>
                        <a:gd name="connsiteX0" fmla="*/ 63 w 2010152"/>
                        <a:gd name="connsiteY0" fmla="*/ 0 h 2592989"/>
                        <a:gd name="connsiteX1" fmla="*/ 2010152 w 2010152"/>
                        <a:gd name="connsiteY1" fmla="*/ 0 h 2592989"/>
                        <a:gd name="connsiteX2" fmla="*/ 2010152 w 2010152"/>
                        <a:gd name="connsiteY2" fmla="*/ 2589179 h 2592989"/>
                        <a:gd name="connsiteX3" fmla="*/ 579183 w 2010152"/>
                        <a:gd name="connsiteY3" fmla="*/ 2592989 h 2592989"/>
                        <a:gd name="connsiteX4" fmla="*/ 568666 w 2010152"/>
                        <a:gd name="connsiteY4" fmla="*/ 1437255 h 2592989"/>
                        <a:gd name="connsiteX5" fmla="*/ 8597 w 2010152"/>
                        <a:gd name="connsiteY5" fmla="*/ 1425825 h 2592989"/>
                        <a:gd name="connsiteX6" fmla="*/ 63 w 2010152"/>
                        <a:gd name="connsiteY6" fmla="*/ 0 h 2592989"/>
                        <a:gd name="connsiteX0" fmla="*/ 63 w 2010152"/>
                        <a:gd name="connsiteY0" fmla="*/ 0 h 2592989"/>
                        <a:gd name="connsiteX1" fmla="*/ 2010152 w 2010152"/>
                        <a:gd name="connsiteY1" fmla="*/ 0 h 2592989"/>
                        <a:gd name="connsiteX2" fmla="*/ 2010152 w 2010152"/>
                        <a:gd name="connsiteY2" fmla="*/ 2589179 h 2592989"/>
                        <a:gd name="connsiteX3" fmla="*/ 579183 w 2010152"/>
                        <a:gd name="connsiteY3" fmla="*/ 2592989 h 2592989"/>
                        <a:gd name="connsiteX4" fmla="*/ 568666 w 2010152"/>
                        <a:gd name="connsiteY4" fmla="*/ 1437255 h 2592989"/>
                        <a:gd name="connsiteX5" fmla="*/ 8597 w 2010152"/>
                        <a:gd name="connsiteY5" fmla="*/ 1425825 h 2592989"/>
                        <a:gd name="connsiteX6" fmla="*/ 63 w 2010152"/>
                        <a:gd name="connsiteY6" fmla="*/ 0 h 2592989"/>
                        <a:gd name="connsiteX0" fmla="*/ 63 w 2010152"/>
                        <a:gd name="connsiteY0" fmla="*/ 0 h 2592989"/>
                        <a:gd name="connsiteX1" fmla="*/ 2010152 w 2010152"/>
                        <a:gd name="connsiteY1" fmla="*/ 0 h 2592989"/>
                        <a:gd name="connsiteX2" fmla="*/ 2010152 w 2010152"/>
                        <a:gd name="connsiteY2" fmla="*/ 2589179 h 2592989"/>
                        <a:gd name="connsiteX3" fmla="*/ 579183 w 2010152"/>
                        <a:gd name="connsiteY3" fmla="*/ 2592989 h 2592989"/>
                        <a:gd name="connsiteX4" fmla="*/ 568666 w 2010152"/>
                        <a:gd name="connsiteY4" fmla="*/ 1437255 h 2592989"/>
                        <a:gd name="connsiteX5" fmla="*/ 8597 w 2010152"/>
                        <a:gd name="connsiteY5" fmla="*/ 1425825 h 2592989"/>
                        <a:gd name="connsiteX6" fmla="*/ 63 w 2010152"/>
                        <a:gd name="connsiteY6" fmla="*/ 0 h 2592989"/>
                        <a:gd name="connsiteX0" fmla="*/ 63 w 2010152"/>
                        <a:gd name="connsiteY0" fmla="*/ 0 h 2592989"/>
                        <a:gd name="connsiteX1" fmla="*/ 2010152 w 2010152"/>
                        <a:gd name="connsiteY1" fmla="*/ 0 h 2592989"/>
                        <a:gd name="connsiteX2" fmla="*/ 2005037 w 2010152"/>
                        <a:gd name="connsiteY2" fmla="*/ 1425825 h 2592989"/>
                        <a:gd name="connsiteX3" fmla="*/ 2010152 w 2010152"/>
                        <a:gd name="connsiteY3" fmla="*/ 2589179 h 2592989"/>
                        <a:gd name="connsiteX4" fmla="*/ 579183 w 2010152"/>
                        <a:gd name="connsiteY4" fmla="*/ 2592989 h 2592989"/>
                        <a:gd name="connsiteX5" fmla="*/ 568666 w 2010152"/>
                        <a:gd name="connsiteY5" fmla="*/ 1437255 h 2592989"/>
                        <a:gd name="connsiteX6" fmla="*/ 8597 w 2010152"/>
                        <a:gd name="connsiteY6" fmla="*/ 1425825 h 2592989"/>
                        <a:gd name="connsiteX7" fmla="*/ 63 w 2010152"/>
                        <a:gd name="connsiteY7" fmla="*/ 0 h 2592989"/>
                        <a:gd name="connsiteX0" fmla="*/ 63 w 2010152"/>
                        <a:gd name="connsiteY0" fmla="*/ 0 h 2592989"/>
                        <a:gd name="connsiteX1" fmla="*/ 2010152 w 2010152"/>
                        <a:gd name="connsiteY1" fmla="*/ 0 h 2592989"/>
                        <a:gd name="connsiteX2" fmla="*/ 2005037 w 2010152"/>
                        <a:gd name="connsiteY2" fmla="*/ 1425825 h 2592989"/>
                        <a:gd name="connsiteX3" fmla="*/ 2010152 w 2010152"/>
                        <a:gd name="connsiteY3" fmla="*/ 2589179 h 2592989"/>
                        <a:gd name="connsiteX4" fmla="*/ 579183 w 2010152"/>
                        <a:gd name="connsiteY4" fmla="*/ 2592989 h 2592989"/>
                        <a:gd name="connsiteX5" fmla="*/ 568666 w 2010152"/>
                        <a:gd name="connsiteY5" fmla="*/ 1437255 h 2592989"/>
                        <a:gd name="connsiteX6" fmla="*/ 8597 w 2010152"/>
                        <a:gd name="connsiteY6" fmla="*/ 1425825 h 2592989"/>
                        <a:gd name="connsiteX7" fmla="*/ 63 w 2010152"/>
                        <a:gd name="connsiteY7" fmla="*/ 0 h 2592989"/>
                        <a:gd name="connsiteX0" fmla="*/ 63 w 2010152"/>
                        <a:gd name="connsiteY0" fmla="*/ 0 h 2604419"/>
                        <a:gd name="connsiteX1" fmla="*/ 2010152 w 2010152"/>
                        <a:gd name="connsiteY1" fmla="*/ 0 h 2604419"/>
                        <a:gd name="connsiteX2" fmla="*/ 2005037 w 2010152"/>
                        <a:gd name="connsiteY2" fmla="*/ 1425825 h 2604419"/>
                        <a:gd name="connsiteX3" fmla="*/ 1053842 w 2010152"/>
                        <a:gd name="connsiteY3" fmla="*/ 2604419 h 2604419"/>
                        <a:gd name="connsiteX4" fmla="*/ 579183 w 2010152"/>
                        <a:gd name="connsiteY4" fmla="*/ 2592989 h 2604419"/>
                        <a:gd name="connsiteX5" fmla="*/ 568666 w 2010152"/>
                        <a:gd name="connsiteY5" fmla="*/ 1437255 h 2604419"/>
                        <a:gd name="connsiteX6" fmla="*/ 8597 w 2010152"/>
                        <a:gd name="connsiteY6" fmla="*/ 1425825 h 2604419"/>
                        <a:gd name="connsiteX7" fmla="*/ 63 w 2010152"/>
                        <a:gd name="connsiteY7" fmla="*/ 0 h 2604419"/>
                        <a:gd name="connsiteX0" fmla="*/ 63 w 2010152"/>
                        <a:gd name="connsiteY0" fmla="*/ 0 h 2604419"/>
                        <a:gd name="connsiteX1" fmla="*/ 2010152 w 2010152"/>
                        <a:gd name="connsiteY1" fmla="*/ 0 h 2604419"/>
                        <a:gd name="connsiteX2" fmla="*/ 2005037 w 2010152"/>
                        <a:gd name="connsiteY2" fmla="*/ 1425825 h 2604419"/>
                        <a:gd name="connsiteX3" fmla="*/ 1311617 w 2010152"/>
                        <a:gd name="connsiteY3" fmla="*/ 1924935 h 2604419"/>
                        <a:gd name="connsiteX4" fmla="*/ 1053842 w 2010152"/>
                        <a:gd name="connsiteY4" fmla="*/ 2604419 h 2604419"/>
                        <a:gd name="connsiteX5" fmla="*/ 579183 w 2010152"/>
                        <a:gd name="connsiteY5" fmla="*/ 2592989 h 2604419"/>
                        <a:gd name="connsiteX6" fmla="*/ 568666 w 2010152"/>
                        <a:gd name="connsiteY6" fmla="*/ 1437255 h 2604419"/>
                        <a:gd name="connsiteX7" fmla="*/ 8597 w 2010152"/>
                        <a:gd name="connsiteY7" fmla="*/ 1425825 h 2604419"/>
                        <a:gd name="connsiteX8" fmla="*/ 63 w 2010152"/>
                        <a:gd name="connsiteY8" fmla="*/ 0 h 2604419"/>
                        <a:gd name="connsiteX0" fmla="*/ 63 w 2010152"/>
                        <a:gd name="connsiteY0" fmla="*/ 0 h 2604419"/>
                        <a:gd name="connsiteX1" fmla="*/ 2010152 w 2010152"/>
                        <a:gd name="connsiteY1" fmla="*/ 0 h 2604419"/>
                        <a:gd name="connsiteX2" fmla="*/ 2005037 w 2010152"/>
                        <a:gd name="connsiteY2" fmla="*/ 1425825 h 2604419"/>
                        <a:gd name="connsiteX3" fmla="*/ 1265897 w 2010152"/>
                        <a:gd name="connsiteY3" fmla="*/ 1242945 h 2604419"/>
                        <a:gd name="connsiteX4" fmla="*/ 1053842 w 2010152"/>
                        <a:gd name="connsiteY4" fmla="*/ 2604419 h 2604419"/>
                        <a:gd name="connsiteX5" fmla="*/ 579183 w 2010152"/>
                        <a:gd name="connsiteY5" fmla="*/ 2592989 h 2604419"/>
                        <a:gd name="connsiteX6" fmla="*/ 568666 w 2010152"/>
                        <a:gd name="connsiteY6" fmla="*/ 1437255 h 2604419"/>
                        <a:gd name="connsiteX7" fmla="*/ 8597 w 2010152"/>
                        <a:gd name="connsiteY7" fmla="*/ 1425825 h 2604419"/>
                        <a:gd name="connsiteX8" fmla="*/ 63 w 2010152"/>
                        <a:gd name="connsiteY8" fmla="*/ 0 h 2604419"/>
                        <a:gd name="connsiteX0" fmla="*/ 63 w 2010152"/>
                        <a:gd name="connsiteY0" fmla="*/ 0 h 2604419"/>
                        <a:gd name="connsiteX1" fmla="*/ 2010152 w 2010152"/>
                        <a:gd name="connsiteY1" fmla="*/ 0 h 2604419"/>
                        <a:gd name="connsiteX2" fmla="*/ 2005037 w 2010152"/>
                        <a:gd name="connsiteY2" fmla="*/ 1425825 h 2604419"/>
                        <a:gd name="connsiteX3" fmla="*/ 1452587 w 2010152"/>
                        <a:gd name="connsiteY3" fmla="*/ 1433445 h 2604419"/>
                        <a:gd name="connsiteX4" fmla="*/ 1053842 w 2010152"/>
                        <a:gd name="connsiteY4" fmla="*/ 2604419 h 2604419"/>
                        <a:gd name="connsiteX5" fmla="*/ 579183 w 2010152"/>
                        <a:gd name="connsiteY5" fmla="*/ 2592989 h 2604419"/>
                        <a:gd name="connsiteX6" fmla="*/ 568666 w 2010152"/>
                        <a:gd name="connsiteY6" fmla="*/ 1437255 h 2604419"/>
                        <a:gd name="connsiteX7" fmla="*/ 8597 w 2010152"/>
                        <a:gd name="connsiteY7" fmla="*/ 1425825 h 2604419"/>
                        <a:gd name="connsiteX8" fmla="*/ 63 w 2010152"/>
                        <a:gd name="connsiteY8" fmla="*/ 0 h 2604419"/>
                        <a:gd name="connsiteX0" fmla="*/ 63 w 2010152"/>
                        <a:gd name="connsiteY0" fmla="*/ 0 h 2604419"/>
                        <a:gd name="connsiteX1" fmla="*/ 2010152 w 2010152"/>
                        <a:gd name="connsiteY1" fmla="*/ 0 h 2604419"/>
                        <a:gd name="connsiteX2" fmla="*/ 2005037 w 2010152"/>
                        <a:gd name="connsiteY2" fmla="*/ 1425825 h 2604419"/>
                        <a:gd name="connsiteX3" fmla="*/ 1452587 w 2010152"/>
                        <a:gd name="connsiteY3" fmla="*/ 1433445 h 2604419"/>
                        <a:gd name="connsiteX4" fmla="*/ 1053842 w 2010152"/>
                        <a:gd name="connsiteY4" fmla="*/ 2604419 h 2604419"/>
                        <a:gd name="connsiteX5" fmla="*/ 579183 w 2010152"/>
                        <a:gd name="connsiteY5" fmla="*/ 2592989 h 2604419"/>
                        <a:gd name="connsiteX6" fmla="*/ 568666 w 2010152"/>
                        <a:gd name="connsiteY6" fmla="*/ 1437255 h 2604419"/>
                        <a:gd name="connsiteX7" fmla="*/ 8597 w 2010152"/>
                        <a:gd name="connsiteY7" fmla="*/ 1425825 h 2604419"/>
                        <a:gd name="connsiteX8" fmla="*/ 63 w 2010152"/>
                        <a:gd name="connsiteY8" fmla="*/ 0 h 2604419"/>
                        <a:gd name="connsiteX0" fmla="*/ 63 w 2010152"/>
                        <a:gd name="connsiteY0" fmla="*/ 0 h 2604419"/>
                        <a:gd name="connsiteX1" fmla="*/ 2010152 w 2010152"/>
                        <a:gd name="connsiteY1" fmla="*/ 0 h 2604419"/>
                        <a:gd name="connsiteX2" fmla="*/ 2005037 w 2010152"/>
                        <a:gd name="connsiteY2" fmla="*/ 1425825 h 2604419"/>
                        <a:gd name="connsiteX3" fmla="*/ 1452587 w 2010152"/>
                        <a:gd name="connsiteY3" fmla="*/ 1433445 h 2604419"/>
                        <a:gd name="connsiteX4" fmla="*/ 1053842 w 2010152"/>
                        <a:gd name="connsiteY4" fmla="*/ 2604419 h 2604419"/>
                        <a:gd name="connsiteX5" fmla="*/ 579183 w 2010152"/>
                        <a:gd name="connsiteY5" fmla="*/ 2592989 h 2604419"/>
                        <a:gd name="connsiteX6" fmla="*/ 568666 w 2010152"/>
                        <a:gd name="connsiteY6" fmla="*/ 1437255 h 2604419"/>
                        <a:gd name="connsiteX7" fmla="*/ 8597 w 2010152"/>
                        <a:gd name="connsiteY7" fmla="*/ 1425825 h 2604419"/>
                        <a:gd name="connsiteX8" fmla="*/ 63 w 2010152"/>
                        <a:gd name="connsiteY8" fmla="*/ 0 h 2604419"/>
                        <a:gd name="connsiteX0" fmla="*/ 63 w 2010152"/>
                        <a:gd name="connsiteY0" fmla="*/ 0 h 2592989"/>
                        <a:gd name="connsiteX1" fmla="*/ 2010152 w 2010152"/>
                        <a:gd name="connsiteY1" fmla="*/ 0 h 2592989"/>
                        <a:gd name="connsiteX2" fmla="*/ 2005037 w 2010152"/>
                        <a:gd name="connsiteY2" fmla="*/ 1425825 h 2592989"/>
                        <a:gd name="connsiteX3" fmla="*/ 1452587 w 2010152"/>
                        <a:gd name="connsiteY3" fmla="*/ 1433445 h 2592989"/>
                        <a:gd name="connsiteX4" fmla="*/ 1453892 w 2010152"/>
                        <a:gd name="connsiteY4" fmla="*/ 2573939 h 2592989"/>
                        <a:gd name="connsiteX5" fmla="*/ 579183 w 2010152"/>
                        <a:gd name="connsiteY5" fmla="*/ 2592989 h 2592989"/>
                        <a:gd name="connsiteX6" fmla="*/ 568666 w 2010152"/>
                        <a:gd name="connsiteY6" fmla="*/ 1437255 h 2592989"/>
                        <a:gd name="connsiteX7" fmla="*/ 8597 w 2010152"/>
                        <a:gd name="connsiteY7" fmla="*/ 1425825 h 2592989"/>
                        <a:gd name="connsiteX8" fmla="*/ 63 w 2010152"/>
                        <a:gd name="connsiteY8" fmla="*/ 0 h 2592989"/>
                        <a:gd name="connsiteX0" fmla="*/ 63 w 2010152"/>
                        <a:gd name="connsiteY0" fmla="*/ 0 h 2592989"/>
                        <a:gd name="connsiteX1" fmla="*/ 2010152 w 2010152"/>
                        <a:gd name="connsiteY1" fmla="*/ 0 h 2592989"/>
                        <a:gd name="connsiteX2" fmla="*/ 2005037 w 2010152"/>
                        <a:gd name="connsiteY2" fmla="*/ 1425825 h 2592989"/>
                        <a:gd name="connsiteX3" fmla="*/ 1452587 w 2010152"/>
                        <a:gd name="connsiteY3" fmla="*/ 1433445 h 2592989"/>
                        <a:gd name="connsiteX4" fmla="*/ 1453892 w 2010152"/>
                        <a:gd name="connsiteY4" fmla="*/ 2573939 h 2592989"/>
                        <a:gd name="connsiteX5" fmla="*/ 579183 w 2010152"/>
                        <a:gd name="connsiteY5" fmla="*/ 2592989 h 2592989"/>
                        <a:gd name="connsiteX6" fmla="*/ 568666 w 2010152"/>
                        <a:gd name="connsiteY6" fmla="*/ 1437255 h 2592989"/>
                        <a:gd name="connsiteX7" fmla="*/ 8597 w 2010152"/>
                        <a:gd name="connsiteY7" fmla="*/ 1425825 h 2592989"/>
                        <a:gd name="connsiteX8" fmla="*/ 63 w 2010152"/>
                        <a:gd name="connsiteY8" fmla="*/ 0 h 2592989"/>
                        <a:gd name="connsiteX0" fmla="*/ 63 w 2010152"/>
                        <a:gd name="connsiteY0" fmla="*/ 0 h 2592989"/>
                        <a:gd name="connsiteX1" fmla="*/ 2010152 w 2010152"/>
                        <a:gd name="connsiteY1" fmla="*/ 0 h 2592989"/>
                        <a:gd name="connsiteX2" fmla="*/ 2005037 w 2010152"/>
                        <a:gd name="connsiteY2" fmla="*/ 1425825 h 2592989"/>
                        <a:gd name="connsiteX3" fmla="*/ 1452587 w 2010152"/>
                        <a:gd name="connsiteY3" fmla="*/ 1433445 h 2592989"/>
                        <a:gd name="connsiteX4" fmla="*/ 1453892 w 2010152"/>
                        <a:gd name="connsiteY4" fmla="*/ 2573939 h 2592989"/>
                        <a:gd name="connsiteX5" fmla="*/ 579183 w 2010152"/>
                        <a:gd name="connsiteY5" fmla="*/ 2592989 h 2592989"/>
                        <a:gd name="connsiteX6" fmla="*/ 568666 w 2010152"/>
                        <a:gd name="connsiteY6" fmla="*/ 1437255 h 2592989"/>
                        <a:gd name="connsiteX7" fmla="*/ 8597 w 2010152"/>
                        <a:gd name="connsiteY7" fmla="*/ 1425825 h 2592989"/>
                        <a:gd name="connsiteX8" fmla="*/ 63 w 2010152"/>
                        <a:gd name="connsiteY8" fmla="*/ 0 h 2592989"/>
                        <a:gd name="connsiteX0" fmla="*/ 63 w 2010152"/>
                        <a:gd name="connsiteY0" fmla="*/ 0 h 2573939"/>
                        <a:gd name="connsiteX1" fmla="*/ 2010152 w 2010152"/>
                        <a:gd name="connsiteY1" fmla="*/ 0 h 2573939"/>
                        <a:gd name="connsiteX2" fmla="*/ 2005037 w 2010152"/>
                        <a:gd name="connsiteY2" fmla="*/ 1425825 h 2573939"/>
                        <a:gd name="connsiteX3" fmla="*/ 1452587 w 2010152"/>
                        <a:gd name="connsiteY3" fmla="*/ 1433445 h 2573939"/>
                        <a:gd name="connsiteX4" fmla="*/ 1453892 w 2010152"/>
                        <a:gd name="connsiteY4" fmla="*/ 2573939 h 2573939"/>
                        <a:gd name="connsiteX5" fmla="*/ 586803 w 2010152"/>
                        <a:gd name="connsiteY5" fmla="*/ 2562509 h 2573939"/>
                        <a:gd name="connsiteX6" fmla="*/ 568666 w 2010152"/>
                        <a:gd name="connsiteY6" fmla="*/ 1437255 h 2573939"/>
                        <a:gd name="connsiteX7" fmla="*/ 8597 w 2010152"/>
                        <a:gd name="connsiteY7" fmla="*/ 1425825 h 2573939"/>
                        <a:gd name="connsiteX8" fmla="*/ 63 w 2010152"/>
                        <a:gd name="connsiteY8" fmla="*/ 0 h 2573939"/>
                        <a:gd name="connsiteX0" fmla="*/ 63 w 2010152"/>
                        <a:gd name="connsiteY0" fmla="*/ 0 h 2573939"/>
                        <a:gd name="connsiteX1" fmla="*/ 2010152 w 2010152"/>
                        <a:gd name="connsiteY1" fmla="*/ 0 h 2573939"/>
                        <a:gd name="connsiteX2" fmla="*/ 2005037 w 2010152"/>
                        <a:gd name="connsiteY2" fmla="*/ 1425825 h 2573939"/>
                        <a:gd name="connsiteX3" fmla="*/ 1452587 w 2010152"/>
                        <a:gd name="connsiteY3" fmla="*/ 1433445 h 2573939"/>
                        <a:gd name="connsiteX4" fmla="*/ 1453892 w 2010152"/>
                        <a:gd name="connsiteY4" fmla="*/ 2573939 h 2573939"/>
                        <a:gd name="connsiteX5" fmla="*/ 567753 w 2010152"/>
                        <a:gd name="connsiteY5" fmla="*/ 2570129 h 2573939"/>
                        <a:gd name="connsiteX6" fmla="*/ 568666 w 2010152"/>
                        <a:gd name="connsiteY6" fmla="*/ 1437255 h 2573939"/>
                        <a:gd name="connsiteX7" fmla="*/ 8597 w 2010152"/>
                        <a:gd name="connsiteY7" fmla="*/ 1425825 h 2573939"/>
                        <a:gd name="connsiteX8" fmla="*/ 63 w 2010152"/>
                        <a:gd name="connsiteY8" fmla="*/ 0 h 25739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010152" h="2573939">
                          <a:moveTo>
                            <a:pt x="63" y="0"/>
                          </a:moveTo>
                          <a:lnTo>
                            <a:pt x="2010152" y="0"/>
                          </a:lnTo>
                          <a:lnTo>
                            <a:pt x="2005037" y="1425825"/>
                          </a:lnTo>
                          <a:lnTo>
                            <a:pt x="1452587" y="1433445"/>
                          </a:lnTo>
                          <a:cubicBezTo>
                            <a:pt x="1454075" y="1820377"/>
                            <a:pt x="1438804" y="2096837"/>
                            <a:pt x="1453892" y="2573939"/>
                          </a:cubicBezTo>
                          <a:lnTo>
                            <a:pt x="567753" y="2570129"/>
                          </a:lnTo>
                          <a:cubicBezTo>
                            <a:pt x="561185" y="2159067"/>
                            <a:pt x="573924" y="2015122"/>
                            <a:pt x="568666" y="1437255"/>
                          </a:cubicBezTo>
                          <a:cubicBezTo>
                            <a:pt x="307198" y="1437673"/>
                            <a:pt x="489444" y="1434863"/>
                            <a:pt x="8597" y="1425825"/>
                          </a:cubicBezTo>
                          <a:cubicBezTo>
                            <a:pt x="9562" y="1001350"/>
                            <a:pt x="-902" y="424475"/>
                            <a:pt x="63" y="0"/>
                          </a:cubicBezTo>
                          <a:close/>
                        </a:path>
                      </a:pathLst>
                    </a:custGeom>
                    <a:grpFill/>
                    <a:ln w="38100"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246" name="Group 245">
                      <a:extLst>
                        <a:ext uri="{FF2B5EF4-FFF2-40B4-BE49-F238E27FC236}">
                          <a16:creationId xmlns:a16="http://schemas.microsoft.com/office/drawing/2014/main" id="{7F0B9531-9381-19E6-C048-E8AC77BB9CF8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5751708" y="5715395"/>
                      <a:ext cx="497974" cy="330802"/>
                      <a:chOff x="5716775" y="3387928"/>
                      <a:chExt cx="497974" cy="330802"/>
                    </a:xfrm>
                    <a:grpFill/>
                  </p:grpSpPr>
                  <p:sp>
                    <p:nvSpPr>
                      <p:cNvPr id="247" name="Isosceles Triangle 10">
                        <a:extLst>
                          <a:ext uri="{FF2B5EF4-FFF2-40B4-BE49-F238E27FC236}">
                            <a16:creationId xmlns:a16="http://schemas.microsoft.com/office/drawing/2014/main" id="{58C1833F-E7E3-FF1A-CEF6-F53851416DAD}"/>
                          </a:ext>
                        </a:extLst>
                      </p:cNvPr>
                      <p:cNvSpPr/>
                      <p:nvPr/>
                    </p:nvSpPr>
                    <p:spPr>
                      <a:xfrm flipH="1" flipV="1">
                        <a:off x="5965971" y="3451017"/>
                        <a:ext cx="248778" cy="257982"/>
                      </a:xfrm>
                      <a:custGeom>
                        <a:avLst/>
                        <a:gdLst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54996 w 154996"/>
                          <a:gd name="connsiteY2" fmla="*/ 132522 h 132522"/>
                          <a:gd name="connsiteX3" fmla="*/ 0 w 154996"/>
                          <a:gd name="connsiteY3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56930 w 154996"/>
                          <a:gd name="connsiteY2" fmla="*/ 45057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12589 w 154996"/>
                          <a:gd name="connsiteY2" fmla="*/ 18553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60273"/>
                          <a:gd name="connsiteY0" fmla="*/ 141085 h 141085"/>
                          <a:gd name="connsiteX1" fmla="*/ 0 w 160273"/>
                          <a:gd name="connsiteY1" fmla="*/ 8563 h 141085"/>
                          <a:gd name="connsiteX2" fmla="*/ 112589 w 160273"/>
                          <a:gd name="connsiteY2" fmla="*/ 27116 h 141085"/>
                          <a:gd name="connsiteX3" fmla="*/ 154996 w 160273"/>
                          <a:gd name="connsiteY3" fmla="*/ 141085 h 141085"/>
                          <a:gd name="connsiteX4" fmla="*/ 0 w 160273"/>
                          <a:gd name="connsiteY4" fmla="*/ 141085 h 141085"/>
                          <a:gd name="connsiteX0" fmla="*/ 0 w 158940"/>
                          <a:gd name="connsiteY0" fmla="*/ 138889 h 138889"/>
                          <a:gd name="connsiteX1" fmla="*/ 0 w 158940"/>
                          <a:gd name="connsiteY1" fmla="*/ 6367 h 138889"/>
                          <a:gd name="connsiteX2" fmla="*/ 112589 w 158940"/>
                          <a:gd name="connsiteY2" fmla="*/ 24920 h 138889"/>
                          <a:gd name="connsiteX3" fmla="*/ 154996 w 158940"/>
                          <a:gd name="connsiteY3" fmla="*/ 138889 h 138889"/>
                          <a:gd name="connsiteX4" fmla="*/ 0 w 158940"/>
                          <a:gd name="connsiteY4" fmla="*/ 138889 h 138889"/>
                          <a:gd name="connsiteX0" fmla="*/ 0 w 159464"/>
                          <a:gd name="connsiteY0" fmla="*/ 137644 h 137644"/>
                          <a:gd name="connsiteX1" fmla="*/ 0 w 159464"/>
                          <a:gd name="connsiteY1" fmla="*/ 5122 h 137644"/>
                          <a:gd name="connsiteX2" fmla="*/ 120540 w 159464"/>
                          <a:gd name="connsiteY2" fmla="*/ 34276 h 137644"/>
                          <a:gd name="connsiteX3" fmla="*/ 154996 w 159464"/>
                          <a:gd name="connsiteY3" fmla="*/ 137644 h 137644"/>
                          <a:gd name="connsiteX4" fmla="*/ 0 w 159464"/>
                          <a:gd name="connsiteY4" fmla="*/ 137644 h 137644"/>
                          <a:gd name="connsiteX0" fmla="*/ 0 w 159976"/>
                          <a:gd name="connsiteY0" fmla="*/ 142975 h 142975"/>
                          <a:gd name="connsiteX1" fmla="*/ 0 w 159976"/>
                          <a:gd name="connsiteY1" fmla="*/ 10453 h 142975"/>
                          <a:gd name="connsiteX2" fmla="*/ 71549 w 159976"/>
                          <a:gd name="connsiteY2" fmla="*/ 11882 h 142975"/>
                          <a:gd name="connsiteX3" fmla="*/ 120540 w 159976"/>
                          <a:gd name="connsiteY3" fmla="*/ 39607 h 142975"/>
                          <a:gd name="connsiteX4" fmla="*/ 154996 w 159976"/>
                          <a:gd name="connsiteY4" fmla="*/ 142975 h 142975"/>
                          <a:gd name="connsiteX5" fmla="*/ 0 w 159976"/>
                          <a:gd name="connsiteY5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7850"/>
                          <a:gd name="connsiteY0" fmla="*/ 142975 h 142975"/>
                          <a:gd name="connsiteX1" fmla="*/ 0 w 167850"/>
                          <a:gd name="connsiteY1" fmla="*/ 10453 h 142975"/>
                          <a:gd name="connsiteX2" fmla="*/ 71549 w 167850"/>
                          <a:gd name="connsiteY2" fmla="*/ 11882 h 142975"/>
                          <a:gd name="connsiteX3" fmla="*/ 120540 w 167850"/>
                          <a:gd name="connsiteY3" fmla="*/ 39607 h 142975"/>
                          <a:gd name="connsiteX4" fmla="*/ 150130 w 167850"/>
                          <a:gd name="connsiteY4" fmla="*/ 85700 h 142975"/>
                          <a:gd name="connsiteX5" fmla="*/ 154996 w 167850"/>
                          <a:gd name="connsiteY5" fmla="*/ 142975 h 142975"/>
                          <a:gd name="connsiteX6" fmla="*/ 0 w 167850"/>
                          <a:gd name="connsiteY6" fmla="*/ 142975 h 142975"/>
                          <a:gd name="connsiteX0" fmla="*/ 0 w 167241"/>
                          <a:gd name="connsiteY0" fmla="*/ 142975 h 142975"/>
                          <a:gd name="connsiteX1" fmla="*/ 0 w 167241"/>
                          <a:gd name="connsiteY1" fmla="*/ 10453 h 142975"/>
                          <a:gd name="connsiteX2" fmla="*/ 71549 w 167241"/>
                          <a:gd name="connsiteY2" fmla="*/ 11882 h 142975"/>
                          <a:gd name="connsiteX3" fmla="*/ 120540 w 167241"/>
                          <a:gd name="connsiteY3" fmla="*/ 39607 h 142975"/>
                          <a:gd name="connsiteX4" fmla="*/ 150130 w 167241"/>
                          <a:gd name="connsiteY4" fmla="*/ 85700 h 142975"/>
                          <a:gd name="connsiteX5" fmla="*/ 154996 w 167241"/>
                          <a:gd name="connsiteY5" fmla="*/ 142975 h 142975"/>
                          <a:gd name="connsiteX6" fmla="*/ 0 w 167241"/>
                          <a:gd name="connsiteY6" fmla="*/ 142975 h 1429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67241" h="142975">
                            <a:moveTo>
                              <a:pt x="0" y="142975"/>
                            </a:moveTo>
                            <a:lnTo>
                              <a:pt x="0" y="10453"/>
                            </a:lnTo>
                            <a:cubicBezTo>
                              <a:pt x="11925" y="-11396"/>
                              <a:pt x="56221" y="7023"/>
                              <a:pt x="71549" y="11882"/>
                            </a:cubicBezTo>
                            <a:cubicBezTo>
                              <a:pt x="86877" y="16741"/>
                              <a:pt x="107443" y="27304"/>
                              <a:pt x="120540" y="39607"/>
                            </a:cubicBezTo>
                            <a:cubicBezTo>
                              <a:pt x="133637" y="51910"/>
                              <a:pt x="139625" y="63710"/>
                              <a:pt x="150130" y="85700"/>
                            </a:cubicBezTo>
                            <a:cubicBezTo>
                              <a:pt x="160635" y="107690"/>
                              <a:pt x="180018" y="133429"/>
                              <a:pt x="154996" y="142975"/>
                            </a:cubicBezTo>
                            <a:lnTo>
                              <a:pt x="0" y="142975"/>
                            </a:lnTo>
                            <a:close/>
                          </a:path>
                        </a:pathLst>
                      </a:custGeom>
                      <a:grpFill/>
                      <a:ln w="12700">
                        <a:solidFill>
                          <a:schemeClr val="accent6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248" name="Isosceles Triangle 10">
                        <a:extLst>
                          <a:ext uri="{FF2B5EF4-FFF2-40B4-BE49-F238E27FC236}">
                            <a16:creationId xmlns:a16="http://schemas.microsoft.com/office/drawing/2014/main" id="{5EAE1B46-1F25-B80A-6FEF-366C73FDCCF9}"/>
                          </a:ext>
                        </a:extLst>
                      </p:cNvPr>
                      <p:cNvSpPr/>
                      <p:nvPr/>
                    </p:nvSpPr>
                    <p:spPr>
                      <a:xfrm flipV="1">
                        <a:off x="5716775" y="3460748"/>
                        <a:ext cx="248778" cy="257982"/>
                      </a:xfrm>
                      <a:custGeom>
                        <a:avLst/>
                        <a:gdLst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54996 w 154996"/>
                          <a:gd name="connsiteY2" fmla="*/ 132522 h 132522"/>
                          <a:gd name="connsiteX3" fmla="*/ 0 w 154996"/>
                          <a:gd name="connsiteY3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56930 w 154996"/>
                          <a:gd name="connsiteY2" fmla="*/ 45057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12589 w 154996"/>
                          <a:gd name="connsiteY2" fmla="*/ 18553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60273"/>
                          <a:gd name="connsiteY0" fmla="*/ 141085 h 141085"/>
                          <a:gd name="connsiteX1" fmla="*/ 0 w 160273"/>
                          <a:gd name="connsiteY1" fmla="*/ 8563 h 141085"/>
                          <a:gd name="connsiteX2" fmla="*/ 112589 w 160273"/>
                          <a:gd name="connsiteY2" fmla="*/ 27116 h 141085"/>
                          <a:gd name="connsiteX3" fmla="*/ 154996 w 160273"/>
                          <a:gd name="connsiteY3" fmla="*/ 141085 h 141085"/>
                          <a:gd name="connsiteX4" fmla="*/ 0 w 160273"/>
                          <a:gd name="connsiteY4" fmla="*/ 141085 h 141085"/>
                          <a:gd name="connsiteX0" fmla="*/ 0 w 158940"/>
                          <a:gd name="connsiteY0" fmla="*/ 138889 h 138889"/>
                          <a:gd name="connsiteX1" fmla="*/ 0 w 158940"/>
                          <a:gd name="connsiteY1" fmla="*/ 6367 h 138889"/>
                          <a:gd name="connsiteX2" fmla="*/ 112589 w 158940"/>
                          <a:gd name="connsiteY2" fmla="*/ 24920 h 138889"/>
                          <a:gd name="connsiteX3" fmla="*/ 154996 w 158940"/>
                          <a:gd name="connsiteY3" fmla="*/ 138889 h 138889"/>
                          <a:gd name="connsiteX4" fmla="*/ 0 w 158940"/>
                          <a:gd name="connsiteY4" fmla="*/ 138889 h 138889"/>
                          <a:gd name="connsiteX0" fmla="*/ 0 w 159464"/>
                          <a:gd name="connsiteY0" fmla="*/ 137644 h 137644"/>
                          <a:gd name="connsiteX1" fmla="*/ 0 w 159464"/>
                          <a:gd name="connsiteY1" fmla="*/ 5122 h 137644"/>
                          <a:gd name="connsiteX2" fmla="*/ 120540 w 159464"/>
                          <a:gd name="connsiteY2" fmla="*/ 34276 h 137644"/>
                          <a:gd name="connsiteX3" fmla="*/ 154996 w 159464"/>
                          <a:gd name="connsiteY3" fmla="*/ 137644 h 137644"/>
                          <a:gd name="connsiteX4" fmla="*/ 0 w 159464"/>
                          <a:gd name="connsiteY4" fmla="*/ 137644 h 137644"/>
                          <a:gd name="connsiteX0" fmla="*/ 0 w 159976"/>
                          <a:gd name="connsiteY0" fmla="*/ 142975 h 142975"/>
                          <a:gd name="connsiteX1" fmla="*/ 0 w 159976"/>
                          <a:gd name="connsiteY1" fmla="*/ 10453 h 142975"/>
                          <a:gd name="connsiteX2" fmla="*/ 71549 w 159976"/>
                          <a:gd name="connsiteY2" fmla="*/ 11882 h 142975"/>
                          <a:gd name="connsiteX3" fmla="*/ 120540 w 159976"/>
                          <a:gd name="connsiteY3" fmla="*/ 39607 h 142975"/>
                          <a:gd name="connsiteX4" fmla="*/ 154996 w 159976"/>
                          <a:gd name="connsiteY4" fmla="*/ 142975 h 142975"/>
                          <a:gd name="connsiteX5" fmla="*/ 0 w 159976"/>
                          <a:gd name="connsiteY5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7850"/>
                          <a:gd name="connsiteY0" fmla="*/ 142975 h 142975"/>
                          <a:gd name="connsiteX1" fmla="*/ 0 w 167850"/>
                          <a:gd name="connsiteY1" fmla="*/ 10453 h 142975"/>
                          <a:gd name="connsiteX2" fmla="*/ 71549 w 167850"/>
                          <a:gd name="connsiteY2" fmla="*/ 11882 h 142975"/>
                          <a:gd name="connsiteX3" fmla="*/ 120540 w 167850"/>
                          <a:gd name="connsiteY3" fmla="*/ 39607 h 142975"/>
                          <a:gd name="connsiteX4" fmla="*/ 150130 w 167850"/>
                          <a:gd name="connsiteY4" fmla="*/ 85700 h 142975"/>
                          <a:gd name="connsiteX5" fmla="*/ 154996 w 167850"/>
                          <a:gd name="connsiteY5" fmla="*/ 142975 h 142975"/>
                          <a:gd name="connsiteX6" fmla="*/ 0 w 167850"/>
                          <a:gd name="connsiteY6" fmla="*/ 142975 h 142975"/>
                          <a:gd name="connsiteX0" fmla="*/ 0 w 167241"/>
                          <a:gd name="connsiteY0" fmla="*/ 142975 h 142975"/>
                          <a:gd name="connsiteX1" fmla="*/ 0 w 167241"/>
                          <a:gd name="connsiteY1" fmla="*/ 10453 h 142975"/>
                          <a:gd name="connsiteX2" fmla="*/ 71549 w 167241"/>
                          <a:gd name="connsiteY2" fmla="*/ 11882 h 142975"/>
                          <a:gd name="connsiteX3" fmla="*/ 120540 w 167241"/>
                          <a:gd name="connsiteY3" fmla="*/ 39607 h 142975"/>
                          <a:gd name="connsiteX4" fmla="*/ 150130 w 167241"/>
                          <a:gd name="connsiteY4" fmla="*/ 85700 h 142975"/>
                          <a:gd name="connsiteX5" fmla="*/ 154996 w 167241"/>
                          <a:gd name="connsiteY5" fmla="*/ 142975 h 142975"/>
                          <a:gd name="connsiteX6" fmla="*/ 0 w 167241"/>
                          <a:gd name="connsiteY6" fmla="*/ 142975 h 1429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67241" h="142975">
                            <a:moveTo>
                              <a:pt x="0" y="142975"/>
                            </a:moveTo>
                            <a:lnTo>
                              <a:pt x="0" y="10453"/>
                            </a:lnTo>
                            <a:cubicBezTo>
                              <a:pt x="11925" y="-11396"/>
                              <a:pt x="56221" y="7023"/>
                              <a:pt x="71549" y="11882"/>
                            </a:cubicBezTo>
                            <a:cubicBezTo>
                              <a:pt x="86877" y="16741"/>
                              <a:pt x="107443" y="27304"/>
                              <a:pt x="120540" y="39607"/>
                            </a:cubicBezTo>
                            <a:cubicBezTo>
                              <a:pt x="133637" y="51910"/>
                              <a:pt x="139625" y="63710"/>
                              <a:pt x="150130" y="85700"/>
                            </a:cubicBezTo>
                            <a:cubicBezTo>
                              <a:pt x="160635" y="107690"/>
                              <a:pt x="180018" y="133429"/>
                              <a:pt x="154996" y="142975"/>
                            </a:cubicBezTo>
                            <a:lnTo>
                              <a:pt x="0" y="142975"/>
                            </a:lnTo>
                            <a:close/>
                          </a:path>
                        </a:pathLst>
                      </a:custGeom>
                      <a:grpFill/>
                      <a:ln w="12700">
                        <a:solidFill>
                          <a:schemeClr val="accent6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249" name="Rectangle 248">
                        <a:extLst>
                          <a:ext uri="{FF2B5EF4-FFF2-40B4-BE49-F238E27FC236}">
                            <a16:creationId xmlns:a16="http://schemas.microsoft.com/office/drawing/2014/main" id="{658EA431-39E9-084F-368E-F7C4528B58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21937" y="3387928"/>
                        <a:ext cx="488334" cy="82141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accent6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sp>
                <p:nvSpPr>
                  <p:cNvPr id="244" name="Rectangle 86">
                    <a:extLst>
                      <a:ext uri="{FF2B5EF4-FFF2-40B4-BE49-F238E27FC236}">
                        <a16:creationId xmlns:a16="http://schemas.microsoft.com/office/drawing/2014/main" id="{DB440F54-5B81-6494-93A5-39B6A985BDB1}"/>
                      </a:ext>
                    </a:extLst>
                  </p:cNvPr>
                  <p:cNvSpPr/>
                  <p:nvPr/>
                </p:nvSpPr>
                <p:spPr>
                  <a:xfrm>
                    <a:off x="5226999" y="4049227"/>
                    <a:ext cx="610427" cy="849860"/>
                  </a:xfrm>
                  <a:custGeom>
                    <a:avLst/>
                    <a:gdLst>
                      <a:gd name="connsiteX0" fmla="*/ 0 w 610427"/>
                      <a:gd name="connsiteY0" fmla="*/ 0 h 374634"/>
                      <a:gd name="connsiteX1" fmla="*/ 610427 w 610427"/>
                      <a:gd name="connsiteY1" fmla="*/ 0 h 374634"/>
                      <a:gd name="connsiteX2" fmla="*/ 610427 w 610427"/>
                      <a:gd name="connsiteY2" fmla="*/ 374634 h 374634"/>
                      <a:gd name="connsiteX3" fmla="*/ 0 w 610427"/>
                      <a:gd name="connsiteY3" fmla="*/ 374634 h 374634"/>
                      <a:gd name="connsiteX4" fmla="*/ 0 w 610427"/>
                      <a:gd name="connsiteY4" fmla="*/ 0 h 374634"/>
                      <a:gd name="connsiteX0" fmla="*/ 0 w 610427"/>
                      <a:gd name="connsiteY0" fmla="*/ 475226 h 849860"/>
                      <a:gd name="connsiteX1" fmla="*/ 610427 w 610427"/>
                      <a:gd name="connsiteY1" fmla="*/ 0 h 849860"/>
                      <a:gd name="connsiteX2" fmla="*/ 610427 w 610427"/>
                      <a:gd name="connsiteY2" fmla="*/ 849860 h 849860"/>
                      <a:gd name="connsiteX3" fmla="*/ 0 w 610427"/>
                      <a:gd name="connsiteY3" fmla="*/ 849860 h 849860"/>
                      <a:gd name="connsiteX4" fmla="*/ 0 w 610427"/>
                      <a:gd name="connsiteY4" fmla="*/ 475226 h 849860"/>
                      <a:gd name="connsiteX0" fmla="*/ 0 w 610427"/>
                      <a:gd name="connsiteY0" fmla="*/ 475226 h 849860"/>
                      <a:gd name="connsiteX1" fmla="*/ 321672 w 610427"/>
                      <a:gd name="connsiteY1" fmla="*/ 224528 h 849860"/>
                      <a:gd name="connsiteX2" fmla="*/ 610427 w 610427"/>
                      <a:gd name="connsiteY2" fmla="*/ 0 h 849860"/>
                      <a:gd name="connsiteX3" fmla="*/ 610427 w 610427"/>
                      <a:gd name="connsiteY3" fmla="*/ 849860 h 849860"/>
                      <a:gd name="connsiteX4" fmla="*/ 0 w 610427"/>
                      <a:gd name="connsiteY4" fmla="*/ 849860 h 849860"/>
                      <a:gd name="connsiteX5" fmla="*/ 0 w 610427"/>
                      <a:gd name="connsiteY5" fmla="*/ 475226 h 849860"/>
                      <a:gd name="connsiteX0" fmla="*/ 0 w 610427"/>
                      <a:gd name="connsiteY0" fmla="*/ 475226 h 849860"/>
                      <a:gd name="connsiteX1" fmla="*/ 177465 w 610427"/>
                      <a:gd name="connsiteY1" fmla="*/ 4941 h 849860"/>
                      <a:gd name="connsiteX2" fmla="*/ 610427 w 610427"/>
                      <a:gd name="connsiteY2" fmla="*/ 0 h 849860"/>
                      <a:gd name="connsiteX3" fmla="*/ 610427 w 610427"/>
                      <a:gd name="connsiteY3" fmla="*/ 849860 h 849860"/>
                      <a:gd name="connsiteX4" fmla="*/ 0 w 610427"/>
                      <a:gd name="connsiteY4" fmla="*/ 849860 h 849860"/>
                      <a:gd name="connsiteX5" fmla="*/ 0 w 610427"/>
                      <a:gd name="connsiteY5" fmla="*/ 475226 h 849860"/>
                      <a:gd name="connsiteX0" fmla="*/ 0 w 610427"/>
                      <a:gd name="connsiteY0" fmla="*/ 475226 h 849860"/>
                      <a:gd name="connsiteX1" fmla="*/ 72588 w 610427"/>
                      <a:gd name="connsiteY1" fmla="*/ 283521 h 849860"/>
                      <a:gd name="connsiteX2" fmla="*/ 177465 w 610427"/>
                      <a:gd name="connsiteY2" fmla="*/ 4941 h 849860"/>
                      <a:gd name="connsiteX3" fmla="*/ 610427 w 610427"/>
                      <a:gd name="connsiteY3" fmla="*/ 0 h 849860"/>
                      <a:gd name="connsiteX4" fmla="*/ 610427 w 610427"/>
                      <a:gd name="connsiteY4" fmla="*/ 849860 h 849860"/>
                      <a:gd name="connsiteX5" fmla="*/ 0 w 610427"/>
                      <a:gd name="connsiteY5" fmla="*/ 849860 h 849860"/>
                      <a:gd name="connsiteX6" fmla="*/ 0 w 610427"/>
                      <a:gd name="connsiteY6" fmla="*/ 475226 h 849860"/>
                      <a:gd name="connsiteX0" fmla="*/ 0 w 610427"/>
                      <a:gd name="connsiteY0" fmla="*/ 475226 h 849860"/>
                      <a:gd name="connsiteX1" fmla="*/ 226626 w 610427"/>
                      <a:gd name="connsiteY1" fmla="*/ 473612 h 849860"/>
                      <a:gd name="connsiteX2" fmla="*/ 177465 w 610427"/>
                      <a:gd name="connsiteY2" fmla="*/ 4941 h 849860"/>
                      <a:gd name="connsiteX3" fmla="*/ 610427 w 610427"/>
                      <a:gd name="connsiteY3" fmla="*/ 0 h 849860"/>
                      <a:gd name="connsiteX4" fmla="*/ 610427 w 610427"/>
                      <a:gd name="connsiteY4" fmla="*/ 849860 h 849860"/>
                      <a:gd name="connsiteX5" fmla="*/ 0 w 610427"/>
                      <a:gd name="connsiteY5" fmla="*/ 849860 h 849860"/>
                      <a:gd name="connsiteX6" fmla="*/ 0 w 610427"/>
                      <a:gd name="connsiteY6" fmla="*/ 475226 h 849860"/>
                      <a:gd name="connsiteX0" fmla="*/ 0 w 610427"/>
                      <a:gd name="connsiteY0" fmla="*/ 475226 h 849860"/>
                      <a:gd name="connsiteX1" fmla="*/ 226626 w 610427"/>
                      <a:gd name="connsiteY1" fmla="*/ 473612 h 849860"/>
                      <a:gd name="connsiteX2" fmla="*/ 223348 w 610427"/>
                      <a:gd name="connsiteY2" fmla="*/ 8219 h 849860"/>
                      <a:gd name="connsiteX3" fmla="*/ 610427 w 610427"/>
                      <a:gd name="connsiteY3" fmla="*/ 0 h 849860"/>
                      <a:gd name="connsiteX4" fmla="*/ 610427 w 610427"/>
                      <a:gd name="connsiteY4" fmla="*/ 849860 h 849860"/>
                      <a:gd name="connsiteX5" fmla="*/ 0 w 610427"/>
                      <a:gd name="connsiteY5" fmla="*/ 849860 h 849860"/>
                      <a:gd name="connsiteX6" fmla="*/ 0 w 610427"/>
                      <a:gd name="connsiteY6" fmla="*/ 475226 h 8498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10427" h="849860">
                        <a:moveTo>
                          <a:pt x="0" y="475226"/>
                        </a:moveTo>
                        <a:lnTo>
                          <a:pt x="226626" y="473612"/>
                        </a:lnTo>
                        <a:cubicBezTo>
                          <a:pt x="225533" y="318481"/>
                          <a:pt x="224441" y="163350"/>
                          <a:pt x="223348" y="8219"/>
                        </a:cubicBezTo>
                        <a:lnTo>
                          <a:pt x="610427" y="0"/>
                        </a:lnTo>
                        <a:lnTo>
                          <a:pt x="610427" y="849860"/>
                        </a:lnTo>
                        <a:lnTo>
                          <a:pt x="0" y="849860"/>
                        </a:lnTo>
                        <a:lnTo>
                          <a:pt x="0" y="475226"/>
                        </a:lnTo>
                        <a:close/>
                      </a:path>
                    </a:pathLst>
                  </a:custGeom>
                  <a:grpFill/>
                  <a:ln w="1905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38" name="Group 237">
                <a:extLst>
                  <a:ext uri="{FF2B5EF4-FFF2-40B4-BE49-F238E27FC236}">
                    <a16:creationId xmlns:a16="http://schemas.microsoft.com/office/drawing/2014/main" id="{C2D31B7D-9612-E83E-BA56-D369E3E072A5}"/>
                  </a:ext>
                </a:extLst>
              </p:cNvPr>
              <p:cNvGrpSpPr/>
              <p:nvPr/>
            </p:nvGrpSpPr>
            <p:grpSpPr>
              <a:xfrm rot="16200000">
                <a:off x="4983130" y="3601338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239" name="Isosceles Triangle 10">
                  <a:extLst>
                    <a:ext uri="{FF2B5EF4-FFF2-40B4-BE49-F238E27FC236}">
                      <a16:creationId xmlns:a16="http://schemas.microsoft.com/office/drawing/2014/main" id="{CA6BA22A-4486-14B5-9C0C-BBDDC8492940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0" name="Rectangle 239">
                  <a:extLst>
                    <a:ext uri="{FF2B5EF4-FFF2-40B4-BE49-F238E27FC236}">
                      <a16:creationId xmlns:a16="http://schemas.microsoft.com/office/drawing/2014/main" id="{E9C5AD25-F1E2-7C96-B929-463168E77E62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55FAFC23-6C68-0713-502E-9253C4C980B5}"/>
                </a:ext>
              </a:extLst>
            </p:cNvPr>
            <p:cNvSpPr/>
            <p:nvPr/>
          </p:nvSpPr>
          <p:spPr>
            <a:xfrm>
              <a:off x="6950024" y="3533760"/>
              <a:ext cx="66389" cy="255875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18617219-40EE-FC40-A9D4-4521DD3DB53C}"/>
              </a:ext>
            </a:extLst>
          </p:cNvPr>
          <p:cNvGrpSpPr/>
          <p:nvPr/>
        </p:nvGrpSpPr>
        <p:grpSpPr>
          <a:xfrm>
            <a:off x="6993584" y="1896659"/>
            <a:ext cx="1777193" cy="2121842"/>
            <a:chOff x="9765273" y="2359431"/>
            <a:chExt cx="1777193" cy="2038714"/>
          </a:xfrm>
          <a:solidFill>
            <a:schemeClr val="accent6">
              <a:lumMod val="75000"/>
            </a:schemeClr>
          </a:solidFill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BE4C2121-F04D-14A5-57E8-4151B2D160CF}"/>
                </a:ext>
              </a:extLst>
            </p:cNvPr>
            <p:cNvGrpSpPr/>
            <p:nvPr/>
          </p:nvGrpSpPr>
          <p:grpSpPr>
            <a:xfrm>
              <a:off x="9765273" y="2359431"/>
              <a:ext cx="1777193" cy="2015856"/>
              <a:chOff x="9765273" y="2359431"/>
              <a:chExt cx="1777193" cy="2015856"/>
            </a:xfrm>
            <a:grpFill/>
          </p:grpSpPr>
          <p:sp>
            <p:nvSpPr>
              <p:cNvPr id="261" name="Rectangle 31">
                <a:extLst>
                  <a:ext uri="{FF2B5EF4-FFF2-40B4-BE49-F238E27FC236}">
                    <a16:creationId xmlns:a16="http://schemas.microsoft.com/office/drawing/2014/main" id="{3CC2E4E5-CA2C-CCE4-F9D7-566FFA2DF456}"/>
                  </a:ext>
                </a:extLst>
              </p:cNvPr>
              <p:cNvSpPr/>
              <p:nvPr/>
            </p:nvSpPr>
            <p:spPr>
              <a:xfrm>
                <a:off x="9781793" y="2370652"/>
                <a:ext cx="1733433" cy="2004635"/>
              </a:xfrm>
              <a:custGeom>
                <a:avLst/>
                <a:gdLst>
                  <a:gd name="connsiteX0" fmla="*/ 0 w 1722214"/>
                  <a:gd name="connsiteY0" fmla="*/ 0 h 2000402"/>
                  <a:gd name="connsiteX1" fmla="*/ 1722214 w 1722214"/>
                  <a:gd name="connsiteY1" fmla="*/ 0 h 2000402"/>
                  <a:gd name="connsiteX2" fmla="*/ 1722214 w 1722214"/>
                  <a:gd name="connsiteY2" fmla="*/ 2000402 h 2000402"/>
                  <a:gd name="connsiteX3" fmla="*/ 0 w 1722214"/>
                  <a:gd name="connsiteY3" fmla="*/ 2000402 h 2000402"/>
                  <a:gd name="connsiteX4" fmla="*/ 0 w 1722214"/>
                  <a:gd name="connsiteY4" fmla="*/ 0 h 2000402"/>
                  <a:gd name="connsiteX0" fmla="*/ 0 w 1722214"/>
                  <a:gd name="connsiteY0" fmla="*/ 2303 h 2002705"/>
                  <a:gd name="connsiteX1" fmla="*/ 476835 w 1722214"/>
                  <a:gd name="connsiteY1" fmla="*/ 0 h 2002705"/>
                  <a:gd name="connsiteX2" fmla="*/ 1722214 w 1722214"/>
                  <a:gd name="connsiteY2" fmla="*/ 2303 h 2002705"/>
                  <a:gd name="connsiteX3" fmla="*/ 1722214 w 1722214"/>
                  <a:gd name="connsiteY3" fmla="*/ 2002705 h 2002705"/>
                  <a:gd name="connsiteX4" fmla="*/ 0 w 1722214"/>
                  <a:gd name="connsiteY4" fmla="*/ 2002705 h 2002705"/>
                  <a:gd name="connsiteX5" fmla="*/ 0 w 1722214"/>
                  <a:gd name="connsiteY5" fmla="*/ 2303 h 2002705"/>
                  <a:gd name="connsiteX0" fmla="*/ 0 w 1722214"/>
                  <a:gd name="connsiteY0" fmla="*/ 2303 h 2002705"/>
                  <a:gd name="connsiteX1" fmla="*/ 476835 w 1722214"/>
                  <a:gd name="connsiteY1" fmla="*/ 0 h 2002705"/>
                  <a:gd name="connsiteX2" fmla="*/ 1722214 w 1722214"/>
                  <a:gd name="connsiteY2" fmla="*/ 2303 h 2002705"/>
                  <a:gd name="connsiteX3" fmla="*/ 1722214 w 1722214"/>
                  <a:gd name="connsiteY3" fmla="*/ 2002705 h 2002705"/>
                  <a:gd name="connsiteX4" fmla="*/ 0 w 1722214"/>
                  <a:gd name="connsiteY4" fmla="*/ 2002705 h 2002705"/>
                  <a:gd name="connsiteX5" fmla="*/ 0 w 1722214"/>
                  <a:gd name="connsiteY5" fmla="*/ 2303 h 2002705"/>
                  <a:gd name="connsiteX0" fmla="*/ 504884 w 1722214"/>
                  <a:gd name="connsiteY0" fmla="*/ 1258901 h 2002705"/>
                  <a:gd name="connsiteX1" fmla="*/ 476835 w 1722214"/>
                  <a:gd name="connsiteY1" fmla="*/ 0 h 2002705"/>
                  <a:gd name="connsiteX2" fmla="*/ 1722214 w 1722214"/>
                  <a:gd name="connsiteY2" fmla="*/ 2303 h 2002705"/>
                  <a:gd name="connsiteX3" fmla="*/ 1722214 w 1722214"/>
                  <a:gd name="connsiteY3" fmla="*/ 2002705 h 2002705"/>
                  <a:gd name="connsiteX4" fmla="*/ 0 w 1722214"/>
                  <a:gd name="connsiteY4" fmla="*/ 2002705 h 2002705"/>
                  <a:gd name="connsiteX5" fmla="*/ 504884 w 1722214"/>
                  <a:gd name="connsiteY5" fmla="*/ 1258901 h 2002705"/>
                  <a:gd name="connsiteX0" fmla="*/ 392687 w 1722214"/>
                  <a:gd name="connsiteY0" fmla="*/ 1421586 h 2002705"/>
                  <a:gd name="connsiteX1" fmla="*/ 476835 w 1722214"/>
                  <a:gd name="connsiteY1" fmla="*/ 0 h 2002705"/>
                  <a:gd name="connsiteX2" fmla="*/ 1722214 w 1722214"/>
                  <a:gd name="connsiteY2" fmla="*/ 2303 h 2002705"/>
                  <a:gd name="connsiteX3" fmla="*/ 1722214 w 1722214"/>
                  <a:gd name="connsiteY3" fmla="*/ 2002705 h 2002705"/>
                  <a:gd name="connsiteX4" fmla="*/ 0 w 1722214"/>
                  <a:gd name="connsiteY4" fmla="*/ 2002705 h 2002705"/>
                  <a:gd name="connsiteX5" fmla="*/ 392687 w 1722214"/>
                  <a:gd name="connsiteY5" fmla="*/ 1421586 h 2002705"/>
                  <a:gd name="connsiteX0" fmla="*/ 392687 w 1722214"/>
                  <a:gd name="connsiteY0" fmla="*/ 1421586 h 2002705"/>
                  <a:gd name="connsiteX1" fmla="*/ 476835 w 1722214"/>
                  <a:gd name="connsiteY1" fmla="*/ 0 h 2002705"/>
                  <a:gd name="connsiteX2" fmla="*/ 1722214 w 1722214"/>
                  <a:gd name="connsiteY2" fmla="*/ 2303 h 2002705"/>
                  <a:gd name="connsiteX3" fmla="*/ 1722214 w 1722214"/>
                  <a:gd name="connsiteY3" fmla="*/ 2002705 h 2002705"/>
                  <a:gd name="connsiteX4" fmla="*/ 0 w 1722214"/>
                  <a:gd name="connsiteY4" fmla="*/ 2002705 h 2002705"/>
                  <a:gd name="connsiteX5" fmla="*/ 392687 w 1722214"/>
                  <a:gd name="connsiteY5" fmla="*/ 1421586 h 2002705"/>
                  <a:gd name="connsiteX0" fmla="*/ 392687 w 1722214"/>
                  <a:gd name="connsiteY0" fmla="*/ 1421586 h 2002705"/>
                  <a:gd name="connsiteX1" fmla="*/ 476835 w 1722214"/>
                  <a:gd name="connsiteY1" fmla="*/ 0 h 2002705"/>
                  <a:gd name="connsiteX2" fmla="*/ 1722214 w 1722214"/>
                  <a:gd name="connsiteY2" fmla="*/ 2303 h 2002705"/>
                  <a:gd name="connsiteX3" fmla="*/ 1722214 w 1722214"/>
                  <a:gd name="connsiteY3" fmla="*/ 2002705 h 2002705"/>
                  <a:gd name="connsiteX4" fmla="*/ 0 w 1722214"/>
                  <a:gd name="connsiteY4" fmla="*/ 2002705 h 2002705"/>
                  <a:gd name="connsiteX5" fmla="*/ 392687 w 1722214"/>
                  <a:gd name="connsiteY5" fmla="*/ 1421586 h 2002705"/>
                  <a:gd name="connsiteX0" fmla="*/ 392687 w 1722214"/>
                  <a:gd name="connsiteY0" fmla="*/ 1419283 h 2000402"/>
                  <a:gd name="connsiteX1" fmla="*/ 375858 w 1722214"/>
                  <a:gd name="connsiteY1" fmla="*/ 8917 h 2000402"/>
                  <a:gd name="connsiteX2" fmla="*/ 1722214 w 1722214"/>
                  <a:gd name="connsiteY2" fmla="*/ 0 h 2000402"/>
                  <a:gd name="connsiteX3" fmla="*/ 1722214 w 1722214"/>
                  <a:gd name="connsiteY3" fmla="*/ 2000402 h 2000402"/>
                  <a:gd name="connsiteX4" fmla="*/ 0 w 1722214"/>
                  <a:gd name="connsiteY4" fmla="*/ 2000402 h 2000402"/>
                  <a:gd name="connsiteX5" fmla="*/ 392687 w 1722214"/>
                  <a:gd name="connsiteY5" fmla="*/ 1419283 h 2000402"/>
                  <a:gd name="connsiteX0" fmla="*/ 491804 w 1821331"/>
                  <a:gd name="connsiteY0" fmla="*/ 1419283 h 2000402"/>
                  <a:gd name="connsiteX1" fmla="*/ 474975 w 1821331"/>
                  <a:gd name="connsiteY1" fmla="*/ 8917 h 2000402"/>
                  <a:gd name="connsiteX2" fmla="*/ 1821331 w 1821331"/>
                  <a:gd name="connsiteY2" fmla="*/ 0 h 2000402"/>
                  <a:gd name="connsiteX3" fmla="*/ 1821331 w 1821331"/>
                  <a:gd name="connsiteY3" fmla="*/ 2000402 h 2000402"/>
                  <a:gd name="connsiteX4" fmla="*/ 99117 w 1821331"/>
                  <a:gd name="connsiteY4" fmla="*/ 2000402 h 2000402"/>
                  <a:gd name="connsiteX5" fmla="*/ 239363 w 1821331"/>
                  <a:gd name="connsiteY5" fmla="*/ 1708691 h 2000402"/>
                  <a:gd name="connsiteX6" fmla="*/ 491804 w 1821331"/>
                  <a:gd name="connsiteY6" fmla="*/ 1419283 h 2000402"/>
                  <a:gd name="connsiteX0" fmla="*/ 529481 w 1859008"/>
                  <a:gd name="connsiteY0" fmla="*/ 1419283 h 2000402"/>
                  <a:gd name="connsiteX1" fmla="*/ 512652 w 1859008"/>
                  <a:gd name="connsiteY1" fmla="*/ 8917 h 2000402"/>
                  <a:gd name="connsiteX2" fmla="*/ 1859008 w 1859008"/>
                  <a:gd name="connsiteY2" fmla="*/ 0 h 2000402"/>
                  <a:gd name="connsiteX3" fmla="*/ 1859008 w 1859008"/>
                  <a:gd name="connsiteY3" fmla="*/ 2000402 h 2000402"/>
                  <a:gd name="connsiteX4" fmla="*/ 136794 w 1859008"/>
                  <a:gd name="connsiteY4" fmla="*/ 2000402 h 2000402"/>
                  <a:gd name="connsiteX5" fmla="*/ 125575 w 1859008"/>
                  <a:gd name="connsiteY5" fmla="*/ 1433810 h 2000402"/>
                  <a:gd name="connsiteX6" fmla="*/ 529481 w 1859008"/>
                  <a:gd name="connsiteY6" fmla="*/ 1419283 h 2000402"/>
                  <a:gd name="connsiteX0" fmla="*/ 529481 w 1859008"/>
                  <a:gd name="connsiteY0" fmla="*/ 1419283 h 2000402"/>
                  <a:gd name="connsiteX1" fmla="*/ 512652 w 1859008"/>
                  <a:gd name="connsiteY1" fmla="*/ 8917 h 2000402"/>
                  <a:gd name="connsiteX2" fmla="*/ 1859008 w 1859008"/>
                  <a:gd name="connsiteY2" fmla="*/ 0 h 2000402"/>
                  <a:gd name="connsiteX3" fmla="*/ 1859008 w 1859008"/>
                  <a:gd name="connsiteY3" fmla="*/ 2000402 h 2000402"/>
                  <a:gd name="connsiteX4" fmla="*/ 136794 w 1859008"/>
                  <a:gd name="connsiteY4" fmla="*/ 2000402 h 2000402"/>
                  <a:gd name="connsiteX5" fmla="*/ 125575 w 1859008"/>
                  <a:gd name="connsiteY5" fmla="*/ 1433810 h 2000402"/>
                  <a:gd name="connsiteX6" fmla="*/ 529481 w 1859008"/>
                  <a:gd name="connsiteY6" fmla="*/ 1419283 h 2000402"/>
                  <a:gd name="connsiteX0" fmla="*/ 517763 w 1847290"/>
                  <a:gd name="connsiteY0" fmla="*/ 1419283 h 2000402"/>
                  <a:gd name="connsiteX1" fmla="*/ 500934 w 1847290"/>
                  <a:gd name="connsiteY1" fmla="*/ 8917 h 2000402"/>
                  <a:gd name="connsiteX2" fmla="*/ 1847290 w 1847290"/>
                  <a:gd name="connsiteY2" fmla="*/ 0 h 2000402"/>
                  <a:gd name="connsiteX3" fmla="*/ 1847290 w 1847290"/>
                  <a:gd name="connsiteY3" fmla="*/ 2000402 h 2000402"/>
                  <a:gd name="connsiteX4" fmla="*/ 125076 w 1847290"/>
                  <a:gd name="connsiteY4" fmla="*/ 2000402 h 2000402"/>
                  <a:gd name="connsiteX5" fmla="*/ 113857 w 1847290"/>
                  <a:gd name="connsiteY5" fmla="*/ 1433810 h 2000402"/>
                  <a:gd name="connsiteX6" fmla="*/ 517763 w 1847290"/>
                  <a:gd name="connsiteY6" fmla="*/ 1419283 h 2000402"/>
                  <a:gd name="connsiteX0" fmla="*/ 411671 w 1741198"/>
                  <a:gd name="connsiteY0" fmla="*/ 1419283 h 2000402"/>
                  <a:gd name="connsiteX1" fmla="*/ 394842 w 1741198"/>
                  <a:gd name="connsiteY1" fmla="*/ 8917 h 2000402"/>
                  <a:gd name="connsiteX2" fmla="*/ 1741198 w 1741198"/>
                  <a:gd name="connsiteY2" fmla="*/ 0 h 2000402"/>
                  <a:gd name="connsiteX3" fmla="*/ 1741198 w 1741198"/>
                  <a:gd name="connsiteY3" fmla="*/ 2000402 h 2000402"/>
                  <a:gd name="connsiteX4" fmla="*/ 18984 w 1741198"/>
                  <a:gd name="connsiteY4" fmla="*/ 2000402 h 2000402"/>
                  <a:gd name="connsiteX5" fmla="*/ 7765 w 1741198"/>
                  <a:gd name="connsiteY5" fmla="*/ 1433810 h 2000402"/>
                  <a:gd name="connsiteX6" fmla="*/ 411671 w 1741198"/>
                  <a:gd name="connsiteY6" fmla="*/ 1419283 h 2000402"/>
                  <a:gd name="connsiteX0" fmla="*/ 411671 w 1741198"/>
                  <a:gd name="connsiteY0" fmla="*/ 1419283 h 2000402"/>
                  <a:gd name="connsiteX1" fmla="*/ 394842 w 1741198"/>
                  <a:gd name="connsiteY1" fmla="*/ 8917 h 2000402"/>
                  <a:gd name="connsiteX2" fmla="*/ 1741198 w 1741198"/>
                  <a:gd name="connsiteY2" fmla="*/ 0 h 2000402"/>
                  <a:gd name="connsiteX3" fmla="*/ 1741198 w 1741198"/>
                  <a:gd name="connsiteY3" fmla="*/ 2000402 h 2000402"/>
                  <a:gd name="connsiteX4" fmla="*/ 18984 w 1741198"/>
                  <a:gd name="connsiteY4" fmla="*/ 2000402 h 2000402"/>
                  <a:gd name="connsiteX5" fmla="*/ 7765 w 1741198"/>
                  <a:gd name="connsiteY5" fmla="*/ 1433810 h 2000402"/>
                  <a:gd name="connsiteX6" fmla="*/ 411671 w 1741198"/>
                  <a:gd name="connsiteY6" fmla="*/ 1419283 h 2000402"/>
                  <a:gd name="connsiteX0" fmla="*/ 411671 w 1741198"/>
                  <a:gd name="connsiteY0" fmla="*/ 1419283 h 2000402"/>
                  <a:gd name="connsiteX1" fmla="*/ 417281 w 1741198"/>
                  <a:gd name="connsiteY1" fmla="*/ 14527 h 2000402"/>
                  <a:gd name="connsiteX2" fmla="*/ 1741198 w 1741198"/>
                  <a:gd name="connsiteY2" fmla="*/ 0 h 2000402"/>
                  <a:gd name="connsiteX3" fmla="*/ 1741198 w 1741198"/>
                  <a:gd name="connsiteY3" fmla="*/ 2000402 h 2000402"/>
                  <a:gd name="connsiteX4" fmla="*/ 18984 w 1741198"/>
                  <a:gd name="connsiteY4" fmla="*/ 2000402 h 2000402"/>
                  <a:gd name="connsiteX5" fmla="*/ 7765 w 1741198"/>
                  <a:gd name="connsiteY5" fmla="*/ 1433810 h 2000402"/>
                  <a:gd name="connsiteX6" fmla="*/ 411671 w 1741198"/>
                  <a:gd name="connsiteY6" fmla="*/ 1419283 h 2000402"/>
                  <a:gd name="connsiteX0" fmla="*/ 428500 w 1741198"/>
                  <a:gd name="connsiteY0" fmla="*/ 1419283 h 2000402"/>
                  <a:gd name="connsiteX1" fmla="*/ 417281 w 1741198"/>
                  <a:gd name="connsiteY1" fmla="*/ 14527 h 2000402"/>
                  <a:gd name="connsiteX2" fmla="*/ 1741198 w 1741198"/>
                  <a:gd name="connsiteY2" fmla="*/ 0 h 2000402"/>
                  <a:gd name="connsiteX3" fmla="*/ 1741198 w 1741198"/>
                  <a:gd name="connsiteY3" fmla="*/ 2000402 h 2000402"/>
                  <a:gd name="connsiteX4" fmla="*/ 18984 w 1741198"/>
                  <a:gd name="connsiteY4" fmla="*/ 2000402 h 2000402"/>
                  <a:gd name="connsiteX5" fmla="*/ 7765 w 1741198"/>
                  <a:gd name="connsiteY5" fmla="*/ 1433810 h 2000402"/>
                  <a:gd name="connsiteX6" fmla="*/ 428500 w 1741198"/>
                  <a:gd name="connsiteY6" fmla="*/ 1419283 h 2000402"/>
                  <a:gd name="connsiteX0" fmla="*/ 428500 w 1741198"/>
                  <a:gd name="connsiteY0" fmla="*/ 1419283 h 2000402"/>
                  <a:gd name="connsiteX1" fmla="*/ 417281 w 1741198"/>
                  <a:gd name="connsiteY1" fmla="*/ 14527 h 2000402"/>
                  <a:gd name="connsiteX2" fmla="*/ 1741198 w 1741198"/>
                  <a:gd name="connsiteY2" fmla="*/ 0 h 2000402"/>
                  <a:gd name="connsiteX3" fmla="*/ 1741198 w 1741198"/>
                  <a:gd name="connsiteY3" fmla="*/ 2000402 h 2000402"/>
                  <a:gd name="connsiteX4" fmla="*/ 18984 w 1741198"/>
                  <a:gd name="connsiteY4" fmla="*/ 2000402 h 2000402"/>
                  <a:gd name="connsiteX5" fmla="*/ 7765 w 1741198"/>
                  <a:gd name="connsiteY5" fmla="*/ 1433810 h 2000402"/>
                  <a:gd name="connsiteX6" fmla="*/ 428500 w 1741198"/>
                  <a:gd name="connsiteY6" fmla="*/ 1419283 h 2000402"/>
                  <a:gd name="connsiteX0" fmla="*/ 420735 w 1733433"/>
                  <a:gd name="connsiteY0" fmla="*/ 1419283 h 2000402"/>
                  <a:gd name="connsiteX1" fmla="*/ 409516 w 1733433"/>
                  <a:gd name="connsiteY1" fmla="*/ 14527 h 2000402"/>
                  <a:gd name="connsiteX2" fmla="*/ 1733433 w 1733433"/>
                  <a:gd name="connsiteY2" fmla="*/ 0 h 2000402"/>
                  <a:gd name="connsiteX3" fmla="*/ 1733433 w 1733433"/>
                  <a:gd name="connsiteY3" fmla="*/ 2000402 h 2000402"/>
                  <a:gd name="connsiteX4" fmla="*/ 11219 w 1733433"/>
                  <a:gd name="connsiteY4" fmla="*/ 2000402 h 2000402"/>
                  <a:gd name="connsiteX5" fmla="*/ 0 w 1733433"/>
                  <a:gd name="connsiteY5" fmla="*/ 1433810 h 2000402"/>
                  <a:gd name="connsiteX6" fmla="*/ 420735 w 1733433"/>
                  <a:gd name="connsiteY6" fmla="*/ 1419283 h 2000402"/>
                  <a:gd name="connsiteX0" fmla="*/ 420735 w 1733433"/>
                  <a:gd name="connsiteY0" fmla="*/ 1419283 h 2000402"/>
                  <a:gd name="connsiteX1" fmla="*/ 409516 w 1733433"/>
                  <a:gd name="connsiteY1" fmla="*/ 14527 h 2000402"/>
                  <a:gd name="connsiteX2" fmla="*/ 1733433 w 1733433"/>
                  <a:gd name="connsiteY2" fmla="*/ 0 h 2000402"/>
                  <a:gd name="connsiteX3" fmla="*/ 1733433 w 1733433"/>
                  <a:gd name="connsiteY3" fmla="*/ 2000402 h 2000402"/>
                  <a:gd name="connsiteX4" fmla="*/ 11219 w 1733433"/>
                  <a:gd name="connsiteY4" fmla="*/ 2000402 h 2000402"/>
                  <a:gd name="connsiteX5" fmla="*/ 0 w 1733433"/>
                  <a:gd name="connsiteY5" fmla="*/ 1433810 h 2000402"/>
                  <a:gd name="connsiteX6" fmla="*/ 420735 w 1733433"/>
                  <a:gd name="connsiteY6" fmla="*/ 1419283 h 2000402"/>
                  <a:gd name="connsiteX0" fmla="*/ 420735 w 1733433"/>
                  <a:gd name="connsiteY0" fmla="*/ 1419283 h 2004635"/>
                  <a:gd name="connsiteX1" fmla="*/ 409516 w 1733433"/>
                  <a:gd name="connsiteY1" fmla="*/ 14527 h 2004635"/>
                  <a:gd name="connsiteX2" fmla="*/ 1733433 w 1733433"/>
                  <a:gd name="connsiteY2" fmla="*/ 0 h 2004635"/>
                  <a:gd name="connsiteX3" fmla="*/ 1733433 w 1733433"/>
                  <a:gd name="connsiteY3" fmla="*/ 2000402 h 2004635"/>
                  <a:gd name="connsiteX4" fmla="*/ 2753 w 1733433"/>
                  <a:gd name="connsiteY4" fmla="*/ 2004635 h 2004635"/>
                  <a:gd name="connsiteX5" fmla="*/ 0 w 1733433"/>
                  <a:gd name="connsiteY5" fmla="*/ 1433810 h 2004635"/>
                  <a:gd name="connsiteX6" fmla="*/ 420735 w 1733433"/>
                  <a:gd name="connsiteY6" fmla="*/ 1419283 h 2004635"/>
                  <a:gd name="connsiteX0" fmla="*/ 420735 w 1733433"/>
                  <a:gd name="connsiteY0" fmla="*/ 1419283 h 2004635"/>
                  <a:gd name="connsiteX1" fmla="*/ 409516 w 1733433"/>
                  <a:gd name="connsiteY1" fmla="*/ 14527 h 2004635"/>
                  <a:gd name="connsiteX2" fmla="*/ 1733433 w 1733433"/>
                  <a:gd name="connsiteY2" fmla="*/ 0 h 2004635"/>
                  <a:gd name="connsiteX3" fmla="*/ 1733433 w 1733433"/>
                  <a:gd name="connsiteY3" fmla="*/ 2000402 h 2004635"/>
                  <a:gd name="connsiteX4" fmla="*/ 2753 w 1733433"/>
                  <a:gd name="connsiteY4" fmla="*/ 2004635 h 2004635"/>
                  <a:gd name="connsiteX5" fmla="*/ 0 w 1733433"/>
                  <a:gd name="connsiteY5" fmla="*/ 1433810 h 2004635"/>
                  <a:gd name="connsiteX6" fmla="*/ 420735 w 1733433"/>
                  <a:gd name="connsiteY6" fmla="*/ 1419283 h 2004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3433" h="2004635">
                    <a:moveTo>
                      <a:pt x="420735" y="1419283"/>
                    </a:moveTo>
                    <a:cubicBezTo>
                      <a:pt x="405776" y="1188513"/>
                      <a:pt x="413256" y="407983"/>
                      <a:pt x="409516" y="14527"/>
                    </a:cubicBezTo>
                    <a:lnTo>
                      <a:pt x="1733433" y="0"/>
                    </a:lnTo>
                    <a:lnTo>
                      <a:pt x="1733433" y="2000402"/>
                    </a:lnTo>
                    <a:lnTo>
                      <a:pt x="2753" y="2004635"/>
                    </a:lnTo>
                    <a:cubicBezTo>
                      <a:pt x="1377" y="1437706"/>
                      <a:pt x="17530" y="1999628"/>
                      <a:pt x="0" y="1433810"/>
                    </a:cubicBezTo>
                    <a:lnTo>
                      <a:pt x="420735" y="1419283"/>
                    </a:lnTo>
                    <a:close/>
                  </a:path>
                </a:pathLst>
              </a:custGeom>
              <a:grp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5470C2CB-C219-FBAC-A60D-187C4E4D124C}"/>
                  </a:ext>
                </a:extLst>
              </p:cNvPr>
              <p:cNvSpPr/>
              <p:nvPr/>
            </p:nvSpPr>
            <p:spPr>
              <a:xfrm rot="16200000">
                <a:off x="10840955" y="2173472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45218A46-05B5-F9B2-0251-CA7E43D2BE50}"/>
                  </a:ext>
                </a:extLst>
              </p:cNvPr>
              <p:cNvSpPr/>
              <p:nvPr/>
            </p:nvSpPr>
            <p:spPr>
              <a:xfrm>
                <a:off x="11487006" y="2711737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AED901BB-ABF9-CE1E-82E2-B4C914458EFD}"/>
                  </a:ext>
                </a:extLst>
              </p:cNvPr>
              <p:cNvSpPr/>
              <p:nvPr/>
            </p:nvSpPr>
            <p:spPr>
              <a:xfrm>
                <a:off x="11496747" y="3575648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Isosceles Triangle 10">
                <a:extLst>
                  <a:ext uri="{FF2B5EF4-FFF2-40B4-BE49-F238E27FC236}">
                    <a16:creationId xmlns:a16="http://schemas.microsoft.com/office/drawing/2014/main" id="{6F41D65D-1FE0-F16E-7521-687C9F18DC5A}"/>
                  </a:ext>
                </a:extLst>
              </p:cNvPr>
              <p:cNvSpPr/>
              <p:nvPr/>
            </p:nvSpPr>
            <p:spPr>
              <a:xfrm rot="16200000" flipH="1" flipV="1">
                <a:off x="9810977" y="3984074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93F86B85-040B-ADD7-DFE1-049850E51416}"/>
                  </a:ext>
                </a:extLst>
              </p:cNvPr>
              <p:cNvSpPr/>
              <p:nvPr/>
            </p:nvSpPr>
            <p:spPr>
              <a:xfrm>
                <a:off x="10122107" y="3273620"/>
                <a:ext cx="129026" cy="302028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90DA98F3-C065-058D-78BA-20C7EE73EDAA}"/>
                  </a:ext>
                </a:extLst>
              </p:cNvPr>
              <p:cNvSpPr/>
              <p:nvPr/>
            </p:nvSpPr>
            <p:spPr>
              <a:xfrm>
                <a:off x="10260353" y="3309790"/>
                <a:ext cx="45719" cy="232198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Isosceles Triangle 10">
                <a:extLst>
                  <a:ext uri="{FF2B5EF4-FFF2-40B4-BE49-F238E27FC236}">
                    <a16:creationId xmlns:a16="http://schemas.microsoft.com/office/drawing/2014/main" id="{7A74B1BA-ED51-99F1-EC1B-A3124430F272}"/>
                  </a:ext>
                </a:extLst>
              </p:cNvPr>
              <p:cNvSpPr/>
              <p:nvPr/>
            </p:nvSpPr>
            <p:spPr>
              <a:xfrm rot="10800000" flipH="1" flipV="1">
                <a:off x="10476335" y="4103852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0296CE88-2A32-5498-7E8A-E77F4F3FBDE8}"/>
                  </a:ext>
                </a:extLst>
              </p:cNvPr>
              <p:cNvSpPr/>
              <p:nvPr/>
            </p:nvSpPr>
            <p:spPr>
              <a:xfrm>
                <a:off x="9765273" y="4000470"/>
                <a:ext cx="45719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A23039D5-623B-EB54-3D03-3A85F1A1947F}"/>
                </a:ext>
              </a:extLst>
            </p:cNvPr>
            <p:cNvSpPr/>
            <p:nvPr/>
          </p:nvSpPr>
          <p:spPr>
            <a:xfrm rot="16200000">
              <a:off x="10558157" y="4247595"/>
              <a:ext cx="75913" cy="22518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2" name="Rectangle 271">
            <a:extLst>
              <a:ext uri="{FF2B5EF4-FFF2-40B4-BE49-F238E27FC236}">
                <a16:creationId xmlns:a16="http://schemas.microsoft.com/office/drawing/2014/main" id="{1D40798D-46EB-20E6-3DA4-9C6C4957F057}"/>
              </a:ext>
            </a:extLst>
          </p:cNvPr>
          <p:cNvSpPr/>
          <p:nvPr/>
        </p:nvSpPr>
        <p:spPr>
          <a:xfrm>
            <a:off x="7004598" y="1990319"/>
            <a:ext cx="399128" cy="143408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B85708C4-BA40-D738-9E13-35740A76333C}"/>
              </a:ext>
            </a:extLst>
          </p:cNvPr>
          <p:cNvGrpSpPr/>
          <p:nvPr/>
        </p:nvGrpSpPr>
        <p:grpSpPr>
          <a:xfrm>
            <a:off x="7016484" y="3966975"/>
            <a:ext cx="2340697" cy="934555"/>
            <a:chOff x="6995134" y="3964531"/>
            <a:chExt cx="2340697" cy="934555"/>
          </a:xfrm>
          <a:solidFill>
            <a:schemeClr val="accent6">
              <a:lumMod val="75000"/>
            </a:schemeClr>
          </a:solidFill>
        </p:grpSpPr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E398016E-345D-DAC1-C307-B68DF28FA151}"/>
                </a:ext>
              </a:extLst>
            </p:cNvPr>
            <p:cNvGrpSpPr/>
            <p:nvPr/>
          </p:nvGrpSpPr>
          <p:grpSpPr>
            <a:xfrm>
              <a:off x="6995134" y="3995729"/>
              <a:ext cx="2340697" cy="903357"/>
              <a:chOff x="7765659" y="4319453"/>
              <a:chExt cx="2340697" cy="903357"/>
            </a:xfrm>
            <a:grpFill/>
          </p:grpSpPr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5123ACA4-1A20-5FD8-7D91-6CD14DFCADB5}"/>
                  </a:ext>
                </a:extLst>
              </p:cNvPr>
              <p:cNvGrpSpPr/>
              <p:nvPr/>
            </p:nvGrpSpPr>
            <p:grpSpPr>
              <a:xfrm>
                <a:off x="7765659" y="4319453"/>
                <a:ext cx="2340697" cy="865402"/>
                <a:chOff x="6972321" y="3999548"/>
                <a:chExt cx="2340697" cy="865402"/>
              </a:xfrm>
              <a:grpFill/>
            </p:grpSpPr>
            <p:grpSp>
              <p:nvGrpSpPr>
                <p:cNvPr id="278" name="Group 277">
                  <a:extLst>
                    <a:ext uri="{FF2B5EF4-FFF2-40B4-BE49-F238E27FC236}">
                      <a16:creationId xmlns:a16="http://schemas.microsoft.com/office/drawing/2014/main" id="{CE97F815-38A6-35E8-7FEC-A2100A4AC922}"/>
                    </a:ext>
                  </a:extLst>
                </p:cNvPr>
                <p:cNvGrpSpPr/>
                <p:nvPr/>
              </p:nvGrpSpPr>
              <p:grpSpPr>
                <a:xfrm>
                  <a:off x="6972321" y="3999548"/>
                  <a:ext cx="2340697" cy="865402"/>
                  <a:chOff x="6972321" y="3999548"/>
                  <a:chExt cx="2340697" cy="865402"/>
                </a:xfrm>
                <a:grpFill/>
              </p:grpSpPr>
              <p:sp>
                <p:nvSpPr>
                  <p:cNvPr id="280" name="Rectangle 48">
                    <a:extLst>
                      <a:ext uri="{FF2B5EF4-FFF2-40B4-BE49-F238E27FC236}">
                        <a16:creationId xmlns:a16="http://schemas.microsoft.com/office/drawing/2014/main" id="{BE4D6EDB-D07F-283A-CD52-310F550F61FD}"/>
                      </a:ext>
                    </a:extLst>
                  </p:cNvPr>
                  <p:cNvSpPr/>
                  <p:nvPr/>
                </p:nvSpPr>
                <p:spPr>
                  <a:xfrm>
                    <a:off x="6972321" y="3999548"/>
                    <a:ext cx="2325919" cy="865402"/>
                  </a:xfrm>
                  <a:custGeom>
                    <a:avLst/>
                    <a:gdLst>
                      <a:gd name="connsiteX0" fmla="*/ 0 w 2027746"/>
                      <a:gd name="connsiteY0" fmla="*/ 0 h 865402"/>
                      <a:gd name="connsiteX1" fmla="*/ 2027746 w 2027746"/>
                      <a:gd name="connsiteY1" fmla="*/ 0 h 865402"/>
                      <a:gd name="connsiteX2" fmla="*/ 2027746 w 2027746"/>
                      <a:gd name="connsiteY2" fmla="*/ 865402 h 865402"/>
                      <a:gd name="connsiteX3" fmla="*/ 0 w 2027746"/>
                      <a:gd name="connsiteY3" fmla="*/ 865402 h 865402"/>
                      <a:gd name="connsiteX4" fmla="*/ 0 w 2027746"/>
                      <a:gd name="connsiteY4" fmla="*/ 0 h 865402"/>
                      <a:gd name="connsiteX0" fmla="*/ 0 w 2027746"/>
                      <a:gd name="connsiteY0" fmla="*/ 4018 h 869420"/>
                      <a:gd name="connsiteX1" fmla="*/ 1718455 w 2027746"/>
                      <a:gd name="connsiteY1" fmla="*/ 0 h 869420"/>
                      <a:gd name="connsiteX2" fmla="*/ 2027746 w 2027746"/>
                      <a:gd name="connsiteY2" fmla="*/ 4018 h 869420"/>
                      <a:gd name="connsiteX3" fmla="*/ 2027746 w 2027746"/>
                      <a:gd name="connsiteY3" fmla="*/ 869420 h 869420"/>
                      <a:gd name="connsiteX4" fmla="*/ 0 w 2027746"/>
                      <a:gd name="connsiteY4" fmla="*/ 869420 h 869420"/>
                      <a:gd name="connsiteX5" fmla="*/ 0 w 2027746"/>
                      <a:gd name="connsiteY5" fmla="*/ 4018 h 869420"/>
                      <a:gd name="connsiteX0" fmla="*/ 0 w 2325919"/>
                      <a:gd name="connsiteY0" fmla="*/ 4018 h 869420"/>
                      <a:gd name="connsiteX1" fmla="*/ 1718455 w 2325919"/>
                      <a:gd name="connsiteY1" fmla="*/ 0 h 869420"/>
                      <a:gd name="connsiteX2" fmla="*/ 2325919 w 2325919"/>
                      <a:gd name="connsiteY2" fmla="*/ 310143 h 869420"/>
                      <a:gd name="connsiteX3" fmla="*/ 2027746 w 2325919"/>
                      <a:gd name="connsiteY3" fmla="*/ 869420 h 869420"/>
                      <a:gd name="connsiteX4" fmla="*/ 0 w 2325919"/>
                      <a:gd name="connsiteY4" fmla="*/ 869420 h 869420"/>
                      <a:gd name="connsiteX5" fmla="*/ 0 w 2325919"/>
                      <a:gd name="connsiteY5" fmla="*/ 4018 h 869420"/>
                      <a:gd name="connsiteX0" fmla="*/ 0 w 2325919"/>
                      <a:gd name="connsiteY0" fmla="*/ 0 h 865402"/>
                      <a:gd name="connsiteX1" fmla="*/ 2036507 w 2325919"/>
                      <a:gd name="connsiteY1" fmla="*/ 7909 h 865402"/>
                      <a:gd name="connsiteX2" fmla="*/ 2325919 w 2325919"/>
                      <a:gd name="connsiteY2" fmla="*/ 306125 h 865402"/>
                      <a:gd name="connsiteX3" fmla="*/ 2027746 w 2325919"/>
                      <a:gd name="connsiteY3" fmla="*/ 865402 h 865402"/>
                      <a:gd name="connsiteX4" fmla="*/ 0 w 2325919"/>
                      <a:gd name="connsiteY4" fmla="*/ 865402 h 865402"/>
                      <a:gd name="connsiteX5" fmla="*/ 0 w 2325919"/>
                      <a:gd name="connsiteY5" fmla="*/ 0 h 865402"/>
                      <a:gd name="connsiteX0" fmla="*/ 0 w 2325919"/>
                      <a:gd name="connsiteY0" fmla="*/ 0 h 865402"/>
                      <a:gd name="connsiteX1" fmla="*/ 2036507 w 2325919"/>
                      <a:gd name="connsiteY1" fmla="*/ 7909 h 865402"/>
                      <a:gd name="connsiteX2" fmla="*/ 2325919 w 2325919"/>
                      <a:gd name="connsiteY2" fmla="*/ 306125 h 865402"/>
                      <a:gd name="connsiteX3" fmla="*/ 2167703 w 2325919"/>
                      <a:gd name="connsiteY3" fmla="*/ 576428 h 865402"/>
                      <a:gd name="connsiteX4" fmla="*/ 2027746 w 2325919"/>
                      <a:gd name="connsiteY4" fmla="*/ 865402 h 865402"/>
                      <a:gd name="connsiteX5" fmla="*/ 0 w 2325919"/>
                      <a:gd name="connsiteY5" fmla="*/ 865402 h 865402"/>
                      <a:gd name="connsiteX6" fmla="*/ 0 w 2325919"/>
                      <a:gd name="connsiteY6" fmla="*/ 0 h 865402"/>
                      <a:gd name="connsiteX0" fmla="*/ 0 w 2325919"/>
                      <a:gd name="connsiteY0" fmla="*/ 0 h 865402"/>
                      <a:gd name="connsiteX1" fmla="*/ 2036507 w 2325919"/>
                      <a:gd name="connsiteY1" fmla="*/ 7909 h 865402"/>
                      <a:gd name="connsiteX2" fmla="*/ 2325919 w 2325919"/>
                      <a:gd name="connsiteY2" fmla="*/ 306125 h 865402"/>
                      <a:gd name="connsiteX3" fmla="*/ 2322753 w 2325919"/>
                      <a:gd name="connsiteY3" fmla="*/ 572452 h 865402"/>
                      <a:gd name="connsiteX4" fmla="*/ 2027746 w 2325919"/>
                      <a:gd name="connsiteY4" fmla="*/ 865402 h 865402"/>
                      <a:gd name="connsiteX5" fmla="*/ 0 w 2325919"/>
                      <a:gd name="connsiteY5" fmla="*/ 865402 h 865402"/>
                      <a:gd name="connsiteX6" fmla="*/ 0 w 2325919"/>
                      <a:gd name="connsiteY6" fmla="*/ 0 h 8654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325919" h="865402">
                        <a:moveTo>
                          <a:pt x="0" y="0"/>
                        </a:moveTo>
                        <a:lnTo>
                          <a:pt x="2036507" y="7909"/>
                        </a:lnTo>
                        <a:lnTo>
                          <a:pt x="2325919" y="306125"/>
                        </a:lnTo>
                        <a:cubicBezTo>
                          <a:pt x="2324864" y="394901"/>
                          <a:pt x="2323808" y="483676"/>
                          <a:pt x="2322753" y="572452"/>
                        </a:cubicBezTo>
                        <a:lnTo>
                          <a:pt x="2027746" y="865402"/>
                        </a:lnTo>
                        <a:lnTo>
                          <a:pt x="0" y="86540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381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1" name="Rectangle 280">
                    <a:extLst>
                      <a:ext uri="{FF2B5EF4-FFF2-40B4-BE49-F238E27FC236}">
                        <a16:creationId xmlns:a16="http://schemas.microsoft.com/office/drawing/2014/main" id="{E0A4CB6B-693B-F82B-6C45-C6795198A7A0}"/>
                      </a:ext>
                    </a:extLst>
                  </p:cNvPr>
                  <p:cNvSpPr/>
                  <p:nvPr/>
                </p:nvSpPr>
                <p:spPr>
                  <a:xfrm rot="18913853">
                    <a:off x="9125269" y="4007540"/>
                    <a:ext cx="55606" cy="268334"/>
                  </a:xfrm>
                  <a:prstGeom prst="rect">
                    <a:avLst/>
                  </a:prstGeom>
                  <a:grpFill/>
                  <a:ln w="3175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2" name="Rectangle 281">
                    <a:extLst>
                      <a:ext uri="{FF2B5EF4-FFF2-40B4-BE49-F238E27FC236}">
                        <a16:creationId xmlns:a16="http://schemas.microsoft.com/office/drawing/2014/main" id="{ECDEAEA5-EECD-A147-3C4F-5588C2D9D682}"/>
                      </a:ext>
                    </a:extLst>
                  </p:cNvPr>
                  <p:cNvSpPr/>
                  <p:nvPr/>
                </p:nvSpPr>
                <p:spPr>
                  <a:xfrm rot="13574285">
                    <a:off x="9107931" y="4588332"/>
                    <a:ext cx="55606" cy="268334"/>
                  </a:xfrm>
                  <a:prstGeom prst="rect">
                    <a:avLst/>
                  </a:prstGeom>
                  <a:grpFill/>
                  <a:ln w="3175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3" name="Rectangle 282">
                    <a:extLst>
                      <a:ext uri="{FF2B5EF4-FFF2-40B4-BE49-F238E27FC236}">
                        <a16:creationId xmlns:a16="http://schemas.microsoft.com/office/drawing/2014/main" id="{44988A34-ABBB-587D-3447-50386C0BB9CA}"/>
                      </a:ext>
                    </a:extLst>
                  </p:cNvPr>
                  <p:cNvSpPr/>
                  <p:nvPr/>
                </p:nvSpPr>
                <p:spPr>
                  <a:xfrm>
                    <a:off x="9267299" y="4319453"/>
                    <a:ext cx="45719" cy="208819"/>
                  </a:xfrm>
                  <a:prstGeom prst="rect">
                    <a:avLst/>
                  </a:prstGeom>
                  <a:grpFill/>
                  <a:ln w="3175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79" name="Isosceles Triangle 10">
                  <a:extLst>
                    <a:ext uri="{FF2B5EF4-FFF2-40B4-BE49-F238E27FC236}">
                      <a16:creationId xmlns:a16="http://schemas.microsoft.com/office/drawing/2014/main" id="{94AC21B0-9D20-604A-82C2-28769FCD6793}"/>
                    </a:ext>
                  </a:extLst>
                </p:cNvPr>
                <p:cNvSpPr/>
                <p:nvPr/>
              </p:nvSpPr>
              <p:spPr>
                <a:xfrm rot="10800000" flipH="1" flipV="1">
                  <a:off x="7690567" y="4585140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B97717B6-9522-3B16-63A9-338FEB3C7781}"/>
                  </a:ext>
                </a:extLst>
              </p:cNvPr>
              <p:cNvSpPr/>
              <p:nvPr/>
            </p:nvSpPr>
            <p:spPr>
              <a:xfrm rot="16200000">
                <a:off x="8566362" y="5072260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2A42CA77-47FE-36EF-A339-4D5B244A724D}"/>
                </a:ext>
              </a:extLst>
            </p:cNvPr>
            <p:cNvSpPr/>
            <p:nvPr/>
          </p:nvSpPr>
          <p:spPr>
            <a:xfrm rot="16200000">
              <a:off x="7768582" y="3889894"/>
              <a:ext cx="75913" cy="22518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21908AC1-6267-DC20-4893-595C4291FCE9}"/>
              </a:ext>
            </a:extLst>
          </p:cNvPr>
          <p:cNvGrpSpPr/>
          <p:nvPr/>
        </p:nvGrpSpPr>
        <p:grpSpPr>
          <a:xfrm>
            <a:off x="6440612" y="4896764"/>
            <a:ext cx="2323591" cy="1184951"/>
            <a:chOff x="6402655" y="4874251"/>
            <a:chExt cx="2323591" cy="1184951"/>
          </a:xfrm>
          <a:solidFill>
            <a:schemeClr val="accent6">
              <a:lumMod val="75000"/>
            </a:schemeClr>
          </a:solidFill>
        </p:grpSpPr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42D93D5F-DA27-5C3D-C44E-5076FA57FF49}"/>
                </a:ext>
              </a:extLst>
            </p:cNvPr>
            <p:cNvGrpSpPr/>
            <p:nvPr/>
          </p:nvGrpSpPr>
          <p:grpSpPr>
            <a:xfrm>
              <a:off x="6402655" y="4874251"/>
              <a:ext cx="2323591" cy="1184951"/>
              <a:chOff x="6158272" y="5165074"/>
              <a:chExt cx="2323591" cy="1184951"/>
            </a:xfrm>
            <a:grpFill/>
          </p:grpSpPr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3ADF468C-E9EC-2CF3-90E0-59B31303C79D}"/>
                  </a:ext>
                </a:extLst>
              </p:cNvPr>
              <p:cNvSpPr/>
              <p:nvPr/>
            </p:nvSpPr>
            <p:spPr>
              <a:xfrm>
                <a:off x="6180620" y="5165074"/>
                <a:ext cx="2278895" cy="1162093"/>
              </a:xfrm>
              <a:prstGeom prst="rect">
                <a:avLst/>
              </a:prstGeom>
              <a:grp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B31E709B-66B9-AB48-2FE9-4607CA93B06E}"/>
                  </a:ext>
                </a:extLst>
              </p:cNvPr>
              <p:cNvSpPr/>
              <p:nvPr/>
            </p:nvSpPr>
            <p:spPr>
              <a:xfrm>
                <a:off x="8436144" y="5506960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9EFFD377-C6B7-B378-7A44-5F3B3237023E}"/>
                  </a:ext>
                </a:extLst>
              </p:cNvPr>
              <p:cNvSpPr/>
              <p:nvPr/>
            </p:nvSpPr>
            <p:spPr>
              <a:xfrm rot="16200000">
                <a:off x="7926415" y="6118347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49C38EAB-5407-2B18-99A0-DDA51082F110}"/>
                  </a:ext>
                </a:extLst>
              </p:cNvPr>
              <p:cNvSpPr/>
              <p:nvPr/>
            </p:nvSpPr>
            <p:spPr>
              <a:xfrm rot="16200000">
                <a:off x="6869532" y="6118346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DB0DCCF6-06D6-26E6-5DFA-CD5B50339085}"/>
                  </a:ext>
                </a:extLst>
              </p:cNvPr>
              <p:cNvGrpSpPr/>
              <p:nvPr/>
            </p:nvGrpSpPr>
            <p:grpSpPr>
              <a:xfrm rot="16200000">
                <a:off x="6186463" y="5622968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294" name="Isosceles Triangle 10">
                  <a:extLst>
                    <a:ext uri="{FF2B5EF4-FFF2-40B4-BE49-F238E27FC236}">
                      <a16:creationId xmlns:a16="http://schemas.microsoft.com/office/drawing/2014/main" id="{5D81F1D0-5D67-10AD-49E7-A0EA95D83B42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5" name="Rectangle 294">
                  <a:extLst>
                    <a:ext uri="{FF2B5EF4-FFF2-40B4-BE49-F238E27FC236}">
                      <a16:creationId xmlns:a16="http://schemas.microsoft.com/office/drawing/2014/main" id="{73B52FEF-07D5-1787-8AC6-E89BA4902E7C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FB9B5291-1885-00F4-6C37-1F20E999D00A}"/>
                </a:ext>
              </a:extLst>
            </p:cNvPr>
            <p:cNvGrpSpPr/>
            <p:nvPr/>
          </p:nvGrpSpPr>
          <p:grpSpPr>
            <a:xfrm rot="5400000">
              <a:off x="7130652" y="4823190"/>
              <a:ext cx="172917" cy="302028"/>
              <a:chOff x="9933213" y="3946493"/>
              <a:chExt cx="172917" cy="302028"/>
            </a:xfrm>
            <a:grpFill/>
          </p:grpSpPr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0B2F5D28-A7CC-9E89-4F65-4A0582122F35}"/>
                  </a:ext>
                </a:extLst>
              </p:cNvPr>
              <p:cNvSpPr/>
              <p:nvPr/>
            </p:nvSpPr>
            <p:spPr>
              <a:xfrm>
                <a:off x="10060411" y="3984450"/>
                <a:ext cx="45719" cy="232198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1F511DC0-FC23-A726-D42E-35A1DCA19D5C}"/>
                  </a:ext>
                </a:extLst>
              </p:cNvPr>
              <p:cNvSpPr/>
              <p:nvPr/>
            </p:nvSpPr>
            <p:spPr>
              <a:xfrm>
                <a:off x="9933213" y="3946493"/>
                <a:ext cx="129026" cy="302028"/>
              </a:xfrm>
              <a:prstGeom prst="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6307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7B7A91-7B38-65B3-301E-64DBB3635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75BAA54A-92D3-2036-7DA4-7D9668663310}"/>
              </a:ext>
            </a:extLst>
          </p:cNvPr>
          <p:cNvSpPr/>
          <p:nvPr/>
        </p:nvSpPr>
        <p:spPr>
          <a:xfrm>
            <a:off x="5730643" y="1087063"/>
            <a:ext cx="488334" cy="821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1A374A-F006-C8A6-D440-D88B1A87755A}"/>
              </a:ext>
            </a:extLst>
          </p:cNvPr>
          <p:cNvSpPr/>
          <p:nvPr/>
        </p:nvSpPr>
        <p:spPr>
          <a:xfrm>
            <a:off x="6958383" y="1994912"/>
            <a:ext cx="445717" cy="14340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685B8A8-79B2-9712-5C77-2180594F4F77}"/>
              </a:ext>
            </a:extLst>
          </p:cNvPr>
          <p:cNvSpPr/>
          <p:nvPr/>
        </p:nvSpPr>
        <p:spPr>
          <a:xfrm>
            <a:off x="-779942" y="5907355"/>
            <a:ext cx="456404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First Floor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8247157-0D98-5011-0E3A-C11A624A63E2}"/>
              </a:ext>
            </a:extLst>
          </p:cNvPr>
          <p:cNvGrpSpPr/>
          <p:nvPr/>
        </p:nvGrpSpPr>
        <p:grpSpPr>
          <a:xfrm>
            <a:off x="6402655" y="4874251"/>
            <a:ext cx="2323591" cy="1184951"/>
            <a:chOff x="6402655" y="4874251"/>
            <a:chExt cx="2323591" cy="1184951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8A777BBB-383D-0B54-5338-000DF77B7757}"/>
                </a:ext>
              </a:extLst>
            </p:cNvPr>
            <p:cNvGrpSpPr/>
            <p:nvPr/>
          </p:nvGrpSpPr>
          <p:grpSpPr>
            <a:xfrm>
              <a:off x="6402655" y="4874251"/>
              <a:ext cx="2323591" cy="1184951"/>
              <a:chOff x="6402655" y="4874251"/>
              <a:chExt cx="2323591" cy="1184951"/>
            </a:xfrm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BD7A8001-2E03-C05A-A203-A3B5ED148690}"/>
                  </a:ext>
                </a:extLst>
              </p:cNvPr>
              <p:cNvGrpSpPr/>
              <p:nvPr/>
            </p:nvGrpSpPr>
            <p:grpSpPr>
              <a:xfrm>
                <a:off x="6402655" y="4874251"/>
                <a:ext cx="2323591" cy="1184951"/>
                <a:chOff x="6158272" y="5165074"/>
                <a:chExt cx="2323591" cy="1184951"/>
              </a:xfrm>
            </p:grpSpPr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9267140D-ABFA-45BF-C4E5-B6993B1AC0C1}"/>
                    </a:ext>
                  </a:extLst>
                </p:cNvPr>
                <p:cNvSpPr/>
                <p:nvPr/>
              </p:nvSpPr>
              <p:spPr>
                <a:xfrm>
                  <a:off x="6180620" y="5165074"/>
                  <a:ext cx="2278895" cy="1162093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E500DAB7-B423-E708-EB80-1B20DC59918F}"/>
                    </a:ext>
                  </a:extLst>
                </p:cNvPr>
                <p:cNvSpPr/>
                <p:nvPr/>
              </p:nvSpPr>
              <p:spPr>
                <a:xfrm>
                  <a:off x="8436144" y="5506960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5C475AE2-31A2-332B-95CC-F97E57E642FC}"/>
                    </a:ext>
                  </a:extLst>
                </p:cNvPr>
                <p:cNvSpPr/>
                <p:nvPr/>
              </p:nvSpPr>
              <p:spPr>
                <a:xfrm rot="16200000">
                  <a:off x="7926415" y="6118347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4C423358-7345-BA23-DB92-64348B88739C}"/>
                    </a:ext>
                  </a:extLst>
                </p:cNvPr>
                <p:cNvSpPr/>
                <p:nvPr/>
              </p:nvSpPr>
              <p:spPr>
                <a:xfrm rot="16200000">
                  <a:off x="6869532" y="6118346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C8C5CEA5-9806-1CA4-DACE-80519F22F961}"/>
                    </a:ext>
                  </a:extLst>
                </p:cNvPr>
                <p:cNvGrpSpPr/>
                <p:nvPr/>
              </p:nvGrpSpPr>
              <p:grpSpPr>
                <a:xfrm rot="16200000">
                  <a:off x="6186463" y="5622968"/>
                  <a:ext cx="239556" cy="295938"/>
                  <a:chOff x="9076361" y="2963878"/>
                  <a:chExt cx="239556" cy="295938"/>
                </a:xfrm>
              </p:grpSpPr>
              <p:sp>
                <p:nvSpPr>
                  <p:cNvPr id="80" name="Isosceles Triangle 10">
                    <a:extLst>
                      <a:ext uri="{FF2B5EF4-FFF2-40B4-BE49-F238E27FC236}">
                        <a16:creationId xmlns:a16="http://schemas.microsoft.com/office/drawing/2014/main" id="{53205AEE-E633-669E-9E8A-E7E160D638B7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9076361" y="3001836"/>
                    <a:ext cx="239556" cy="257980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B807E49D-ABCA-B253-8B62-EB388FE7E12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158183" y="2889241"/>
                    <a:ext cx="75913" cy="225188"/>
                  </a:xfrm>
                  <a:prstGeom prst="rect">
                    <a:avLst/>
                  </a:prstGeom>
                  <a:solidFill>
                    <a:schemeClr val="bg1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E6CC9AD4-73EE-2EE2-3B19-C6B3756A8D4B}"/>
                  </a:ext>
                </a:extLst>
              </p:cNvPr>
              <p:cNvGrpSpPr/>
              <p:nvPr/>
            </p:nvGrpSpPr>
            <p:grpSpPr>
              <a:xfrm rot="5400000">
                <a:off x="7130652" y="4823190"/>
                <a:ext cx="172917" cy="302028"/>
                <a:chOff x="9933213" y="3946493"/>
                <a:chExt cx="172917" cy="302028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2495DC7-3294-C1EB-885B-CF8892FCEB41}"/>
                    </a:ext>
                  </a:extLst>
                </p:cNvPr>
                <p:cNvSpPr/>
                <p:nvPr/>
              </p:nvSpPr>
              <p:spPr>
                <a:xfrm>
                  <a:off x="10060411" y="3984450"/>
                  <a:ext cx="45719" cy="23219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AA21D11B-17FC-D2B4-FC05-261C34161869}"/>
                    </a:ext>
                  </a:extLst>
                </p:cNvPr>
                <p:cNvSpPr/>
                <p:nvPr/>
              </p:nvSpPr>
              <p:spPr>
                <a:xfrm>
                  <a:off x="9933213" y="3946493"/>
                  <a:ext cx="129026" cy="30202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0475253-390E-A80C-9D61-0A1BD4CAEFC0}"/>
                </a:ext>
              </a:extLst>
            </p:cNvPr>
            <p:cNvSpPr/>
            <p:nvPr/>
          </p:nvSpPr>
          <p:spPr>
            <a:xfrm>
              <a:off x="7040123" y="5217187"/>
              <a:ext cx="1048653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Parlor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4CD2A47-A9CA-9EB4-4D1B-797FDC8747D4}"/>
              </a:ext>
            </a:extLst>
          </p:cNvPr>
          <p:cNvGrpSpPr/>
          <p:nvPr/>
        </p:nvGrpSpPr>
        <p:grpSpPr>
          <a:xfrm>
            <a:off x="6995134" y="3964531"/>
            <a:ext cx="2340697" cy="934555"/>
            <a:chOff x="6995134" y="3964531"/>
            <a:chExt cx="2340697" cy="934555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FDF45F1-265F-CA03-7BF9-3B21924F2124}"/>
                </a:ext>
              </a:extLst>
            </p:cNvPr>
            <p:cNvGrpSpPr/>
            <p:nvPr/>
          </p:nvGrpSpPr>
          <p:grpSpPr>
            <a:xfrm>
              <a:off x="6995134" y="3964531"/>
              <a:ext cx="2340697" cy="934555"/>
              <a:chOff x="6995134" y="3964531"/>
              <a:chExt cx="2340697" cy="934555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92A3FEAF-71D9-BE11-C2D6-7E914EFD44E8}"/>
                  </a:ext>
                </a:extLst>
              </p:cNvPr>
              <p:cNvGrpSpPr/>
              <p:nvPr/>
            </p:nvGrpSpPr>
            <p:grpSpPr>
              <a:xfrm>
                <a:off x="6995134" y="3995729"/>
                <a:ext cx="2340697" cy="903357"/>
                <a:chOff x="7765659" y="4319453"/>
                <a:chExt cx="2340697" cy="903357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D39DBEA9-2D1F-F2F7-2366-C20EB27EBFEC}"/>
                    </a:ext>
                  </a:extLst>
                </p:cNvPr>
                <p:cNvGrpSpPr/>
                <p:nvPr/>
              </p:nvGrpSpPr>
              <p:grpSpPr>
                <a:xfrm>
                  <a:off x="7765659" y="4319453"/>
                  <a:ext cx="2340697" cy="865402"/>
                  <a:chOff x="6972321" y="3999548"/>
                  <a:chExt cx="2340697" cy="865402"/>
                </a:xfrm>
              </p:grpSpPr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49544E68-3602-ECE8-D09D-91FCCF14D29C}"/>
                      </a:ext>
                    </a:extLst>
                  </p:cNvPr>
                  <p:cNvGrpSpPr/>
                  <p:nvPr/>
                </p:nvGrpSpPr>
                <p:grpSpPr>
                  <a:xfrm>
                    <a:off x="6972321" y="3999548"/>
                    <a:ext cx="2340697" cy="865402"/>
                    <a:chOff x="6972321" y="3999548"/>
                    <a:chExt cx="2340697" cy="865402"/>
                  </a:xfrm>
                </p:grpSpPr>
                <p:sp>
                  <p:nvSpPr>
                    <p:cNvPr id="49" name="Rectangle 48">
                      <a:extLst>
                        <a:ext uri="{FF2B5EF4-FFF2-40B4-BE49-F238E27FC236}">
                          <a16:creationId xmlns:a16="http://schemas.microsoft.com/office/drawing/2014/main" id="{115DC4EA-351A-08AA-5F7B-65A24427CD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72321" y="3999548"/>
                      <a:ext cx="2325919" cy="865402"/>
                    </a:xfrm>
                    <a:custGeom>
                      <a:avLst/>
                      <a:gdLst>
                        <a:gd name="connsiteX0" fmla="*/ 0 w 2027746"/>
                        <a:gd name="connsiteY0" fmla="*/ 0 h 865402"/>
                        <a:gd name="connsiteX1" fmla="*/ 2027746 w 2027746"/>
                        <a:gd name="connsiteY1" fmla="*/ 0 h 865402"/>
                        <a:gd name="connsiteX2" fmla="*/ 2027746 w 2027746"/>
                        <a:gd name="connsiteY2" fmla="*/ 865402 h 865402"/>
                        <a:gd name="connsiteX3" fmla="*/ 0 w 2027746"/>
                        <a:gd name="connsiteY3" fmla="*/ 865402 h 865402"/>
                        <a:gd name="connsiteX4" fmla="*/ 0 w 2027746"/>
                        <a:gd name="connsiteY4" fmla="*/ 0 h 865402"/>
                        <a:gd name="connsiteX0" fmla="*/ 0 w 2027746"/>
                        <a:gd name="connsiteY0" fmla="*/ 4018 h 869420"/>
                        <a:gd name="connsiteX1" fmla="*/ 1718455 w 2027746"/>
                        <a:gd name="connsiteY1" fmla="*/ 0 h 869420"/>
                        <a:gd name="connsiteX2" fmla="*/ 2027746 w 2027746"/>
                        <a:gd name="connsiteY2" fmla="*/ 4018 h 869420"/>
                        <a:gd name="connsiteX3" fmla="*/ 2027746 w 2027746"/>
                        <a:gd name="connsiteY3" fmla="*/ 869420 h 869420"/>
                        <a:gd name="connsiteX4" fmla="*/ 0 w 2027746"/>
                        <a:gd name="connsiteY4" fmla="*/ 869420 h 869420"/>
                        <a:gd name="connsiteX5" fmla="*/ 0 w 2027746"/>
                        <a:gd name="connsiteY5" fmla="*/ 4018 h 869420"/>
                        <a:gd name="connsiteX0" fmla="*/ 0 w 2325919"/>
                        <a:gd name="connsiteY0" fmla="*/ 4018 h 869420"/>
                        <a:gd name="connsiteX1" fmla="*/ 1718455 w 2325919"/>
                        <a:gd name="connsiteY1" fmla="*/ 0 h 869420"/>
                        <a:gd name="connsiteX2" fmla="*/ 2325919 w 2325919"/>
                        <a:gd name="connsiteY2" fmla="*/ 310143 h 869420"/>
                        <a:gd name="connsiteX3" fmla="*/ 2027746 w 2325919"/>
                        <a:gd name="connsiteY3" fmla="*/ 869420 h 869420"/>
                        <a:gd name="connsiteX4" fmla="*/ 0 w 2325919"/>
                        <a:gd name="connsiteY4" fmla="*/ 869420 h 869420"/>
                        <a:gd name="connsiteX5" fmla="*/ 0 w 2325919"/>
                        <a:gd name="connsiteY5" fmla="*/ 4018 h 869420"/>
                        <a:gd name="connsiteX0" fmla="*/ 0 w 2325919"/>
                        <a:gd name="connsiteY0" fmla="*/ 0 h 865402"/>
                        <a:gd name="connsiteX1" fmla="*/ 2036507 w 2325919"/>
                        <a:gd name="connsiteY1" fmla="*/ 7909 h 865402"/>
                        <a:gd name="connsiteX2" fmla="*/ 2325919 w 2325919"/>
                        <a:gd name="connsiteY2" fmla="*/ 306125 h 865402"/>
                        <a:gd name="connsiteX3" fmla="*/ 2027746 w 2325919"/>
                        <a:gd name="connsiteY3" fmla="*/ 865402 h 865402"/>
                        <a:gd name="connsiteX4" fmla="*/ 0 w 2325919"/>
                        <a:gd name="connsiteY4" fmla="*/ 865402 h 865402"/>
                        <a:gd name="connsiteX5" fmla="*/ 0 w 2325919"/>
                        <a:gd name="connsiteY5" fmla="*/ 0 h 865402"/>
                        <a:gd name="connsiteX0" fmla="*/ 0 w 2325919"/>
                        <a:gd name="connsiteY0" fmla="*/ 0 h 865402"/>
                        <a:gd name="connsiteX1" fmla="*/ 2036507 w 2325919"/>
                        <a:gd name="connsiteY1" fmla="*/ 7909 h 865402"/>
                        <a:gd name="connsiteX2" fmla="*/ 2325919 w 2325919"/>
                        <a:gd name="connsiteY2" fmla="*/ 306125 h 865402"/>
                        <a:gd name="connsiteX3" fmla="*/ 2167703 w 2325919"/>
                        <a:gd name="connsiteY3" fmla="*/ 576428 h 865402"/>
                        <a:gd name="connsiteX4" fmla="*/ 2027746 w 2325919"/>
                        <a:gd name="connsiteY4" fmla="*/ 865402 h 865402"/>
                        <a:gd name="connsiteX5" fmla="*/ 0 w 2325919"/>
                        <a:gd name="connsiteY5" fmla="*/ 865402 h 865402"/>
                        <a:gd name="connsiteX6" fmla="*/ 0 w 2325919"/>
                        <a:gd name="connsiteY6" fmla="*/ 0 h 865402"/>
                        <a:gd name="connsiteX0" fmla="*/ 0 w 2325919"/>
                        <a:gd name="connsiteY0" fmla="*/ 0 h 865402"/>
                        <a:gd name="connsiteX1" fmla="*/ 2036507 w 2325919"/>
                        <a:gd name="connsiteY1" fmla="*/ 7909 h 865402"/>
                        <a:gd name="connsiteX2" fmla="*/ 2325919 w 2325919"/>
                        <a:gd name="connsiteY2" fmla="*/ 306125 h 865402"/>
                        <a:gd name="connsiteX3" fmla="*/ 2322753 w 2325919"/>
                        <a:gd name="connsiteY3" fmla="*/ 572452 h 865402"/>
                        <a:gd name="connsiteX4" fmla="*/ 2027746 w 2325919"/>
                        <a:gd name="connsiteY4" fmla="*/ 865402 h 865402"/>
                        <a:gd name="connsiteX5" fmla="*/ 0 w 2325919"/>
                        <a:gd name="connsiteY5" fmla="*/ 865402 h 865402"/>
                        <a:gd name="connsiteX6" fmla="*/ 0 w 2325919"/>
                        <a:gd name="connsiteY6" fmla="*/ 0 h 86540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325919" h="865402">
                          <a:moveTo>
                            <a:pt x="0" y="0"/>
                          </a:moveTo>
                          <a:lnTo>
                            <a:pt x="2036507" y="7909"/>
                          </a:lnTo>
                          <a:lnTo>
                            <a:pt x="2325919" y="306125"/>
                          </a:lnTo>
                          <a:cubicBezTo>
                            <a:pt x="2324864" y="394901"/>
                            <a:pt x="2323808" y="483676"/>
                            <a:pt x="2322753" y="572452"/>
                          </a:cubicBezTo>
                          <a:lnTo>
                            <a:pt x="2027746" y="865402"/>
                          </a:lnTo>
                          <a:lnTo>
                            <a:pt x="0" y="86540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4" name="Rectangle 53">
                      <a:extLst>
                        <a:ext uri="{FF2B5EF4-FFF2-40B4-BE49-F238E27FC236}">
                          <a16:creationId xmlns:a16="http://schemas.microsoft.com/office/drawing/2014/main" id="{976785D2-6C93-3D53-31CC-8A2E7CD17187}"/>
                        </a:ext>
                      </a:extLst>
                    </p:cNvPr>
                    <p:cNvSpPr/>
                    <p:nvPr/>
                  </p:nvSpPr>
                  <p:spPr>
                    <a:xfrm rot="18913853">
                      <a:off x="9125269" y="4007540"/>
                      <a:ext cx="55606" cy="26833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5" name="Rectangle 54">
                      <a:extLst>
                        <a:ext uri="{FF2B5EF4-FFF2-40B4-BE49-F238E27FC236}">
                          <a16:creationId xmlns:a16="http://schemas.microsoft.com/office/drawing/2014/main" id="{1F2544CE-27F5-11C6-126F-46FAD176FBAE}"/>
                        </a:ext>
                      </a:extLst>
                    </p:cNvPr>
                    <p:cNvSpPr/>
                    <p:nvPr/>
                  </p:nvSpPr>
                  <p:spPr>
                    <a:xfrm rot="13574285">
                      <a:off x="9107931" y="4588332"/>
                      <a:ext cx="55606" cy="26833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6" name="Rectangle 55">
                      <a:extLst>
                        <a:ext uri="{FF2B5EF4-FFF2-40B4-BE49-F238E27FC236}">
                          <a16:creationId xmlns:a16="http://schemas.microsoft.com/office/drawing/2014/main" id="{0E4C4654-B749-0228-0950-7B7F45C0F0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67299" y="4319453"/>
                      <a:ext cx="45719" cy="20881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58" name="Isosceles Triangle 10">
                    <a:extLst>
                      <a:ext uri="{FF2B5EF4-FFF2-40B4-BE49-F238E27FC236}">
                        <a16:creationId xmlns:a16="http://schemas.microsoft.com/office/drawing/2014/main" id="{D8ACEA8A-C0F5-F873-5F1B-C4547E2356FB}"/>
                      </a:ext>
                    </a:extLst>
                  </p:cNvPr>
                  <p:cNvSpPr/>
                  <p:nvPr/>
                </p:nvSpPr>
                <p:spPr>
                  <a:xfrm rot="10800000" flipH="1" flipV="1">
                    <a:off x="7690567" y="4585140"/>
                    <a:ext cx="239556" cy="257980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5763CE18-545D-4A48-730C-1CFB292F3FDC}"/>
                    </a:ext>
                  </a:extLst>
                </p:cNvPr>
                <p:cNvSpPr/>
                <p:nvPr/>
              </p:nvSpPr>
              <p:spPr>
                <a:xfrm rot="16200000">
                  <a:off x="8566362" y="5072260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3AF0C95-CC33-9E54-F15A-C55B23C54C0B}"/>
                  </a:ext>
                </a:extLst>
              </p:cNvPr>
              <p:cNvSpPr/>
              <p:nvPr/>
            </p:nvSpPr>
            <p:spPr>
              <a:xfrm rot="16200000">
                <a:off x="7768582" y="3889894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3A9C38E-0F69-0F4B-5D70-0AE2A85E8C1B}"/>
                </a:ext>
              </a:extLst>
            </p:cNvPr>
            <p:cNvSpPr/>
            <p:nvPr/>
          </p:nvSpPr>
          <p:spPr>
            <a:xfrm>
              <a:off x="7491776" y="4146882"/>
              <a:ext cx="1048653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Library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0F2EFFA-6B87-BA5D-5082-ED9A0C1B663C}"/>
              </a:ext>
            </a:extLst>
          </p:cNvPr>
          <p:cNvGrpSpPr/>
          <p:nvPr/>
        </p:nvGrpSpPr>
        <p:grpSpPr>
          <a:xfrm>
            <a:off x="6972321" y="1983692"/>
            <a:ext cx="1777193" cy="2038714"/>
            <a:chOff x="6972321" y="1983692"/>
            <a:chExt cx="1777193" cy="203871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FE02EC0-CAC0-0A0C-A77B-8610C4CDD246}"/>
                </a:ext>
              </a:extLst>
            </p:cNvPr>
            <p:cNvGrpSpPr/>
            <p:nvPr/>
          </p:nvGrpSpPr>
          <p:grpSpPr>
            <a:xfrm>
              <a:off x="6972321" y="1983692"/>
              <a:ext cx="1777193" cy="2038714"/>
              <a:chOff x="9765273" y="2359431"/>
              <a:chExt cx="1777193" cy="2038714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7E991AC1-34E5-2884-DBF7-D6F897F6B00B}"/>
                  </a:ext>
                </a:extLst>
              </p:cNvPr>
              <p:cNvGrpSpPr/>
              <p:nvPr/>
            </p:nvGrpSpPr>
            <p:grpSpPr>
              <a:xfrm>
                <a:off x="9765273" y="2359431"/>
                <a:ext cx="1777193" cy="2015856"/>
                <a:chOff x="9765273" y="2359431"/>
                <a:chExt cx="1777193" cy="2015856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C916BDB2-6FAF-0E6E-C44A-6D5FBB89C5A9}"/>
                    </a:ext>
                  </a:extLst>
                </p:cNvPr>
                <p:cNvSpPr/>
                <p:nvPr/>
              </p:nvSpPr>
              <p:spPr>
                <a:xfrm>
                  <a:off x="9781793" y="2370652"/>
                  <a:ext cx="1733433" cy="2004635"/>
                </a:xfrm>
                <a:custGeom>
                  <a:avLst/>
                  <a:gdLst>
                    <a:gd name="connsiteX0" fmla="*/ 0 w 1722214"/>
                    <a:gd name="connsiteY0" fmla="*/ 0 h 2000402"/>
                    <a:gd name="connsiteX1" fmla="*/ 1722214 w 1722214"/>
                    <a:gd name="connsiteY1" fmla="*/ 0 h 2000402"/>
                    <a:gd name="connsiteX2" fmla="*/ 1722214 w 1722214"/>
                    <a:gd name="connsiteY2" fmla="*/ 2000402 h 2000402"/>
                    <a:gd name="connsiteX3" fmla="*/ 0 w 1722214"/>
                    <a:gd name="connsiteY3" fmla="*/ 2000402 h 2000402"/>
                    <a:gd name="connsiteX4" fmla="*/ 0 w 1722214"/>
                    <a:gd name="connsiteY4" fmla="*/ 0 h 2000402"/>
                    <a:gd name="connsiteX0" fmla="*/ 0 w 1722214"/>
                    <a:gd name="connsiteY0" fmla="*/ 2303 h 2002705"/>
                    <a:gd name="connsiteX1" fmla="*/ 476835 w 1722214"/>
                    <a:gd name="connsiteY1" fmla="*/ 0 h 2002705"/>
                    <a:gd name="connsiteX2" fmla="*/ 1722214 w 1722214"/>
                    <a:gd name="connsiteY2" fmla="*/ 2303 h 2002705"/>
                    <a:gd name="connsiteX3" fmla="*/ 1722214 w 1722214"/>
                    <a:gd name="connsiteY3" fmla="*/ 2002705 h 2002705"/>
                    <a:gd name="connsiteX4" fmla="*/ 0 w 1722214"/>
                    <a:gd name="connsiteY4" fmla="*/ 2002705 h 2002705"/>
                    <a:gd name="connsiteX5" fmla="*/ 0 w 1722214"/>
                    <a:gd name="connsiteY5" fmla="*/ 2303 h 2002705"/>
                    <a:gd name="connsiteX0" fmla="*/ 0 w 1722214"/>
                    <a:gd name="connsiteY0" fmla="*/ 2303 h 2002705"/>
                    <a:gd name="connsiteX1" fmla="*/ 476835 w 1722214"/>
                    <a:gd name="connsiteY1" fmla="*/ 0 h 2002705"/>
                    <a:gd name="connsiteX2" fmla="*/ 1722214 w 1722214"/>
                    <a:gd name="connsiteY2" fmla="*/ 2303 h 2002705"/>
                    <a:gd name="connsiteX3" fmla="*/ 1722214 w 1722214"/>
                    <a:gd name="connsiteY3" fmla="*/ 2002705 h 2002705"/>
                    <a:gd name="connsiteX4" fmla="*/ 0 w 1722214"/>
                    <a:gd name="connsiteY4" fmla="*/ 2002705 h 2002705"/>
                    <a:gd name="connsiteX5" fmla="*/ 0 w 1722214"/>
                    <a:gd name="connsiteY5" fmla="*/ 2303 h 2002705"/>
                    <a:gd name="connsiteX0" fmla="*/ 504884 w 1722214"/>
                    <a:gd name="connsiteY0" fmla="*/ 1258901 h 2002705"/>
                    <a:gd name="connsiteX1" fmla="*/ 476835 w 1722214"/>
                    <a:gd name="connsiteY1" fmla="*/ 0 h 2002705"/>
                    <a:gd name="connsiteX2" fmla="*/ 1722214 w 1722214"/>
                    <a:gd name="connsiteY2" fmla="*/ 2303 h 2002705"/>
                    <a:gd name="connsiteX3" fmla="*/ 1722214 w 1722214"/>
                    <a:gd name="connsiteY3" fmla="*/ 2002705 h 2002705"/>
                    <a:gd name="connsiteX4" fmla="*/ 0 w 1722214"/>
                    <a:gd name="connsiteY4" fmla="*/ 2002705 h 2002705"/>
                    <a:gd name="connsiteX5" fmla="*/ 504884 w 1722214"/>
                    <a:gd name="connsiteY5" fmla="*/ 1258901 h 2002705"/>
                    <a:gd name="connsiteX0" fmla="*/ 392687 w 1722214"/>
                    <a:gd name="connsiteY0" fmla="*/ 1421586 h 2002705"/>
                    <a:gd name="connsiteX1" fmla="*/ 476835 w 1722214"/>
                    <a:gd name="connsiteY1" fmla="*/ 0 h 2002705"/>
                    <a:gd name="connsiteX2" fmla="*/ 1722214 w 1722214"/>
                    <a:gd name="connsiteY2" fmla="*/ 2303 h 2002705"/>
                    <a:gd name="connsiteX3" fmla="*/ 1722214 w 1722214"/>
                    <a:gd name="connsiteY3" fmla="*/ 2002705 h 2002705"/>
                    <a:gd name="connsiteX4" fmla="*/ 0 w 1722214"/>
                    <a:gd name="connsiteY4" fmla="*/ 2002705 h 2002705"/>
                    <a:gd name="connsiteX5" fmla="*/ 392687 w 1722214"/>
                    <a:gd name="connsiteY5" fmla="*/ 1421586 h 2002705"/>
                    <a:gd name="connsiteX0" fmla="*/ 392687 w 1722214"/>
                    <a:gd name="connsiteY0" fmla="*/ 1421586 h 2002705"/>
                    <a:gd name="connsiteX1" fmla="*/ 476835 w 1722214"/>
                    <a:gd name="connsiteY1" fmla="*/ 0 h 2002705"/>
                    <a:gd name="connsiteX2" fmla="*/ 1722214 w 1722214"/>
                    <a:gd name="connsiteY2" fmla="*/ 2303 h 2002705"/>
                    <a:gd name="connsiteX3" fmla="*/ 1722214 w 1722214"/>
                    <a:gd name="connsiteY3" fmla="*/ 2002705 h 2002705"/>
                    <a:gd name="connsiteX4" fmla="*/ 0 w 1722214"/>
                    <a:gd name="connsiteY4" fmla="*/ 2002705 h 2002705"/>
                    <a:gd name="connsiteX5" fmla="*/ 392687 w 1722214"/>
                    <a:gd name="connsiteY5" fmla="*/ 1421586 h 2002705"/>
                    <a:gd name="connsiteX0" fmla="*/ 392687 w 1722214"/>
                    <a:gd name="connsiteY0" fmla="*/ 1421586 h 2002705"/>
                    <a:gd name="connsiteX1" fmla="*/ 476835 w 1722214"/>
                    <a:gd name="connsiteY1" fmla="*/ 0 h 2002705"/>
                    <a:gd name="connsiteX2" fmla="*/ 1722214 w 1722214"/>
                    <a:gd name="connsiteY2" fmla="*/ 2303 h 2002705"/>
                    <a:gd name="connsiteX3" fmla="*/ 1722214 w 1722214"/>
                    <a:gd name="connsiteY3" fmla="*/ 2002705 h 2002705"/>
                    <a:gd name="connsiteX4" fmla="*/ 0 w 1722214"/>
                    <a:gd name="connsiteY4" fmla="*/ 2002705 h 2002705"/>
                    <a:gd name="connsiteX5" fmla="*/ 392687 w 1722214"/>
                    <a:gd name="connsiteY5" fmla="*/ 1421586 h 2002705"/>
                    <a:gd name="connsiteX0" fmla="*/ 392687 w 1722214"/>
                    <a:gd name="connsiteY0" fmla="*/ 1419283 h 2000402"/>
                    <a:gd name="connsiteX1" fmla="*/ 375858 w 1722214"/>
                    <a:gd name="connsiteY1" fmla="*/ 8917 h 2000402"/>
                    <a:gd name="connsiteX2" fmla="*/ 1722214 w 1722214"/>
                    <a:gd name="connsiteY2" fmla="*/ 0 h 2000402"/>
                    <a:gd name="connsiteX3" fmla="*/ 1722214 w 1722214"/>
                    <a:gd name="connsiteY3" fmla="*/ 2000402 h 2000402"/>
                    <a:gd name="connsiteX4" fmla="*/ 0 w 1722214"/>
                    <a:gd name="connsiteY4" fmla="*/ 2000402 h 2000402"/>
                    <a:gd name="connsiteX5" fmla="*/ 392687 w 1722214"/>
                    <a:gd name="connsiteY5" fmla="*/ 1419283 h 2000402"/>
                    <a:gd name="connsiteX0" fmla="*/ 491804 w 1821331"/>
                    <a:gd name="connsiteY0" fmla="*/ 1419283 h 2000402"/>
                    <a:gd name="connsiteX1" fmla="*/ 474975 w 1821331"/>
                    <a:gd name="connsiteY1" fmla="*/ 8917 h 2000402"/>
                    <a:gd name="connsiteX2" fmla="*/ 1821331 w 1821331"/>
                    <a:gd name="connsiteY2" fmla="*/ 0 h 2000402"/>
                    <a:gd name="connsiteX3" fmla="*/ 1821331 w 1821331"/>
                    <a:gd name="connsiteY3" fmla="*/ 2000402 h 2000402"/>
                    <a:gd name="connsiteX4" fmla="*/ 99117 w 1821331"/>
                    <a:gd name="connsiteY4" fmla="*/ 2000402 h 2000402"/>
                    <a:gd name="connsiteX5" fmla="*/ 239363 w 1821331"/>
                    <a:gd name="connsiteY5" fmla="*/ 1708691 h 2000402"/>
                    <a:gd name="connsiteX6" fmla="*/ 491804 w 1821331"/>
                    <a:gd name="connsiteY6" fmla="*/ 1419283 h 2000402"/>
                    <a:gd name="connsiteX0" fmla="*/ 529481 w 1859008"/>
                    <a:gd name="connsiteY0" fmla="*/ 1419283 h 2000402"/>
                    <a:gd name="connsiteX1" fmla="*/ 512652 w 1859008"/>
                    <a:gd name="connsiteY1" fmla="*/ 8917 h 2000402"/>
                    <a:gd name="connsiteX2" fmla="*/ 1859008 w 1859008"/>
                    <a:gd name="connsiteY2" fmla="*/ 0 h 2000402"/>
                    <a:gd name="connsiteX3" fmla="*/ 1859008 w 1859008"/>
                    <a:gd name="connsiteY3" fmla="*/ 2000402 h 2000402"/>
                    <a:gd name="connsiteX4" fmla="*/ 136794 w 1859008"/>
                    <a:gd name="connsiteY4" fmla="*/ 2000402 h 2000402"/>
                    <a:gd name="connsiteX5" fmla="*/ 125575 w 1859008"/>
                    <a:gd name="connsiteY5" fmla="*/ 1433810 h 2000402"/>
                    <a:gd name="connsiteX6" fmla="*/ 529481 w 1859008"/>
                    <a:gd name="connsiteY6" fmla="*/ 1419283 h 2000402"/>
                    <a:gd name="connsiteX0" fmla="*/ 529481 w 1859008"/>
                    <a:gd name="connsiteY0" fmla="*/ 1419283 h 2000402"/>
                    <a:gd name="connsiteX1" fmla="*/ 512652 w 1859008"/>
                    <a:gd name="connsiteY1" fmla="*/ 8917 h 2000402"/>
                    <a:gd name="connsiteX2" fmla="*/ 1859008 w 1859008"/>
                    <a:gd name="connsiteY2" fmla="*/ 0 h 2000402"/>
                    <a:gd name="connsiteX3" fmla="*/ 1859008 w 1859008"/>
                    <a:gd name="connsiteY3" fmla="*/ 2000402 h 2000402"/>
                    <a:gd name="connsiteX4" fmla="*/ 136794 w 1859008"/>
                    <a:gd name="connsiteY4" fmla="*/ 2000402 h 2000402"/>
                    <a:gd name="connsiteX5" fmla="*/ 125575 w 1859008"/>
                    <a:gd name="connsiteY5" fmla="*/ 1433810 h 2000402"/>
                    <a:gd name="connsiteX6" fmla="*/ 529481 w 1859008"/>
                    <a:gd name="connsiteY6" fmla="*/ 1419283 h 2000402"/>
                    <a:gd name="connsiteX0" fmla="*/ 517763 w 1847290"/>
                    <a:gd name="connsiteY0" fmla="*/ 1419283 h 2000402"/>
                    <a:gd name="connsiteX1" fmla="*/ 500934 w 1847290"/>
                    <a:gd name="connsiteY1" fmla="*/ 8917 h 2000402"/>
                    <a:gd name="connsiteX2" fmla="*/ 1847290 w 1847290"/>
                    <a:gd name="connsiteY2" fmla="*/ 0 h 2000402"/>
                    <a:gd name="connsiteX3" fmla="*/ 1847290 w 1847290"/>
                    <a:gd name="connsiteY3" fmla="*/ 2000402 h 2000402"/>
                    <a:gd name="connsiteX4" fmla="*/ 125076 w 1847290"/>
                    <a:gd name="connsiteY4" fmla="*/ 2000402 h 2000402"/>
                    <a:gd name="connsiteX5" fmla="*/ 113857 w 1847290"/>
                    <a:gd name="connsiteY5" fmla="*/ 1433810 h 2000402"/>
                    <a:gd name="connsiteX6" fmla="*/ 517763 w 1847290"/>
                    <a:gd name="connsiteY6" fmla="*/ 1419283 h 2000402"/>
                    <a:gd name="connsiteX0" fmla="*/ 411671 w 1741198"/>
                    <a:gd name="connsiteY0" fmla="*/ 1419283 h 2000402"/>
                    <a:gd name="connsiteX1" fmla="*/ 394842 w 1741198"/>
                    <a:gd name="connsiteY1" fmla="*/ 8917 h 2000402"/>
                    <a:gd name="connsiteX2" fmla="*/ 1741198 w 1741198"/>
                    <a:gd name="connsiteY2" fmla="*/ 0 h 2000402"/>
                    <a:gd name="connsiteX3" fmla="*/ 1741198 w 1741198"/>
                    <a:gd name="connsiteY3" fmla="*/ 2000402 h 2000402"/>
                    <a:gd name="connsiteX4" fmla="*/ 18984 w 1741198"/>
                    <a:gd name="connsiteY4" fmla="*/ 2000402 h 2000402"/>
                    <a:gd name="connsiteX5" fmla="*/ 7765 w 1741198"/>
                    <a:gd name="connsiteY5" fmla="*/ 1433810 h 2000402"/>
                    <a:gd name="connsiteX6" fmla="*/ 411671 w 1741198"/>
                    <a:gd name="connsiteY6" fmla="*/ 1419283 h 2000402"/>
                    <a:gd name="connsiteX0" fmla="*/ 411671 w 1741198"/>
                    <a:gd name="connsiteY0" fmla="*/ 1419283 h 2000402"/>
                    <a:gd name="connsiteX1" fmla="*/ 394842 w 1741198"/>
                    <a:gd name="connsiteY1" fmla="*/ 8917 h 2000402"/>
                    <a:gd name="connsiteX2" fmla="*/ 1741198 w 1741198"/>
                    <a:gd name="connsiteY2" fmla="*/ 0 h 2000402"/>
                    <a:gd name="connsiteX3" fmla="*/ 1741198 w 1741198"/>
                    <a:gd name="connsiteY3" fmla="*/ 2000402 h 2000402"/>
                    <a:gd name="connsiteX4" fmla="*/ 18984 w 1741198"/>
                    <a:gd name="connsiteY4" fmla="*/ 2000402 h 2000402"/>
                    <a:gd name="connsiteX5" fmla="*/ 7765 w 1741198"/>
                    <a:gd name="connsiteY5" fmla="*/ 1433810 h 2000402"/>
                    <a:gd name="connsiteX6" fmla="*/ 411671 w 1741198"/>
                    <a:gd name="connsiteY6" fmla="*/ 1419283 h 2000402"/>
                    <a:gd name="connsiteX0" fmla="*/ 411671 w 1741198"/>
                    <a:gd name="connsiteY0" fmla="*/ 1419283 h 2000402"/>
                    <a:gd name="connsiteX1" fmla="*/ 417281 w 1741198"/>
                    <a:gd name="connsiteY1" fmla="*/ 14527 h 2000402"/>
                    <a:gd name="connsiteX2" fmla="*/ 1741198 w 1741198"/>
                    <a:gd name="connsiteY2" fmla="*/ 0 h 2000402"/>
                    <a:gd name="connsiteX3" fmla="*/ 1741198 w 1741198"/>
                    <a:gd name="connsiteY3" fmla="*/ 2000402 h 2000402"/>
                    <a:gd name="connsiteX4" fmla="*/ 18984 w 1741198"/>
                    <a:gd name="connsiteY4" fmla="*/ 2000402 h 2000402"/>
                    <a:gd name="connsiteX5" fmla="*/ 7765 w 1741198"/>
                    <a:gd name="connsiteY5" fmla="*/ 1433810 h 2000402"/>
                    <a:gd name="connsiteX6" fmla="*/ 411671 w 1741198"/>
                    <a:gd name="connsiteY6" fmla="*/ 1419283 h 2000402"/>
                    <a:gd name="connsiteX0" fmla="*/ 428500 w 1741198"/>
                    <a:gd name="connsiteY0" fmla="*/ 1419283 h 2000402"/>
                    <a:gd name="connsiteX1" fmla="*/ 417281 w 1741198"/>
                    <a:gd name="connsiteY1" fmla="*/ 14527 h 2000402"/>
                    <a:gd name="connsiteX2" fmla="*/ 1741198 w 1741198"/>
                    <a:gd name="connsiteY2" fmla="*/ 0 h 2000402"/>
                    <a:gd name="connsiteX3" fmla="*/ 1741198 w 1741198"/>
                    <a:gd name="connsiteY3" fmla="*/ 2000402 h 2000402"/>
                    <a:gd name="connsiteX4" fmla="*/ 18984 w 1741198"/>
                    <a:gd name="connsiteY4" fmla="*/ 2000402 h 2000402"/>
                    <a:gd name="connsiteX5" fmla="*/ 7765 w 1741198"/>
                    <a:gd name="connsiteY5" fmla="*/ 1433810 h 2000402"/>
                    <a:gd name="connsiteX6" fmla="*/ 428500 w 1741198"/>
                    <a:gd name="connsiteY6" fmla="*/ 1419283 h 2000402"/>
                    <a:gd name="connsiteX0" fmla="*/ 428500 w 1741198"/>
                    <a:gd name="connsiteY0" fmla="*/ 1419283 h 2000402"/>
                    <a:gd name="connsiteX1" fmla="*/ 417281 w 1741198"/>
                    <a:gd name="connsiteY1" fmla="*/ 14527 h 2000402"/>
                    <a:gd name="connsiteX2" fmla="*/ 1741198 w 1741198"/>
                    <a:gd name="connsiteY2" fmla="*/ 0 h 2000402"/>
                    <a:gd name="connsiteX3" fmla="*/ 1741198 w 1741198"/>
                    <a:gd name="connsiteY3" fmla="*/ 2000402 h 2000402"/>
                    <a:gd name="connsiteX4" fmla="*/ 18984 w 1741198"/>
                    <a:gd name="connsiteY4" fmla="*/ 2000402 h 2000402"/>
                    <a:gd name="connsiteX5" fmla="*/ 7765 w 1741198"/>
                    <a:gd name="connsiteY5" fmla="*/ 1433810 h 2000402"/>
                    <a:gd name="connsiteX6" fmla="*/ 428500 w 1741198"/>
                    <a:gd name="connsiteY6" fmla="*/ 1419283 h 2000402"/>
                    <a:gd name="connsiteX0" fmla="*/ 420735 w 1733433"/>
                    <a:gd name="connsiteY0" fmla="*/ 1419283 h 2000402"/>
                    <a:gd name="connsiteX1" fmla="*/ 409516 w 1733433"/>
                    <a:gd name="connsiteY1" fmla="*/ 14527 h 2000402"/>
                    <a:gd name="connsiteX2" fmla="*/ 1733433 w 1733433"/>
                    <a:gd name="connsiteY2" fmla="*/ 0 h 2000402"/>
                    <a:gd name="connsiteX3" fmla="*/ 1733433 w 1733433"/>
                    <a:gd name="connsiteY3" fmla="*/ 2000402 h 2000402"/>
                    <a:gd name="connsiteX4" fmla="*/ 11219 w 1733433"/>
                    <a:gd name="connsiteY4" fmla="*/ 2000402 h 2000402"/>
                    <a:gd name="connsiteX5" fmla="*/ 0 w 1733433"/>
                    <a:gd name="connsiteY5" fmla="*/ 1433810 h 2000402"/>
                    <a:gd name="connsiteX6" fmla="*/ 420735 w 1733433"/>
                    <a:gd name="connsiteY6" fmla="*/ 1419283 h 2000402"/>
                    <a:gd name="connsiteX0" fmla="*/ 420735 w 1733433"/>
                    <a:gd name="connsiteY0" fmla="*/ 1419283 h 2000402"/>
                    <a:gd name="connsiteX1" fmla="*/ 409516 w 1733433"/>
                    <a:gd name="connsiteY1" fmla="*/ 14527 h 2000402"/>
                    <a:gd name="connsiteX2" fmla="*/ 1733433 w 1733433"/>
                    <a:gd name="connsiteY2" fmla="*/ 0 h 2000402"/>
                    <a:gd name="connsiteX3" fmla="*/ 1733433 w 1733433"/>
                    <a:gd name="connsiteY3" fmla="*/ 2000402 h 2000402"/>
                    <a:gd name="connsiteX4" fmla="*/ 11219 w 1733433"/>
                    <a:gd name="connsiteY4" fmla="*/ 2000402 h 2000402"/>
                    <a:gd name="connsiteX5" fmla="*/ 0 w 1733433"/>
                    <a:gd name="connsiteY5" fmla="*/ 1433810 h 2000402"/>
                    <a:gd name="connsiteX6" fmla="*/ 420735 w 1733433"/>
                    <a:gd name="connsiteY6" fmla="*/ 1419283 h 2000402"/>
                    <a:gd name="connsiteX0" fmla="*/ 420735 w 1733433"/>
                    <a:gd name="connsiteY0" fmla="*/ 1419283 h 2004635"/>
                    <a:gd name="connsiteX1" fmla="*/ 409516 w 1733433"/>
                    <a:gd name="connsiteY1" fmla="*/ 14527 h 2004635"/>
                    <a:gd name="connsiteX2" fmla="*/ 1733433 w 1733433"/>
                    <a:gd name="connsiteY2" fmla="*/ 0 h 2004635"/>
                    <a:gd name="connsiteX3" fmla="*/ 1733433 w 1733433"/>
                    <a:gd name="connsiteY3" fmla="*/ 2000402 h 2004635"/>
                    <a:gd name="connsiteX4" fmla="*/ 2753 w 1733433"/>
                    <a:gd name="connsiteY4" fmla="*/ 2004635 h 2004635"/>
                    <a:gd name="connsiteX5" fmla="*/ 0 w 1733433"/>
                    <a:gd name="connsiteY5" fmla="*/ 1433810 h 2004635"/>
                    <a:gd name="connsiteX6" fmla="*/ 420735 w 1733433"/>
                    <a:gd name="connsiteY6" fmla="*/ 1419283 h 2004635"/>
                    <a:gd name="connsiteX0" fmla="*/ 420735 w 1733433"/>
                    <a:gd name="connsiteY0" fmla="*/ 1419283 h 2004635"/>
                    <a:gd name="connsiteX1" fmla="*/ 409516 w 1733433"/>
                    <a:gd name="connsiteY1" fmla="*/ 14527 h 2004635"/>
                    <a:gd name="connsiteX2" fmla="*/ 1733433 w 1733433"/>
                    <a:gd name="connsiteY2" fmla="*/ 0 h 2004635"/>
                    <a:gd name="connsiteX3" fmla="*/ 1733433 w 1733433"/>
                    <a:gd name="connsiteY3" fmla="*/ 2000402 h 2004635"/>
                    <a:gd name="connsiteX4" fmla="*/ 2753 w 1733433"/>
                    <a:gd name="connsiteY4" fmla="*/ 2004635 h 2004635"/>
                    <a:gd name="connsiteX5" fmla="*/ 0 w 1733433"/>
                    <a:gd name="connsiteY5" fmla="*/ 1433810 h 2004635"/>
                    <a:gd name="connsiteX6" fmla="*/ 420735 w 1733433"/>
                    <a:gd name="connsiteY6" fmla="*/ 1419283 h 2004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33433" h="2004635">
                      <a:moveTo>
                        <a:pt x="420735" y="1419283"/>
                      </a:moveTo>
                      <a:cubicBezTo>
                        <a:pt x="405776" y="1188513"/>
                        <a:pt x="413256" y="407983"/>
                        <a:pt x="409516" y="14527"/>
                      </a:cubicBezTo>
                      <a:lnTo>
                        <a:pt x="1733433" y="0"/>
                      </a:lnTo>
                      <a:lnTo>
                        <a:pt x="1733433" y="2000402"/>
                      </a:lnTo>
                      <a:lnTo>
                        <a:pt x="2753" y="2004635"/>
                      </a:lnTo>
                      <a:cubicBezTo>
                        <a:pt x="1377" y="1437706"/>
                        <a:pt x="17530" y="1999628"/>
                        <a:pt x="0" y="1433810"/>
                      </a:cubicBezTo>
                      <a:lnTo>
                        <a:pt x="420735" y="141928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1FAD07E-8140-9ABA-8AF0-236F6DB37ACD}"/>
                    </a:ext>
                  </a:extLst>
                </p:cNvPr>
                <p:cNvSpPr/>
                <p:nvPr/>
              </p:nvSpPr>
              <p:spPr>
                <a:xfrm rot="16200000">
                  <a:off x="10840955" y="2173472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DF49D08-6D2D-4F79-FD61-66F0F5C47F94}"/>
                    </a:ext>
                  </a:extLst>
                </p:cNvPr>
                <p:cNvSpPr/>
                <p:nvPr/>
              </p:nvSpPr>
              <p:spPr>
                <a:xfrm>
                  <a:off x="11487006" y="2711737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D495E6A1-06F9-EEF8-87E2-CB6D37788E9D}"/>
                    </a:ext>
                  </a:extLst>
                </p:cNvPr>
                <p:cNvSpPr/>
                <p:nvPr/>
              </p:nvSpPr>
              <p:spPr>
                <a:xfrm>
                  <a:off x="11496747" y="3575648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Isosceles Triangle 10">
                  <a:extLst>
                    <a:ext uri="{FF2B5EF4-FFF2-40B4-BE49-F238E27FC236}">
                      <a16:creationId xmlns:a16="http://schemas.microsoft.com/office/drawing/2014/main" id="{61B4AA38-AC63-2A0B-B145-655B13997B26}"/>
                    </a:ext>
                  </a:extLst>
                </p:cNvPr>
                <p:cNvSpPr/>
                <p:nvPr/>
              </p:nvSpPr>
              <p:spPr>
                <a:xfrm rot="16200000" flipH="1" flipV="1">
                  <a:off x="9810977" y="3984074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8E55ADC5-FA1C-FF7D-6ED2-FAB04AB7CE19}"/>
                    </a:ext>
                  </a:extLst>
                </p:cNvPr>
                <p:cNvSpPr/>
                <p:nvPr/>
              </p:nvSpPr>
              <p:spPr>
                <a:xfrm>
                  <a:off x="10122107" y="3273620"/>
                  <a:ext cx="129026" cy="30202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4F3CECE8-53E1-42C6-0A48-38E437B9165A}"/>
                    </a:ext>
                  </a:extLst>
                </p:cNvPr>
                <p:cNvSpPr/>
                <p:nvPr/>
              </p:nvSpPr>
              <p:spPr>
                <a:xfrm>
                  <a:off x="10260353" y="3309790"/>
                  <a:ext cx="45719" cy="23219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Isosceles Triangle 10">
                  <a:extLst>
                    <a:ext uri="{FF2B5EF4-FFF2-40B4-BE49-F238E27FC236}">
                      <a16:creationId xmlns:a16="http://schemas.microsoft.com/office/drawing/2014/main" id="{6C684229-1F2A-8029-4B7D-5ED259EBD64C}"/>
                    </a:ext>
                  </a:extLst>
                </p:cNvPr>
                <p:cNvSpPr/>
                <p:nvPr/>
              </p:nvSpPr>
              <p:spPr>
                <a:xfrm rot="10800000" flipH="1" flipV="1">
                  <a:off x="10476335" y="4103852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746727C3-9B57-E56C-58C6-87855E124471}"/>
                    </a:ext>
                  </a:extLst>
                </p:cNvPr>
                <p:cNvSpPr/>
                <p:nvPr/>
              </p:nvSpPr>
              <p:spPr>
                <a:xfrm>
                  <a:off x="9765273" y="4000470"/>
                  <a:ext cx="45719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A1EB559-89CB-C8F4-A7FC-141E91399677}"/>
                  </a:ext>
                </a:extLst>
              </p:cNvPr>
              <p:cNvSpPr/>
              <p:nvPr/>
            </p:nvSpPr>
            <p:spPr>
              <a:xfrm rot="16200000">
                <a:off x="10558157" y="4247595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8853E8E-E7BB-EB48-B209-68B7DCD4F611}"/>
                </a:ext>
              </a:extLst>
            </p:cNvPr>
            <p:cNvSpPr/>
            <p:nvPr/>
          </p:nvSpPr>
          <p:spPr>
            <a:xfrm>
              <a:off x="7439033" y="2536231"/>
              <a:ext cx="1270699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Francis </a:t>
              </a:r>
              <a:r>
                <a:rPr lang="en-US" sz="20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Bedroom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E062317-1FF2-3F33-4F59-2E08E15E857F}"/>
              </a:ext>
            </a:extLst>
          </p:cNvPr>
          <p:cNvGrpSpPr/>
          <p:nvPr/>
        </p:nvGrpSpPr>
        <p:grpSpPr>
          <a:xfrm>
            <a:off x="2924735" y="4842074"/>
            <a:ext cx="2658048" cy="1226446"/>
            <a:chOff x="3544594" y="5656638"/>
            <a:chExt cx="2347660" cy="1226446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73EA50A6-E737-1EAF-4099-A11655C4DD7B}"/>
                </a:ext>
              </a:extLst>
            </p:cNvPr>
            <p:cNvGrpSpPr/>
            <p:nvPr/>
          </p:nvGrpSpPr>
          <p:grpSpPr>
            <a:xfrm>
              <a:off x="3544594" y="5656638"/>
              <a:ext cx="2347660" cy="1226446"/>
              <a:chOff x="3239132" y="4831559"/>
              <a:chExt cx="2347660" cy="1226446"/>
            </a:xfrm>
          </p:grpSpPr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D9BFB16F-9072-18F2-1032-803E614C3A04}"/>
                  </a:ext>
                </a:extLst>
              </p:cNvPr>
              <p:cNvGrpSpPr/>
              <p:nvPr/>
            </p:nvGrpSpPr>
            <p:grpSpPr>
              <a:xfrm>
                <a:off x="3245075" y="4867996"/>
                <a:ext cx="2341717" cy="1190009"/>
                <a:chOff x="6150680" y="5159126"/>
                <a:chExt cx="2341717" cy="1190899"/>
              </a:xfrm>
            </p:grpSpPr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12B2FDE1-1AC0-F8DD-4A94-ADC9CD02D4D5}"/>
                    </a:ext>
                  </a:extLst>
                </p:cNvPr>
                <p:cNvSpPr/>
                <p:nvPr/>
              </p:nvSpPr>
              <p:spPr>
                <a:xfrm>
                  <a:off x="6172776" y="5159126"/>
                  <a:ext cx="2278895" cy="1162093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3B3D53D1-DB7A-30FD-4BCF-6A9E32E35ACF}"/>
                    </a:ext>
                  </a:extLst>
                </p:cNvPr>
                <p:cNvSpPr/>
                <p:nvPr/>
              </p:nvSpPr>
              <p:spPr>
                <a:xfrm>
                  <a:off x="6150680" y="5807707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FFE26DF0-4EAC-5E80-EE31-06C03CDD8C81}"/>
                    </a:ext>
                  </a:extLst>
                </p:cNvPr>
                <p:cNvSpPr/>
                <p:nvPr/>
              </p:nvSpPr>
              <p:spPr>
                <a:xfrm rot="16200000">
                  <a:off x="7926415" y="6118347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458E3BB5-B15A-F3AE-BA1E-025D2E4E3E15}"/>
                    </a:ext>
                  </a:extLst>
                </p:cNvPr>
                <p:cNvSpPr/>
                <p:nvPr/>
              </p:nvSpPr>
              <p:spPr>
                <a:xfrm rot="16200000">
                  <a:off x="6869532" y="6118346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2" name="Group 121">
                  <a:extLst>
                    <a:ext uri="{FF2B5EF4-FFF2-40B4-BE49-F238E27FC236}">
                      <a16:creationId xmlns:a16="http://schemas.microsoft.com/office/drawing/2014/main" id="{6C416598-01B9-A7B5-7910-02B68BFAF62F}"/>
                    </a:ext>
                  </a:extLst>
                </p:cNvPr>
                <p:cNvGrpSpPr/>
                <p:nvPr/>
              </p:nvGrpSpPr>
              <p:grpSpPr>
                <a:xfrm rot="16200000">
                  <a:off x="8230415" y="5628793"/>
                  <a:ext cx="239556" cy="284408"/>
                  <a:chOff x="9076305" y="5013591"/>
                  <a:chExt cx="239556" cy="284408"/>
                </a:xfrm>
              </p:grpSpPr>
              <p:sp>
                <p:nvSpPr>
                  <p:cNvPr id="123" name="Isosceles Triangle 10">
                    <a:extLst>
                      <a:ext uri="{FF2B5EF4-FFF2-40B4-BE49-F238E27FC236}">
                        <a16:creationId xmlns:a16="http://schemas.microsoft.com/office/drawing/2014/main" id="{40080C08-2AE6-1D62-CD18-F00E1C5F6515}"/>
                      </a:ext>
                    </a:extLst>
                  </p:cNvPr>
                  <p:cNvSpPr/>
                  <p:nvPr/>
                </p:nvSpPr>
                <p:spPr>
                  <a:xfrm rot="10800000" flipH="1" flipV="1">
                    <a:off x="9076305" y="5013591"/>
                    <a:ext cx="239556" cy="257980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4" name="Rectangle 123">
                    <a:extLst>
                      <a:ext uri="{FF2B5EF4-FFF2-40B4-BE49-F238E27FC236}">
                        <a16:creationId xmlns:a16="http://schemas.microsoft.com/office/drawing/2014/main" id="{0A620E21-1422-6D76-A5D6-29ECE4DE946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155693" y="5147449"/>
                    <a:ext cx="75913" cy="225188"/>
                  </a:xfrm>
                  <a:prstGeom prst="rect">
                    <a:avLst/>
                  </a:prstGeom>
                  <a:solidFill>
                    <a:schemeClr val="bg1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239374CD-3820-B51C-8047-03B274EBC749}"/>
                  </a:ext>
                </a:extLst>
              </p:cNvPr>
              <p:cNvGrpSpPr/>
              <p:nvPr/>
            </p:nvGrpSpPr>
            <p:grpSpPr>
              <a:xfrm>
                <a:off x="4568108" y="4831559"/>
                <a:ext cx="316179" cy="287312"/>
                <a:chOff x="9083546" y="2963878"/>
                <a:chExt cx="316179" cy="287312"/>
              </a:xfrm>
            </p:grpSpPr>
            <p:sp>
              <p:nvSpPr>
                <p:cNvPr id="126" name="Isosceles Triangle 10">
                  <a:extLst>
                    <a:ext uri="{FF2B5EF4-FFF2-40B4-BE49-F238E27FC236}">
                      <a16:creationId xmlns:a16="http://schemas.microsoft.com/office/drawing/2014/main" id="{E108DDF3-9671-2EA9-3ADB-D8CD462C2BF4}"/>
                    </a:ext>
                  </a:extLst>
                </p:cNvPr>
                <p:cNvSpPr/>
                <p:nvPr/>
              </p:nvSpPr>
              <p:spPr>
                <a:xfrm flipH="1" flipV="1">
                  <a:off x="9160169" y="2993210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3D0A16BF-B7D6-F9A1-28CC-A74433189B5A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81B79565-C75A-BD60-5DE0-6CB48B4818BA}"/>
                  </a:ext>
                </a:extLst>
              </p:cNvPr>
              <p:cNvSpPr/>
              <p:nvPr/>
            </p:nvSpPr>
            <p:spPr>
              <a:xfrm rot="10800000">
                <a:off x="3239132" y="5038734"/>
                <a:ext cx="75912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34F5C4A-E2A4-041F-5864-3E0083A7C85B}"/>
                </a:ext>
              </a:extLst>
            </p:cNvPr>
            <p:cNvSpPr/>
            <p:nvPr/>
          </p:nvSpPr>
          <p:spPr>
            <a:xfrm>
              <a:off x="3859019" y="5890922"/>
              <a:ext cx="1048653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Dining Room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331D5245-EECC-2B93-E902-40C10F4481CF}"/>
              </a:ext>
            </a:extLst>
          </p:cNvPr>
          <p:cNvGrpSpPr/>
          <p:nvPr/>
        </p:nvGrpSpPr>
        <p:grpSpPr>
          <a:xfrm rot="5400000">
            <a:off x="2864124" y="1667853"/>
            <a:ext cx="1633261" cy="1464682"/>
            <a:chOff x="2058259" y="4273366"/>
            <a:chExt cx="1235857" cy="1135168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05F57213-2D53-15E5-D561-F716EC8FCB05}"/>
                </a:ext>
              </a:extLst>
            </p:cNvPr>
            <p:cNvGrpSpPr/>
            <p:nvPr/>
          </p:nvGrpSpPr>
          <p:grpSpPr>
            <a:xfrm>
              <a:off x="2058259" y="4273366"/>
              <a:ext cx="1235857" cy="1135168"/>
              <a:chOff x="2058259" y="4273366"/>
              <a:chExt cx="1235857" cy="1135168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522EBA6D-6A8A-DBA4-7BA2-07EB438F9DE0}"/>
                  </a:ext>
                </a:extLst>
              </p:cNvPr>
              <p:cNvGrpSpPr/>
              <p:nvPr/>
            </p:nvGrpSpPr>
            <p:grpSpPr>
              <a:xfrm>
                <a:off x="2058259" y="4273366"/>
                <a:ext cx="1235857" cy="1135168"/>
                <a:chOff x="1834870" y="5565511"/>
                <a:chExt cx="1235857" cy="1135168"/>
              </a:xfrm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47EBF9C0-43B5-163D-CCF4-1DFB8061A7B6}"/>
                    </a:ext>
                  </a:extLst>
                </p:cNvPr>
                <p:cNvSpPr/>
                <p:nvPr/>
              </p:nvSpPr>
              <p:spPr>
                <a:xfrm>
                  <a:off x="1849363" y="5565511"/>
                  <a:ext cx="1202042" cy="1135168"/>
                </a:xfrm>
                <a:custGeom>
                  <a:avLst/>
                  <a:gdLst>
                    <a:gd name="connsiteX0" fmla="*/ 0 w 1187508"/>
                    <a:gd name="connsiteY0" fmla="*/ 0 h 1162999"/>
                    <a:gd name="connsiteX1" fmla="*/ 1187508 w 1187508"/>
                    <a:gd name="connsiteY1" fmla="*/ 0 h 1162999"/>
                    <a:gd name="connsiteX2" fmla="*/ 1187508 w 1187508"/>
                    <a:gd name="connsiteY2" fmla="*/ 1162999 h 1162999"/>
                    <a:gd name="connsiteX3" fmla="*/ 0 w 1187508"/>
                    <a:gd name="connsiteY3" fmla="*/ 1162999 h 1162999"/>
                    <a:gd name="connsiteX4" fmla="*/ 0 w 1187508"/>
                    <a:gd name="connsiteY4" fmla="*/ 0 h 1162999"/>
                    <a:gd name="connsiteX0" fmla="*/ 393590 w 1187508"/>
                    <a:gd name="connsiteY0" fmla="*/ 51684 h 1162999"/>
                    <a:gd name="connsiteX1" fmla="*/ 1187508 w 1187508"/>
                    <a:gd name="connsiteY1" fmla="*/ 0 h 1162999"/>
                    <a:gd name="connsiteX2" fmla="*/ 1187508 w 1187508"/>
                    <a:gd name="connsiteY2" fmla="*/ 1162999 h 1162999"/>
                    <a:gd name="connsiteX3" fmla="*/ 0 w 1187508"/>
                    <a:gd name="connsiteY3" fmla="*/ 1162999 h 1162999"/>
                    <a:gd name="connsiteX4" fmla="*/ 393590 w 1187508"/>
                    <a:gd name="connsiteY4" fmla="*/ 51684 h 1162999"/>
                    <a:gd name="connsiteX0" fmla="*/ 298175 w 1187508"/>
                    <a:gd name="connsiteY0" fmla="*/ 0 h 1182876"/>
                    <a:gd name="connsiteX1" fmla="*/ 1187508 w 1187508"/>
                    <a:gd name="connsiteY1" fmla="*/ 19877 h 1182876"/>
                    <a:gd name="connsiteX2" fmla="*/ 1187508 w 1187508"/>
                    <a:gd name="connsiteY2" fmla="*/ 1182876 h 1182876"/>
                    <a:gd name="connsiteX3" fmla="*/ 0 w 1187508"/>
                    <a:gd name="connsiteY3" fmla="*/ 1182876 h 1182876"/>
                    <a:gd name="connsiteX4" fmla="*/ 298175 w 1187508"/>
                    <a:gd name="connsiteY4" fmla="*/ 0 h 1182876"/>
                    <a:gd name="connsiteX0" fmla="*/ 302150 w 1187508"/>
                    <a:gd name="connsiteY0" fmla="*/ 3977 h 1162999"/>
                    <a:gd name="connsiteX1" fmla="*/ 1187508 w 1187508"/>
                    <a:gd name="connsiteY1" fmla="*/ 0 h 1162999"/>
                    <a:gd name="connsiteX2" fmla="*/ 1187508 w 1187508"/>
                    <a:gd name="connsiteY2" fmla="*/ 1162999 h 1162999"/>
                    <a:gd name="connsiteX3" fmla="*/ 0 w 1187508"/>
                    <a:gd name="connsiteY3" fmla="*/ 1162999 h 1162999"/>
                    <a:gd name="connsiteX4" fmla="*/ 302150 w 1187508"/>
                    <a:gd name="connsiteY4" fmla="*/ 3977 h 1162999"/>
                    <a:gd name="connsiteX0" fmla="*/ 302150 w 1187508"/>
                    <a:gd name="connsiteY0" fmla="*/ 3977 h 1162999"/>
                    <a:gd name="connsiteX1" fmla="*/ 1187508 w 1187508"/>
                    <a:gd name="connsiteY1" fmla="*/ 0 h 1162999"/>
                    <a:gd name="connsiteX2" fmla="*/ 1187508 w 1187508"/>
                    <a:gd name="connsiteY2" fmla="*/ 1162999 h 1162999"/>
                    <a:gd name="connsiteX3" fmla="*/ 0 w 1187508"/>
                    <a:gd name="connsiteY3" fmla="*/ 1162999 h 1162999"/>
                    <a:gd name="connsiteX4" fmla="*/ 184526 w 1187508"/>
                    <a:gd name="connsiteY4" fmla="*/ 469182 h 1162999"/>
                    <a:gd name="connsiteX5" fmla="*/ 302150 w 1187508"/>
                    <a:gd name="connsiteY5" fmla="*/ 3977 h 1162999"/>
                    <a:gd name="connsiteX0" fmla="*/ 316406 w 1201764"/>
                    <a:gd name="connsiteY0" fmla="*/ 3977 h 1162999"/>
                    <a:gd name="connsiteX1" fmla="*/ 1201764 w 1201764"/>
                    <a:gd name="connsiteY1" fmla="*/ 0 h 1162999"/>
                    <a:gd name="connsiteX2" fmla="*/ 1201764 w 1201764"/>
                    <a:gd name="connsiteY2" fmla="*/ 1162999 h 1162999"/>
                    <a:gd name="connsiteX3" fmla="*/ 14256 w 1201764"/>
                    <a:gd name="connsiteY3" fmla="*/ 1162999 h 1162999"/>
                    <a:gd name="connsiteX4" fmla="*/ 0 w 1201764"/>
                    <a:gd name="connsiteY4" fmla="*/ 250521 h 1162999"/>
                    <a:gd name="connsiteX5" fmla="*/ 316406 w 1201764"/>
                    <a:gd name="connsiteY5" fmla="*/ 3977 h 1162999"/>
                    <a:gd name="connsiteX0" fmla="*/ 316406 w 1201764"/>
                    <a:gd name="connsiteY0" fmla="*/ 3977 h 1162999"/>
                    <a:gd name="connsiteX1" fmla="*/ 1201764 w 1201764"/>
                    <a:gd name="connsiteY1" fmla="*/ 0 h 1162999"/>
                    <a:gd name="connsiteX2" fmla="*/ 1201764 w 1201764"/>
                    <a:gd name="connsiteY2" fmla="*/ 1162999 h 1162999"/>
                    <a:gd name="connsiteX3" fmla="*/ 14256 w 1201764"/>
                    <a:gd name="connsiteY3" fmla="*/ 1162999 h 1162999"/>
                    <a:gd name="connsiteX4" fmla="*/ 15902 w 1201764"/>
                    <a:gd name="connsiteY4" fmla="*/ 878674 h 1162999"/>
                    <a:gd name="connsiteX5" fmla="*/ 0 w 1201764"/>
                    <a:gd name="connsiteY5" fmla="*/ 250521 h 1162999"/>
                    <a:gd name="connsiteX6" fmla="*/ 316406 w 1201764"/>
                    <a:gd name="connsiteY6" fmla="*/ 3977 h 1162999"/>
                    <a:gd name="connsiteX0" fmla="*/ 316406 w 1201764"/>
                    <a:gd name="connsiteY0" fmla="*/ 3977 h 1178901"/>
                    <a:gd name="connsiteX1" fmla="*/ 1201764 w 1201764"/>
                    <a:gd name="connsiteY1" fmla="*/ 0 h 1178901"/>
                    <a:gd name="connsiteX2" fmla="*/ 1201764 w 1201764"/>
                    <a:gd name="connsiteY2" fmla="*/ 1162999 h 1178901"/>
                    <a:gd name="connsiteX3" fmla="*/ 395918 w 1201764"/>
                    <a:gd name="connsiteY3" fmla="*/ 1178901 h 1178901"/>
                    <a:gd name="connsiteX4" fmla="*/ 15902 w 1201764"/>
                    <a:gd name="connsiteY4" fmla="*/ 878674 h 1178901"/>
                    <a:gd name="connsiteX5" fmla="*/ 0 w 1201764"/>
                    <a:gd name="connsiteY5" fmla="*/ 250521 h 1178901"/>
                    <a:gd name="connsiteX6" fmla="*/ 316406 w 1201764"/>
                    <a:gd name="connsiteY6" fmla="*/ 3977 h 1178901"/>
                    <a:gd name="connsiteX0" fmla="*/ 316406 w 1201764"/>
                    <a:gd name="connsiteY0" fmla="*/ 3977 h 1178901"/>
                    <a:gd name="connsiteX1" fmla="*/ 1201764 w 1201764"/>
                    <a:gd name="connsiteY1" fmla="*/ 0 h 1178901"/>
                    <a:gd name="connsiteX2" fmla="*/ 1201764 w 1201764"/>
                    <a:gd name="connsiteY2" fmla="*/ 1162999 h 1178901"/>
                    <a:gd name="connsiteX3" fmla="*/ 395918 w 1201764"/>
                    <a:gd name="connsiteY3" fmla="*/ 1178901 h 1178901"/>
                    <a:gd name="connsiteX4" fmla="*/ 15902 w 1201764"/>
                    <a:gd name="connsiteY4" fmla="*/ 878674 h 1178901"/>
                    <a:gd name="connsiteX5" fmla="*/ 0 w 1201764"/>
                    <a:gd name="connsiteY5" fmla="*/ 250521 h 1178901"/>
                    <a:gd name="connsiteX6" fmla="*/ 316406 w 1201764"/>
                    <a:gd name="connsiteY6" fmla="*/ 3977 h 1178901"/>
                    <a:gd name="connsiteX0" fmla="*/ 316406 w 1201764"/>
                    <a:gd name="connsiteY0" fmla="*/ 3977 h 1178901"/>
                    <a:gd name="connsiteX1" fmla="*/ 1201764 w 1201764"/>
                    <a:gd name="connsiteY1" fmla="*/ 0 h 1178901"/>
                    <a:gd name="connsiteX2" fmla="*/ 1201764 w 1201764"/>
                    <a:gd name="connsiteY2" fmla="*/ 1162999 h 1178901"/>
                    <a:gd name="connsiteX3" fmla="*/ 395918 w 1201764"/>
                    <a:gd name="connsiteY3" fmla="*/ 1178901 h 1178901"/>
                    <a:gd name="connsiteX4" fmla="*/ 15902 w 1201764"/>
                    <a:gd name="connsiteY4" fmla="*/ 878674 h 1178901"/>
                    <a:gd name="connsiteX5" fmla="*/ 0 w 1201764"/>
                    <a:gd name="connsiteY5" fmla="*/ 250521 h 1178901"/>
                    <a:gd name="connsiteX6" fmla="*/ 316406 w 1201764"/>
                    <a:gd name="connsiteY6" fmla="*/ 3977 h 1178901"/>
                    <a:gd name="connsiteX0" fmla="*/ 316406 w 1201764"/>
                    <a:gd name="connsiteY0" fmla="*/ 3977 h 1178901"/>
                    <a:gd name="connsiteX1" fmla="*/ 1201764 w 1201764"/>
                    <a:gd name="connsiteY1" fmla="*/ 0 h 1178901"/>
                    <a:gd name="connsiteX2" fmla="*/ 1201764 w 1201764"/>
                    <a:gd name="connsiteY2" fmla="*/ 1162999 h 1178901"/>
                    <a:gd name="connsiteX3" fmla="*/ 395918 w 1201764"/>
                    <a:gd name="connsiteY3" fmla="*/ 1178901 h 1178901"/>
                    <a:gd name="connsiteX4" fmla="*/ 15902 w 1201764"/>
                    <a:gd name="connsiteY4" fmla="*/ 878674 h 1178901"/>
                    <a:gd name="connsiteX5" fmla="*/ 0 w 1201764"/>
                    <a:gd name="connsiteY5" fmla="*/ 250521 h 1178901"/>
                    <a:gd name="connsiteX6" fmla="*/ 316406 w 1201764"/>
                    <a:gd name="connsiteY6" fmla="*/ 3977 h 1178901"/>
                    <a:gd name="connsiteX0" fmla="*/ 316406 w 1201764"/>
                    <a:gd name="connsiteY0" fmla="*/ 3977 h 1162999"/>
                    <a:gd name="connsiteX1" fmla="*/ 1201764 w 1201764"/>
                    <a:gd name="connsiteY1" fmla="*/ 0 h 1162999"/>
                    <a:gd name="connsiteX2" fmla="*/ 1201764 w 1201764"/>
                    <a:gd name="connsiteY2" fmla="*/ 1162999 h 1162999"/>
                    <a:gd name="connsiteX3" fmla="*/ 316405 w 1201764"/>
                    <a:gd name="connsiteY3" fmla="*/ 1135168 h 1162999"/>
                    <a:gd name="connsiteX4" fmla="*/ 15902 w 1201764"/>
                    <a:gd name="connsiteY4" fmla="*/ 878674 h 1162999"/>
                    <a:gd name="connsiteX5" fmla="*/ 0 w 1201764"/>
                    <a:gd name="connsiteY5" fmla="*/ 250521 h 1162999"/>
                    <a:gd name="connsiteX6" fmla="*/ 316406 w 1201764"/>
                    <a:gd name="connsiteY6" fmla="*/ 3977 h 1162999"/>
                    <a:gd name="connsiteX0" fmla="*/ 316406 w 1201764"/>
                    <a:gd name="connsiteY0" fmla="*/ 3977 h 1162999"/>
                    <a:gd name="connsiteX1" fmla="*/ 1201764 w 1201764"/>
                    <a:gd name="connsiteY1" fmla="*/ 0 h 1162999"/>
                    <a:gd name="connsiteX2" fmla="*/ 1201764 w 1201764"/>
                    <a:gd name="connsiteY2" fmla="*/ 1162999 h 1162999"/>
                    <a:gd name="connsiteX3" fmla="*/ 316405 w 1201764"/>
                    <a:gd name="connsiteY3" fmla="*/ 1135168 h 1162999"/>
                    <a:gd name="connsiteX4" fmla="*/ 15902 w 1201764"/>
                    <a:gd name="connsiteY4" fmla="*/ 878674 h 1162999"/>
                    <a:gd name="connsiteX5" fmla="*/ 0 w 1201764"/>
                    <a:gd name="connsiteY5" fmla="*/ 250521 h 1162999"/>
                    <a:gd name="connsiteX6" fmla="*/ 316406 w 1201764"/>
                    <a:gd name="connsiteY6" fmla="*/ 3977 h 1162999"/>
                    <a:gd name="connsiteX0" fmla="*/ 316406 w 1201764"/>
                    <a:gd name="connsiteY0" fmla="*/ 3977 h 1162999"/>
                    <a:gd name="connsiteX1" fmla="*/ 1201764 w 1201764"/>
                    <a:gd name="connsiteY1" fmla="*/ 0 h 1162999"/>
                    <a:gd name="connsiteX2" fmla="*/ 1201764 w 1201764"/>
                    <a:gd name="connsiteY2" fmla="*/ 1162999 h 1162999"/>
                    <a:gd name="connsiteX3" fmla="*/ 316405 w 1201764"/>
                    <a:gd name="connsiteY3" fmla="*/ 1135168 h 1162999"/>
                    <a:gd name="connsiteX4" fmla="*/ 15902 w 1201764"/>
                    <a:gd name="connsiteY4" fmla="*/ 878674 h 1162999"/>
                    <a:gd name="connsiteX5" fmla="*/ 0 w 1201764"/>
                    <a:gd name="connsiteY5" fmla="*/ 250521 h 1162999"/>
                    <a:gd name="connsiteX6" fmla="*/ 316406 w 1201764"/>
                    <a:gd name="connsiteY6" fmla="*/ 3977 h 1162999"/>
                    <a:gd name="connsiteX0" fmla="*/ 316406 w 1201764"/>
                    <a:gd name="connsiteY0" fmla="*/ 3977 h 1135168"/>
                    <a:gd name="connsiteX1" fmla="*/ 1201764 w 1201764"/>
                    <a:gd name="connsiteY1" fmla="*/ 0 h 1135168"/>
                    <a:gd name="connsiteX2" fmla="*/ 1201764 w 1201764"/>
                    <a:gd name="connsiteY2" fmla="*/ 1127218 h 1135168"/>
                    <a:gd name="connsiteX3" fmla="*/ 316405 w 1201764"/>
                    <a:gd name="connsiteY3" fmla="*/ 1135168 h 1135168"/>
                    <a:gd name="connsiteX4" fmla="*/ 15902 w 1201764"/>
                    <a:gd name="connsiteY4" fmla="*/ 878674 h 1135168"/>
                    <a:gd name="connsiteX5" fmla="*/ 0 w 1201764"/>
                    <a:gd name="connsiteY5" fmla="*/ 250521 h 1135168"/>
                    <a:gd name="connsiteX6" fmla="*/ 316406 w 1201764"/>
                    <a:gd name="connsiteY6" fmla="*/ 3977 h 1135168"/>
                    <a:gd name="connsiteX0" fmla="*/ 316406 w 1201764"/>
                    <a:gd name="connsiteY0" fmla="*/ 3977 h 1143120"/>
                    <a:gd name="connsiteX1" fmla="*/ 1201764 w 1201764"/>
                    <a:gd name="connsiteY1" fmla="*/ 0 h 1143120"/>
                    <a:gd name="connsiteX2" fmla="*/ 1201764 w 1201764"/>
                    <a:gd name="connsiteY2" fmla="*/ 1143120 h 1143120"/>
                    <a:gd name="connsiteX3" fmla="*/ 316405 w 1201764"/>
                    <a:gd name="connsiteY3" fmla="*/ 1135168 h 1143120"/>
                    <a:gd name="connsiteX4" fmla="*/ 15902 w 1201764"/>
                    <a:gd name="connsiteY4" fmla="*/ 878674 h 1143120"/>
                    <a:gd name="connsiteX5" fmla="*/ 0 w 1201764"/>
                    <a:gd name="connsiteY5" fmla="*/ 250521 h 1143120"/>
                    <a:gd name="connsiteX6" fmla="*/ 316406 w 1201764"/>
                    <a:gd name="connsiteY6" fmla="*/ 3977 h 1143120"/>
                    <a:gd name="connsiteX0" fmla="*/ 316406 w 1209715"/>
                    <a:gd name="connsiteY0" fmla="*/ 3977 h 1135168"/>
                    <a:gd name="connsiteX1" fmla="*/ 1201764 w 1209715"/>
                    <a:gd name="connsiteY1" fmla="*/ 0 h 1135168"/>
                    <a:gd name="connsiteX2" fmla="*/ 1209715 w 1209715"/>
                    <a:gd name="connsiteY2" fmla="*/ 1127218 h 1135168"/>
                    <a:gd name="connsiteX3" fmla="*/ 316405 w 1209715"/>
                    <a:gd name="connsiteY3" fmla="*/ 1135168 h 1135168"/>
                    <a:gd name="connsiteX4" fmla="*/ 15902 w 1209715"/>
                    <a:gd name="connsiteY4" fmla="*/ 878674 h 1135168"/>
                    <a:gd name="connsiteX5" fmla="*/ 0 w 1209715"/>
                    <a:gd name="connsiteY5" fmla="*/ 250521 h 1135168"/>
                    <a:gd name="connsiteX6" fmla="*/ 316406 w 1209715"/>
                    <a:gd name="connsiteY6" fmla="*/ 3977 h 1135168"/>
                    <a:gd name="connsiteX0" fmla="*/ 316406 w 1202042"/>
                    <a:gd name="connsiteY0" fmla="*/ 3977 h 1135168"/>
                    <a:gd name="connsiteX1" fmla="*/ 1201764 w 1202042"/>
                    <a:gd name="connsiteY1" fmla="*/ 0 h 1135168"/>
                    <a:gd name="connsiteX2" fmla="*/ 1189836 w 1202042"/>
                    <a:gd name="connsiteY2" fmla="*/ 1131193 h 1135168"/>
                    <a:gd name="connsiteX3" fmla="*/ 316405 w 1202042"/>
                    <a:gd name="connsiteY3" fmla="*/ 1135168 h 1135168"/>
                    <a:gd name="connsiteX4" fmla="*/ 15902 w 1202042"/>
                    <a:gd name="connsiteY4" fmla="*/ 878674 h 1135168"/>
                    <a:gd name="connsiteX5" fmla="*/ 0 w 1202042"/>
                    <a:gd name="connsiteY5" fmla="*/ 250521 h 1135168"/>
                    <a:gd name="connsiteX6" fmla="*/ 316406 w 1202042"/>
                    <a:gd name="connsiteY6" fmla="*/ 3977 h 11351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02042" h="1135168">
                      <a:moveTo>
                        <a:pt x="316406" y="3977"/>
                      </a:moveTo>
                      <a:lnTo>
                        <a:pt x="1201764" y="0"/>
                      </a:lnTo>
                      <a:cubicBezTo>
                        <a:pt x="1204414" y="375739"/>
                        <a:pt x="1187186" y="755454"/>
                        <a:pt x="1189836" y="1131193"/>
                      </a:cubicBezTo>
                      <a:lnTo>
                        <a:pt x="316405" y="1135168"/>
                      </a:lnTo>
                      <a:cubicBezTo>
                        <a:pt x="146001" y="992685"/>
                        <a:pt x="301600" y="1124524"/>
                        <a:pt x="15902" y="878674"/>
                      </a:cubicBezTo>
                      <a:lnTo>
                        <a:pt x="0" y="250521"/>
                      </a:lnTo>
                      <a:lnTo>
                        <a:pt x="316406" y="397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0DC366BD-FC54-D85C-8F24-D09E43504D88}"/>
                    </a:ext>
                  </a:extLst>
                </p:cNvPr>
                <p:cNvSpPr/>
                <p:nvPr/>
              </p:nvSpPr>
              <p:spPr>
                <a:xfrm rot="13906071">
                  <a:off x="1984009" y="5540320"/>
                  <a:ext cx="45719" cy="343703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09F978BF-935F-A866-4E14-816F70BEEC0E}"/>
                    </a:ext>
                  </a:extLst>
                </p:cNvPr>
                <p:cNvSpPr/>
                <p:nvPr/>
              </p:nvSpPr>
              <p:spPr>
                <a:xfrm rot="7895830">
                  <a:off x="1993070" y="6442900"/>
                  <a:ext cx="55780" cy="311651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0EEF2F71-7096-DE06-99CC-FE0882453E96}"/>
                    </a:ext>
                  </a:extLst>
                </p:cNvPr>
                <p:cNvSpPr/>
                <p:nvPr/>
              </p:nvSpPr>
              <p:spPr>
                <a:xfrm>
                  <a:off x="1834870" y="5946631"/>
                  <a:ext cx="45719" cy="417638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9868D7BF-3684-405D-F9C5-A4D3B3BCA14F}"/>
                    </a:ext>
                  </a:extLst>
                </p:cNvPr>
                <p:cNvGrpSpPr/>
                <p:nvPr/>
              </p:nvGrpSpPr>
              <p:grpSpPr>
                <a:xfrm rot="5400000">
                  <a:off x="2552518" y="5973322"/>
                  <a:ext cx="740479" cy="295938"/>
                  <a:chOff x="9083546" y="2963878"/>
                  <a:chExt cx="740479" cy="295938"/>
                </a:xfrm>
              </p:grpSpPr>
              <p:sp>
                <p:nvSpPr>
                  <p:cNvPr id="144" name="Isosceles Triangle 10">
                    <a:extLst>
                      <a:ext uri="{FF2B5EF4-FFF2-40B4-BE49-F238E27FC236}">
                        <a16:creationId xmlns:a16="http://schemas.microsoft.com/office/drawing/2014/main" id="{7B1822AD-093E-A0E0-39AD-E562E9BBC1DD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9584469" y="3001836"/>
                    <a:ext cx="239556" cy="257980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5" name="Rectangle 144">
                    <a:extLst>
                      <a:ext uri="{FF2B5EF4-FFF2-40B4-BE49-F238E27FC236}">
                        <a16:creationId xmlns:a16="http://schemas.microsoft.com/office/drawing/2014/main" id="{E0A55EC9-D621-AE1D-B97E-19F01510AF9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158183" y="2889241"/>
                    <a:ext cx="75913" cy="225188"/>
                  </a:xfrm>
                  <a:prstGeom prst="rect">
                    <a:avLst/>
                  </a:prstGeom>
                  <a:solidFill>
                    <a:schemeClr val="bg1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F10DA928-3B20-FA7E-22D1-86D63B7BB298}"/>
                  </a:ext>
                </a:extLst>
              </p:cNvPr>
              <p:cNvSpPr/>
              <p:nvPr/>
            </p:nvSpPr>
            <p:spPr>
              <a:xfrm>
                <a:off x="3233288" y="5039288"/>
                <a:ext cx="45719" cy="2321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22C53968-7646-AED4-EE3E-D84D174FA0E6}"/>
                </a:ext>
              </a:extLst>
            </p:cNvPr>
            <p:cNvSpPr/>
            <p:nvPr/>
          </p:nvSpPr>
          <p:spPr>
            <a:xfrm rot="16200000">
              <a:off x="2277297" y="4424232"/>
              <a:ext cx="1004936" cy="86714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Tea Room</a:t>
              </a:r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4D762AC-884A-C243-5D58-B43CD5EDA88A}"/>
              </a:ext>
            </a:extLst>
          </p:cNvPr>
          <p:cNvGrpSpPr/>
          <p:nvPr/>
        </p:nvGrpSpPr>
        <p:grpSpPr>
          <a:xfrm>
            <a:off x="2844327" y="3164715"/>
            <a:ext cx="1602818" cy="1162999"/>
            <a:chOff x="2437306" y="3087199"/>
            <a:chExt cx="1602818" cy="1162999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B948F4B1-AEFC-9C91-AC14-13038D9B965F}"/>
                </a:ext>
              </a:extLst>
            </p:cNvPr>
            <p:cNvGrpSpPr/>
            <p:nvPr/>
          </p:nvGrpSpPr>
          <p:grpSpPr>
            <a:xfrm>
              <a:off x="2437306" y="3087199"/>
              <a:ext cx="1575737" cy="1162999"/>
              <a:chOff x="3179466" y="3334070"/>
              <a:chExt cx="1575737" cy="1162999"/>
            </a:xfrm>
          </p:grpSpPr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945C06C0-78F2-9ED7-C02A-542D547C6542}"/>
                  </a:ext>
                </a:extLst>
              </p:cNvPr>
              <p:cNvGrpSpPr/>
              <p:nvPr/>
            </p:nvGrpSpPr>
            <p:grpSpPr>
              <a:xfrm>
                <a:off x="3179466" y="3334070"/>
                <a:ext cx="1575737" cy="1162999"/>
                <a:chOff x="2840309" y="3133852"/>
                <a:chExt cx="1575737" cy="1162999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53DBA3AD-7089-5FA9-C031-05B2D51631B7}"/>
                    </a:ext>
                  </a:extLst>
                </p:cNvPr>
                <p:cNvSpPr/>
                <p:nvPr/>
              </p:nvSpPr>
              <p:spPr>
                <a:xfrm>
                  <a:off x="2950572" y="3133852"/>
                  <a:ext cx="1465474" cy="1162999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9BFE9A9F-B87B-26BA-582E-C31BC354964E}"/>
                    </a:ext>
                  </a:extLst>
                </p:cNvPr>
                <p:cNvSpPr/>
                <p:nvPr/>
              </p:nvSpPr>
              <p:spPr>
                <a:xfrm>
                  <a:off x="3038593" y="3314892"/>
                  <a:ext cx="1355793" cy="830997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ctr"/>
                  <a:r>
                    <a:rPr lang="en-US" sz="2400" b="0" cap="none" spc="0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Upstairs Kitchen</a:t>
                  </a:r>
                </a:p>
              </p:txBody>
            </p: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8D642657-61E6-0FCC-DFE0-B2E1561B7521}"/>
                    </a:ext>
                  </a:extLst>
                </p:cNvPr>
                <p:cNvGrpSpPr/>
                <p:nvPr/>
              </p:nvGrpSpPr>
              <p:grpSpPr>
                <a:xfrm>
                  <a:off x="2840309" y="3801672"/>
                  <a:ext cx="252200" cy="302028"/>
                  <a:chOff x="9933213" y="3946493"/>
                  <a:chExt cx="172917" cy="302028"/>
                </a:xfrm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B80C3571-D5B1-7A4C-3EDC-A414B24D5F38}"/>
                      </a:ext>
                    </a:extLst>
                  </p:cNvPr>
                  <p:cNvSpPr/>
                  <p:nvPr/>
                </p:nvSpPr>
                <p:spPr>
                  <a:xfrm>
                    <a:off x="10060411" y="3984450"/>
                    <a:ext cx="45719" cy="232198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BCF563CA-ED6D-CAB1-7590-FB5520D1DE17}"/>
                      </a:ext>
                    </a:extLst>
                  </p:cNvPr>
                  <p:cNvSpPr/>
                  <p:nvPr/>
                </p:nvSpPr>
                <p:spPr>
                  <a:xfrm>
                    <a:off x="9933213" y="3946493"/>
                    <a:ext cx="129026" cy="30202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539A990F-0683-6C9C-08CE-DD46711B627C}"/>
                  </a:ext>
                </a:extLst>
              </p:cNvPr>
              <p:cNvSpPr/>
              <p:nvPr/>
            </p:nvSpPr>
            <p:spPr>
              <a:xfrm>
                <a:off x="3263683" y="3556136"/>
                <a:ext cx="53477" cy="339903"/>
              </a:xfrm>
              <a:prstGeom prst="rect">
                <a:avLst/>
              </a:prstGeom>
              <a:solidFill>
                <a:schemeClr val="bg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5F4FAC4A-4D65-2C86-67AD-57C0D959163F}"/>
                </a:ext>
              </a:extLst>
            </p:cNvPr>
            <p:cNvGrpSpPr/>
            <p:nvPr/>
          </p:nvGrpSpPr>
          <p:grpSpPr>
            <a:xfrm rot="5400000">
              <a:off x="3772377" y="3531499"/>
              <a:ext cx="239556" cy="295938"/>
              <a:chOff x="9076361" y="2963878"/>
              <a:chExt cx="239556" cy="295938"/>
            </a:xfrm>
          </p:grpSpPr>
          <p:sp>
            <p:nvSpPr>
              <p:cNvPr id="177" name="Isosceles Triangle 10">
                <a:extLst>
                  <a:ext uri="{FF2B5EF4-FFF2-40B4-BE49-F238E27FC236}">
                    <a16:creationId xmlns:a16="http://schemas.microsoft.com/office/drawing/2014/main" id="{9F1EFF5B-2073-899A-FA36-C245EB563E4B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5F57BE03-0220-3065-2669-524ECC6536FC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0" name="Rectangle 179">
            <a:extLst>
              <a:ext uri="{FF2B5EF4-FFF2-40B4-BE49-F238E27FC236}">
                <a16:creationId xmlns:a16="http://schemas.microsoft.com/office/drawing/2014/main" id="{2D91C5A4-C8BA-A056-A2CA-F9D06C829A47}"/>
              </a:ext>
            </a:extLst>
          </p:cNvPr>
          <p:cNvSpPr/>
          <p:nvPr/>
        </p:nvSpPr>
        <p:spPr>
          <a:xfrm>
            <a:off x="2913480" y="2358819"/>
            <a:ext cx="45719" cy="41763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4BE460EB-147E-204F-720F-10CCBD7A3171}"/>
              </a:ext>
            </a:extLst>
          </p:cNvPr>
          <p:cNvSpPr/>
          <p:nvPr/>
        </p:nvSpPr>
        <p:spPr>
          <a:xfrm rot="16200000">
            <a:off x="3330341" y="3015094"/>
            <a:ext cx="99036" cy="30990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Isosceles Triangle 10">
            <a:extLst>
              <a:ext uri="{FF2B5EF4-FFF2-40B4-BE49-F238E27FC236}">
                <a16:creationId xmlns:a16="http://schemas.microsoft.com/office/drawing/2014/main" id="{61F63167-D92A-EF11-2077-1A0FAFFB8922}"/>
              </a:ext>
            </a:extLst>
          </p:cNvPr>
          <p:cNvSpPr/>
          <p:nvPr/>
        </p:nvSpPr>
        <p:spPr>
          <a:xfrm rot="5400000" flipH="1" flipV="1">
            <a:off x="4147628" y="2795887"/>
            <a:ext cx="239556" cy="257980"/>
          </a:xfrm>
          <a:custGeom>
            <a:avLst/>
            <a:gdLst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54996 w 154996"/>
              <a:gd name="connsiteY2" fmla="*/ 132522 h 132522"/>
              <a:gd name="connsiteX3" fmla="*/ 0 w 154996"/>
              <a:gd name="connsiteY3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56930 w 154996"/>
              <a:gd name="connsiteY2" fmla="*/ 45057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12589 w 154996"/>
              <a:gd name="connsiteY2" fmla="*/ 18553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60273"/>
              <a:gd name="connsiteY0" fmla="*/ 141085 h 141085"/>
              <a:gd name="connsiteX1" fmla="*/ 0 w 160273"/>
              <a:gd name="connsiteY1" fmla="*/ 8563 h 141085"/>
              <a:gd name="connsiteX2" fmla="*/ 112589 w 160273"/>
              <a:gd name="connsiteY2" fmla="*/ 27116 h 141085"/>
              <a:gd name="connsiteX3" fmla="*/ 154996 w 160273"/>
              <a:gd name="connsiteY3" fmla="*/ 141085 h 141085"/>
              <a:gd name="connsiteX4" fmla="*/ 0 w 160273"/>
              <a:gd name="connsiteY4" fmla="*/ 141085 h 141085"/>
              <a:gd name="connsiteX0" fmla="*/ 0 w 158940"/>
              <a:gd name="connsiteY0" fmla="*/ 138889 h 138889"/>
              <a:gd name="connsiteX1" fmla="*/ 0 w 158940"/>
              <a:gd name="connsiteY1" fmla="*/ 6367 h 138889"/>
              <a:gd name="connsiteX2" fmla="*/ 112589 w 158940"/>
              <a:gd name="connsiteY2" fmla="*/ 24920 h 138889"/>
              <a:gd name="connsiteX3" fmla="*/ 154996 w 158940"/>
              <a:gd name="connsiteY3" fmla="*/ 138889 h 138889"/>
              <a:gd name="connsiteX4" fmla="*/ 0 w 158940"/>
              <a:gd name="connsiteY4" fmla="*/ 138889 h 138889"/>
              <a:gd name="connsiteX0" fmla="*/ 0 w 159464"/>
              <a:gd name="connsiteY0" fmla="*/ 137644 h 137644"/>
              <a:gd name="connsiteX1" fmla="*/ 0 w 159464"/>
              <a:gd name="connsiteY1" fmla="*/ 5122 h 137644"/>
              <a:gd name="connsiteX2" fmla="*/ 120540 w 159464"/>
              <a:gd name="connsiteY2" fmla="*/ 34276 h 137644"/>
              <a:gd name="connsiteX3" fmla="*/ 154996 w 159464"/>
              <a:gd name="connsiteY3" fmla="*/ 137644 h 137644"/>
              <a:gd name="connsiteX4" fmla="*/ 0 w 159464"/>
              <a:gd name="connsiteY4" fmla="*/ 137644 h 137644"/>
              <a:gd name="connsiteX0" fmla="*/ 0 w 159976"/>
              <a:gd name="connsiteY0" fmla="*/ 142975 h 142975"/>
              <a:gd name="connsiteX1" fmla="*/ 0 w 159976"/>
              <a:gd name="connsiteY1" fmla="*/ 10453 h 142975"/>
              <a:gd name="connsiteX2" fmla="*/ 71549 w 159976"/>
              <a:gd name="connsiteY2" fmla="*/ 11882 h 142975"/>
              <a:gd name="connsiteX3" fmla="*/ 120540 w 159976"/>
              <a:gd name="connsiteY3" fmla="*/ 39607 h 142975"/>
              <a:gd name="connsiteX4" fmla="*/ 154996 w 159976"/>
              <a:gd name="connsiteY4" fmla="*/ 142975 h 142975"/>
              <a:gd name="connsiteX5" fmla="*/ 0 w 159976"/>
              <a:gd name="connsiteY5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7850"/>
              <a:gd name="connsiteY0" fmla="*/ 142975 h 142975"/>
              <a:gd name="connsiteX1" fmla="*/ 0 w 167850"/>
              <a:gd name="connsiteY1" fmla="*/ 10453 h 142975"/>
              <a:gd name="connsiteX2" fmla="*/ 71549 w 167850"/>
              <a:gd name="connsiteY2" fmla="*/ 11882 h 142975"/>
              <a:gd name="connsiteX3" fmla="*/ 120540 w 167850"/>
              <a:gd name="connsiteY3" fmla="*/ 39607 h 142975"/>
              <a:gd name="connsiteX4" fmla="*/ 150130 w 167850"/>
              <a:gd name="connsiteY4" fmla="*/ 85700 h 142975"/>
              <a:gd name="connsiteX5" fmla="*/ 154996 w 167850"/>
              <a:gd name="connsiteY5" fmla="*/ 142975 h 142975"/>
              <a:gd name="connsiteX6" fmla="*/ 0 w 167850"/>
              <a:gd name="connsiteY6" fmla="*/ 142975 h 142975"/>
              <a:gd name="connsiteX0" fmla="*/ 0 w 167241"/>
              <a:gd name="connsiteY0" fmla="*/ 142975 h 142975"/>
              <a:gd name="connsiteX1" fmla="*/ 0 w 167241"/>
              <a:gd name="connsiteY1" fmla="*/ 10453 h 142975"/>
              <a:gd name="connsiteX2" fmla="*/ 71549 w 167241"/>
              <a:gd name="connsiteY2" fmla="*/ 11882 h 142975"/>
              <a:gd name="connsiteX3" fmla="*/ 120540 w 167241"/>
              <a:gd name="connsiteY3" fmla="*/ 39607 h 142975"/>
              <a:gd name="connsiteX4" fmla="*/ 150130 w 167241"/>
              <a:gd name="connsiteY4" fmla="*/ 85700 h 142975"/>
              <a:gd name="connsiteX5" fmla="*/ 154996 w 167241"/>
              <a:gd name="connsiteY5" fmla="*/ 142975 h 142975"/>
              <a:gd name="connsiteX6" fmla="*/ 0 w 167241"/>
              <a:gd name="connsiteY6" fmla="*/ 142975 h 1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241" h="142975">
                <a:moveTo>
                  <a:pt x="0" y="142975"/>
                </a:moveTo>
                <a:lnTo>
                  <a:pt x="0" y="10453"/>
                </a:lnTo>
                <a:cubicBezTo>
                  <a:pt x="11925" y="-11396"/>
                  <a:pt x="56221" y="7023"/>
                  <a:pt x="71549" y="11882"/>
                </a:cubicBezTo>
                <a:cubicBezTo>
                  <a:pt x="86877" y="16741"/>
                  <a:pt x="107443" y="27304"/>
                  <a:pt x="120540" y="39607"/>
                </a:cubicBezTo>
                <a:cubicBezTo>
                  <a:pt x="133637" y="51910"/>
                  <a:pt x="139625" y="63710"/>
                  <a:pt x="150130" y="85700"/>
                </a:cubicBezTo>
                <a:cubicBezTo>
                  <a:pt x="160635" y="107690"/>
                  <a:pt x="180018" y="133429"/>
                  <a:pt x="154996" y="142975"/>
                </a:cubicBezTo>
                <a:lnTo>
                  <a:pt x="0" y="142975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8A1AFEAB-E5CF-1A97-A7A4-F58B600E8E08}"/>
              </a:ext>
            </a:extLst>
          </p:cNvPr>
          <p:cNvGrpSpPr/>
          <p:nvPr/>
        </p:nvGrpSpPr>
        <p:grpSpPr>
          <a:xfrm>
            <a:off x="4426733" y="1978938"/>
            <a:ext cx="547833" cy="731870"/>
            <a:chOff x="4426733" y="1978938"/>
            <a:chExt cx="547833" cy="731870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4C643FF-0AD1-89E6-3776-E5A586EAA9B6}"/>
                </a:ext>
              </a:extLst>
            </p:cNvPr>
            <p:cNvSpPr/>
            <p:nvPr/>
          </p:nvSpPr>
          <p:spPr>
            <a:xfrm>
              <a:off x="4426733" y="2001799"/>
              <a:ext cx="547833" cy="70659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7DD10E1D-BAA2-8D32-412F-D49E256DA18A}"/>
                </a:ext>
              </a:extLst>
            </p:cNvPr>
            <p:cNvSpPr/>
            <p:nvPr/>
          </p:nvSpPr>
          <p:spPr>
            <a:xfrm rot="16200000">
              <a:off x="4699010" y="1826261"/>
              <a:ext cx="45719" cy="351074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Isosceles Triangle 10">
              <a:extLst>
                <a:ext uri="{FF2B5EF4-FFF2-40B4-BE49-F238E27FC236}">
                  <a16:creationId xmlns:a16="http://schemas.microsoft.com/office/drawing/2014/main" id="{7DC910E5-99D1-4E28-3290-A2409B8920D6}"/>
                </a:ext>
              </a:extLst>
            </p:cNvPr>
            <p:cNvSpPr/>
            <p:nvPr/>
          </p:nvSpPr>
          <p:spPr>
            <a:xfrm rot="10800000" flipH="1" flipV="1">
              <a:off x="4546333" y="2452828"/>
              <a:ext cx="239556" cy="257980"/>
            </a:xfrm>
            <a:custGeom>
              <a:avLst/>
              <a:gdLst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154996 w 154996"/>
                <a:gd name="connsiteY2" fmla="*/ 132522 h 132522"/>
                <a:gd name="connsiteX3" fmla="*/ 0 w 154996"/>
                <a:gd name="connsiteY3" fmla="*/ 132522 h 132522"/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56930 w 154996"/>
                <a:gd name="connsiteY2" fmla="*/ 45057 h 132522"/>
                <a:gd name="connsiteX3" fmla="*/ 154996 w 154996"/>
                <a:gd name="connsiteY3" fmla="*/ 132522 h 132522"/>
                <a:gd name="connsiteX4" fmla="*/ 0 w 154996"/>
                <a:gd name="connsiteY4" fmla="*/ 132522 h 132522"/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112589 w 154996"/>
                <a:gd name="connsiteY2" fmla="*/ 18553 h 132522"/>
                <a:gd name="connsiteX3" fmla="*/ 154996 w 154996"/>
                <a:gd name="connsiteY3" fmla="*/ 132522 h 132522"/>
                <a:gd name="connsiteX4" fmla="*/ 0 w 154996"/>
                <a:gd name="connsiteY4" fmla="*/ 132522 h 132522"/>
                <a:gd name="connsiteX0" fmla="*/ 0 w 160273"/>
                <a:gd name="connsiteY0" fmla="*/ 141085 h 141085"/>
                <a:gd name="connsiteX1" fmla="*/ 0 w 160273"/>
                <a:gd name="connsiteY1" fmla="*/ 8563 h 141085"/>
                <a:gd name="connsiteX2" fmla="*/ 112589 w 160273"/>
                <a:gd name="connsiteY2" fmla="*/ 27116 h 141085"/>
                <a:gd name="connsiteX3" fmla="*/ 154996 w 160273"/>
                <a:gd name="connsiteY3" fmla="*/ 141085 h 141085"/>
                <a:gd name="connsiteX4" fmla="*/ 0 w 160273"/>
                <a:gd name="connsiteY4" fmla="*/ 141085 h 141085"/>
                <a:gd name="connsiteX0" fmla="*/ 0 w 158940"/>
                <a:gd name="connsiteY0" fmla="*/ 138889 h 138889"/>
                <a:gd name="connsiteX1" fmla="*/ 0 w 158940"/>
                <a:gd name="connsiteY1" fmla="*/ 6367 h 138889"/>
                <a:gd name="connsiteX2" fmla="*/ 112589 w 158940"/>
                <a:gd name="connsiteY2" fmla="*/ 24920 h 138889"/>
                <a:gd name="connsiteX3" fmla="*/ 154996 w 158940"/>
                <a:gd name="connsiteY3" fmla="*/ 138889 h 138889"/>
                <a:gd name="connsiteX4" fmla="*/ 0 w 158940"/>
                <a:gd name="connsiteY4" fmla="*/ 138889 h 138889"/>
                <a:gd name="connsiteX0" fmla="*/ 0 w 159464"/>
                <a:gd name="connsiteY0" fmla="*/ 137644 h 137644"/>
                <a:gd name="connsiteX1" fmla="*/ 0 w 159464"/>
                <a:gd name="connsiteY1" fmla="*/ 5122 h 137644"/>
                <a:gd name="connsiteX2" fmla="*/ 120540 w 159464"/>
                <a:gd name="connsiteY2" fmla="*/ 34276 h 137644"/>
                <a:gd name="connsiteX3" fmla="*/ 154996 w 159464"/>
                <a:gd name="connsiteY3" fmla="*/ 137644 h 137644"/>
                <a:gd name="connsiteX4" fmla="*/ 0 w 159464"/>
                <a:gd name="connsiteY4" fmla="*/ 137644 h 137644"/>
                <a:gd name="connsiteX0" fmla="*/ 0 w 159976"/>
                <a:gd name="connsiteY0" fmla="*/ 142975 h 142975"/>
                <a:gd name="connsiteX1" fmla="*/ 0 w 159976"/>
                <a:gd name="connsiteY1" fmla="*/ 10453 h 142975"/>
                <a:gd name="connsiteX2" fmla="*/ 71549 w 159976"/>
                <a:gd name="connsiteY2" fmla="*/ 11882 h 142975"/>
                <a:gd name="connsiteX3" fmla="*/ 120540 w 159976"/>
                <a:gd name="connsiteY3" fmla="*/ 39607 h 142975"/>
                <a:gd name="connsiteX4" fmla="*/ 154996 w 159976"/>
                <a:gd name="connsiteY4" fmla="*/ 142975 h 142975"/>
                <a:gd name="connsiteX5" fmla="*/ 0 w 159976"/>
                <a:gd name="connsiteY5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7850"/>
                <a:gd name="connsiteY0" fmla="*/ 142975 h 142975"/>
                <a:gd name="connsiteX1" fmla="*/ 0 w 167850"/>
                <a:gd name="connsiteY1" fmla="*/ 10453 h 142975"/>
                <a:gd name="connsiteX2" fmla="*/ 71549 w 167850"/>
                <a:gd name="connsiteY2" fmla="*/ 11882 h 142975"/>
                <a:gd name="connsiteX3" fmla="*/ 120540 w 167850"/>
                <a:gd name="connsiteY3" fmla="*/ 39607 h 142975"/>
                <a:gd name="connsiteX4" fmla="*/ 150130 w 167850"/>
                <a:gd name="connsiteY4" fmla="*/ 85700 h 142975"/>
                <a:gd name="connsiteX5" fmla="*/ 154996 w 167850"/>
                <a:gd name="connsiteY5" fmla="*/ 142975 h 142975"/>
                <a:gd name="connsiteX6" fmla="*/ 0 w 167850"/>
                <a:gd name="connsiteY6" fmla="*/ 142975 h 142975"/>
                <a:gd name="connsiteX0" fmla="*/ 0 w 167241"/>
                <a:gd name="connsiteY0" fmla="*/ 142975 h 142975"/>
                <a:gd name="connsiteX1" fmla="*/ 0 w 167241"/>
                <a:gd name="connsiteY1" fmla="*/ 10453 h 142975"/>
                <a:gd name="connsiteX2" fmla="*/ 71549 w 167241"/>
                <a:gd name="connsiteY2" fmla="*/ 11882 h 142975"/>
                <a:gd name="connsiteX3" fmla="*/ 120540 w 167241"/>
                <a:gd name="connsiteY3" fmla="*/ 39607 h 142975"/>
                <a:gd name="connsiteX4" fmla="*/ 150130 w 167241"/>
                <a:gd name="connsiteY4" fmla="*/ 85700 h 142975"/>
                <a:gd name="connsiteX5" fmla="*/ 154996 w 167241"/>
                <a:gd name="connsiteY5" fmla="*/ 142975 h 142975"/>
                <a:gd name="connsiteX6" fmla="*/ 0 w 167241"/>
                <a:gd name="connsiteY6" fmla="*/ 142975 h 1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241" h="142975">
                  <a:moveTo>
                    <a:pt x="0" y="142975"/>
                  </a:moveTo>
                  <a:lnTo>
                    <a:pt x="0" y="10453"/>
                  </a:lnTo>
                  <a:cubicBezTo>
                    <a:pt x="11925" y="-11396"/>
                    <a:pt x="56221" y="7023"/>
                    <a:pt x="71549" y="11882"/>
                  </a:cubicBezTo>
                  <a:cubicBezTo>
                    <a:pt x="86877" y="16741"/>
                    <a:pt x="107443" y="27304"/>
                    <a:pt x="120540" y="39607"/>
                  </a:cubicBezTo>
                  <a:cubicBezTo>
                    <a:pt x="133637" y="51910"/>
                    <a:pt x="139625" y="63710"/>
                    <a:pt x="150130" y="85700"/>
                  </a:cubicBezTo>
                  <a:cubicBezTo>
                    <a:pt x="160635" y="107690"/>
                    <a:pt x="180018" y="133429"/>
                    <a:pt x="154996" y="142975"/>
                  </a:cubicBezTo>
                  <a:lnTo>
                    <a:pt x="0" y="142975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27B656C-0DE9-183B-73D5-D57810D8C1DD}"/>
              </a:ext>
            </a:extLst>
          </p:cNvPr>
          <p:cNvGrpSpPr/>
          <p:nvPr/>
        </p:nvGrpSpPr>
        <p:grpSpPr>
          <a:xfrm>
            <a:off x="4956708" y="13203"/>
            <a:ext cx="2059706" cy="3497051"/>
            <a:chOff x="4956708" y="13203"/>
            <a:chExt cx="2059706" cy="3497051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746A6958-6895-8AD1-2812-75CDA038811E}"/>
                </a:ext>
              </a:extLst>
            </p:cNvPr>
            <p:cNvGrpSpPr/>
            <p:nvPr/>
          </p:nvGrpSpPr>
          <p:grpSpPr>
            <a:xfrm>
              <a:off x="4956708" y="13203"/>
              <a:ext cx="2059706" cy="3497051"/>
              <a:chOff x="4956708" y="13203"/>
              <a:chExt cx="2059706" cy="3497051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5BA52E2E-04C8-8ABB-C1CE-5B2F1309ECFA}"/>
                  </a:ext>
                </a:extLst>
              </p:cNvPr>
              <p:cNvGrpSpPr/>
              <p:nvPr/>
            </p:nvGrpSpPr>
            <p:grpSpPr>
              <a:xfrm>
                <a:off x="4956708" y="13203"/>
                <a:ext cx="2059706" cy="3497051"/>
                <a:chOff x="4944397" y="0"/>
                <a:chExt cx="2059706" cy="3497051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6B19ADF0-4992-A8F3-CC89-C8954F2DFAC1}"/>
                    </a:ext>
                  </a:extLst>
                </p:cNvPr>
                <p:cNvGrpSpPr/>
                <p:nvPr/>
              </p:nvGrpSpPr>
              <p:grpSpPr>
                <a:xfrm>
                  <a:off x="4944397" y="0"/>
                  <a:ext cx="2059706" cy="3435640"/>
                  <a:chOff x="4944397" y="0"/>
                  <a:chExt cx="2059706" cy="3435640"/>
                </a:xfrm>
              </p:grpSpPr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3258D1F1-B69F-D9FB-D9D8-0A5D644C15FE}"/>
                      </a:ext>
                    </a:extLst>
                  </p:cNvPr>
                  <p:cNvSpPr/>
                  <p:nvPr/>
                </p:nvSpPr>
                <p:spPr>
                  <a:xfrm>
                    <a:off x="4965345" y="234985"/>
                    <a:ext cx="2017810" cy="893967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F4424742-56E2-BFD4-F6BE-8B3020800928}"/>
                      </a:ext>
                    </a:extLst>
                  </p:cNvPr>
                  <p:cNvGrpSpPr/>
                  <p:nvPr/>
                </p:nvGrpSpPr>
                <p:grpSpPr>
                  <a:xfrm>
                    <a:off x="4944397" y="1123484"/>
                    <a:ext cx="2059706" cy="2312156"/>
                    <a:chOff x="7220054" y="1563290"/>
                    <a:chExt cx="2059706" cy="2312156"/>
                  </a:xfrm>
                </p:grpSpPr>
                <p:sp>
                  <p:nvSpPr>
                    <p:cNvPr id="6" name="Rectangle 5">
                      <a:extLst>
                        <a:ext uri="{FF2B5EF4-FFF2-40B4-BE49-F238E27FC236}">
                          <a16:creationId xmlns:a16="http://schemas.microsoft.com/office/drawing/2014/main" id="{36F8AD04-DA75-CF98-2FFF-E18B28BBCB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38292" y="1580506"/>
                      <a:ext cx="2012701" cy="229494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C437E0D1-699B-3078-BFC2-BB0E410B8F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002072" y="1586150"/>
                      <a:ext cx="488334" cy="257984"/>
                      <a:chOff x="5848239" y="1147637"/>
                      <a:chExt cx="328283" cy="142976"/>
                    </a:xfrm>
                  </p:grpSpPr>
                  <p:sp>
                    <p:nvSpPr>
                      <p:cNvPr id="11" name="Isosceles Triangle 10">
                        <a:extLst>
                          <a:ext uri="{FF2B5EF4-FFF2-40B4-BE49-F238E27FC236}">
                            <a16:creationId xmlns:a16="http://schemas.microsoft.com/office/drawing/2014/main" id="{E8EB1FEA-0D27-98A5-A9A3-096D86CD70E9}"/>
                          </a:ext>
                        </a:extLst>
                      </p:cNvPr>
                      <p:cNvSpPr/>
                      <p:nvPr/>
                    </p:nvSpPr>
                    <p:spPr>
                      <a:xfrm flipV="1">
                        <a:off x="5848239" y="1147638"/>
                        <a:ext cx="167241" cy="142975"/>
                      </a:xfrm>
                      <a:custGeom>
                        <a:avLst/>
                        <a:gdLst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54996 w 154996"/>
                          <a:gd name="connsiteY2" fmla="*/ 132522 h 132522"/>
                          <a:gd name="connsiteX3" fmla="*/ 0 w 154996"/>
                          <a:gd name="connsiteY3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56930 w 154996"/>
                          <a:gd name="connsiteY2" fmla="*/ 45057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12589 w 154996"/>
                          <a:gd name="connsiteY2" fmla="*/ 18553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60273"/>
                          <a:gd name="connsiteY0" fmla="*/ 141085 h 141085"/>
                          <a:gd name="connsiteX1" fmla="*/ 0 w 160273"/>
                          <a:gd name="connsiteY1" fmla="*/ 8563 h 141085"/>
                          <a:gd name="connsiteX2" fmla="*/ 112589 w 160273"/>
                          <a:gd name="connsiteY2" fmla="*/ 27116 h 141085"/>
                          <a:gd name="connsiteX3" fmla="*/ 154996 w 160273"/>
                          <a:gd name="connsiteY3" fmla="*/ 141085 h 141085"/>
                          <a:gd name="connsiteX4" fmla="*/ 0 w 160273"/>
                          <a:gd name="connsiteY4" fmla="*/ 141085 h 141085"/>
                          <a:gd name="connsiteX0" fmla="*/ 0 w 158940"/>
                          <a:gd name="connsiteY0" fmla="*/ 138889 h 138889"/>
                          <a:gd name="connsiteX1" fmla="*/ 0 w 158940"/>
                          <a:gd name="connsiteY1" fmla="*/ 6367 h 138889"/>
                          <a:gd name="connsiteX2" fmla="*/ 112589 w 158940"/>
                          <a:gd name="connsiteY2" fmla="*/ 24920 h 138889"/>
                          <a:gd name="connsiteX3" fmla="*/ 154996 w 158940"/>
                          <a:gd name="connsiteY3" fmla="*/ 138889 h 138889"/>
                          <a:gd name="connsiteX4" fmla="*/ 0 w 158940"/>
                          <a:gd name="connsiteY4" fmla="*/ 138889 h 138889"/>
                          <a:gd name="connsiteX0" fmla="*/ 0 w 159464"/>
                          <a:gd name="connsiteY0" fmla="*/ 137644 h 137644"/>
                          <a:gd name="connsiteX1" fmla="*/ 0 w 159464"/>
                          <a:gd name="connsiteY1" fmla="*/ 5122 h 137644"/>
                          <a:gd name="connsiteX2" fmla="*/ 120540 w 159464"/>
                          <a:gd name="connsiteY2" fmla="*/ 34276 h 137644"/>
                          <a:gd name="connsiteX3" fmla="*/ 154996 w 159464"/>
                          <a:gd name="connsiteY3" fmla="*/ 137644 h 137644"/>
                          <a:gd name="connsiteX4" fmla="*/ 0 w 159464"/>
                          <a:gd name="connsiteY4" fmla="*/ 137644 h 137644"/>
                          <a:gd name="connsiteX0" fmla="*/ 0 w 159976"/>
                          <a:gd name="connsiteY0" fmla="*/ 142975 h 142975"/>
                          <a:gd name="connsiteX1" fmla="*/ 0 w 159976"/>
                          <a:gd name="connsiteY1" fmla="*/ 10453 h 142975"/>
                          <a:gd name="connsiteX2" fmla="*/ 71549 w 159976"/>
                          <a:gd name="connsiteY2" fmla="*/ 11882 h 142975"/>
                          <a:gd name="connsiteX3" fmla="*/ 120540 w 159976"/>
                          <a:gd name="connsiteY3" fmla="*/ 39607 h 142975"/>
                          <a:gd name="connsiteX4" fmla="*/ 154996 w 159976"/>
                          <a:gd name="connsiteY4" fmla="*/ 142975 h 142975"/>
                          <a:gd name="connsiteX5" fmla="*/ 0 w 159976"/>
                          <a:gd name="connsiteY5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7850"/>
                          <a:gd name="connsiteY0" fmla="*/ 142975 h 142975"/>
                          <a:gd name="connsiteX1" fmla="*/ 0 w 167850"/>
                          <a:gd name="connsiteY1" fmla="*/ 10453 h 142975"/>
                          <a:gd name="connsiteX2" fmla="*/ 71549 w 167850"/>
                          <a:gd name="connsiteY2" fmla="*/ 11882 h 142975"/>
                          <a:gd name="connsiteX3" fmla="*/ 120540 w 167850"/>
                          <a:gd name="connsiteY3" fmla="*/ 39607 h 142975"/>
                          <a:gd name="connsiteX4" fmla="*/ 150130 w 167850"/>
                          <a:gd name="connsiteY4" fmla="*/ 85700 h 142975"/>
                          <a:gd name="connsiteX5" fmla="*/ 154996 w 167850"/>
                          <a:gd name="connsiteY5" fmla="*/ 142975 h 142975"/>
                          <a:gd name="connsiteX6" fmla="*/ 0 w 167850"/>
                          <a:gd name="connsiteY6" fmla="*/ 142975 h 142975"/>
                          <a:gd name="connsiteX0" fmla="*/ 0 w 167241"/>
                          <a:gd name="connsiteY0" fmla="*/ 142975 h 142975"/>
                          <a:gd name="connsiteX1" fmla="*/ 0 w 167241"/>
                          <a:gd name="connsiteY1" fmla="*/ 10453 h 142975"/>
                          <a:gd name="connsiteX2" fmla="*/ 71549 w 167241"/>
                          <a:gd name="connsiteY2" fmla="*/ 11882 h 142975"/>
                          <a:gd name="connsiteX3" fmla="*/ 120540 w 167241"/>
                          <a:gd name="connsiteY3" fmla="*/ 39607 h 142975"/>
                          <a:gd name="connsiteX4" fmla="*/ 150130 w 167241"/>
                          <a:gd name="connsiteY4" fmla="*/ 85700 h 142975"/>
                          <a:gd name="connsiteX5" fmla="*/ 154996 w 167241"/>
                          <a:gd name="connsiteY5" fmla="*/ 142975 h 142975"/>
                          <a:gd name="connsiteX6" fmla="*/ 0 w 167241"/>
                          <a:gd name="connsiteY6" fmla="*/ 142975 h 1429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67241" h="142975">
                            <a:moveTo>
                              <a:pt x="0" y="142975"/>
                            </a:moveTo>
                            <a:lnTo>
                              <a:pt x="0" y="10453"/>
                            </a:lnTo>
                            <a:cubicBezTo>
                              <a:pt x="11925" y="-11396"/>
                              <a:pt x="56221" y="7023"/>
                              <a:pt x="71549" y="11882"/>
                            </a:cubicBezTo>
                            <a:cubicBezTo>
                              <a:pt x="86877" y="16741"/>
                              <a:pt x="107443" y="27304"/>
                              <a:pt x="120540" y="39607"/>
                            </a:cubicBezTo>
                            <a:cubicBezTo>
                              <a:pt x="133637" y="51910"/>
                              <a:pt x="139625" y="63710"/>
                              <a:pt x="150130" y="85700"/>
                            </a:cubicBezTo>
                            <a:cubicBezTo>
                              <a:pt x="160635" y="107690"/>
                              <a:pt x="180018" y="133429"/>
                              <a:pt x="154996" y="142975"/>
                            </a:cubicBezTo>
                            <a:lnTo>
                              <a:pt x="0" y="142975"/>
                            </a:lnTo>
                            <a:close/>
                          </a:path>
                        </a:pathLst>
                      </a:custGeom>
                      <a:noFill/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13" name="Isosceles Triangle 10">
                        <a:extLst>
                          <a:ext uri="{FF2B5EF4-FFF2-40B4-BE49-F238E27FC236}">
                            <a16:creationId xmlns:a16="http://schemas.microsoft.com/office/drawing/2014/main" id="{2BAF41C6-1562-8AF6-217C-C2B35F310CF1}"/>
                          </a:ext>
                        </a:extLst>
                      </p:cNvPr>
                      <p:cNvSpPr/>
                      <p:nvPr/>
                    </p:nvSpPr>
                    <p:spPr>
                      <a:xfrm flipH="1" flipV="1">
                        <a:off x="6009281" y="1147637"/>
                        <a:ext cx="167241" cy="142975"/>
                      </a:xfrm>
                      <a:custGeom>
                        <a:avLst/>
                        <a:gdLst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54996 w 154996"/>
                          <a:gd name="connsiteY2" fmla="*/ 132522 h 132522"/>
                          <a:gd name="connsiteX3" fmla="*/ 0 w 154996"/>
                          <a:gd name="connsiteY3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56930 w 154996"/>
                          <a:gd name="connsiteY2" fmla="*/ 45057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12589 w 154996"/>
                          <a:gd name="connsiteY2" fmla="*/ 18553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60273"/>
                          <a:gd name="connsiteY0" fmla="*/ 141085 h 141085"/>
                          <a:gd name="connsiteX1" fmla="*/ 0 w 160273"/>
                          <a:gd name="connsiteY1" fmla="*/ 8563 h 141085"/>
                          <a:gd name="connsiteX2" fmla="*/ 112589 w 160273"/>
                          <a:gd name="connsiteY2" fmla="*/ 27116 h 141085"/>
                          <a:gd name="connsiteX3" fmla="*/ 154996 w 160273"/>
                          <a:gd name="connsiteY3" fmla="*/ 141085 h 141085"/>
                          <a:gd name="connsiteX4" fmla="*/ 0 w 160273"/>
                          <a:gd name="connsiteY4" fmla="*/ 141085 h 141085"/>
                          <a:gd name="connsiteX0" fmla="*/ 0 w 158940"/>
                          <a:gd name="connsiteY0" fmla="*/ 138889 h 138889"/>
                          <a:gd name="connsiteX1" fmla="*/ 0 w 158940"/>
                          <a:gd name="connsiteY1" fmla="*/ 6367 h 138889"/>
                          <a:gd name="connsiteX2" fmla="*/ 112589 w 158940"/>
                          <a:gd name="connsiteY2" fmla="*/ 24920 h 138889"/>
                          <a:gd name="connsiteX3" fmla="*/ 154996 w 158940"/>
                          <a:gd name="connsiteY3" fmla="*/ 138889 h 138889"/>
                          <a:gd name="connsiteX4" fmla="*/ 0 w 158940"/>
                          <a:gd name="connsiteY4" fmla="*/ 138889 h 138889"/>
                          <a:gd name="connsiteX0" fmla="*/ 0 w 159464"/>
                          <a:gd name="connsiteY0" fmla="*/ 137644 h 137644"/>
                          <a:gd name="connsiteX1" fmla="*/ 0 w 159464"/>
                          <a:gd name="connsiteY1" fmla="*/ 5122 h 137644"/>
                          <a:gd name="connsiteX2" fmla="*/ 120540 w 159464"/>
                          <a:gd name="connsiteY2" fmla="*/ 34276 h 137644"/>
                          <a:gd name="connsiteX3" fmla="*/ 154996 w 159464"/>
                          <a:gd name="connsiteY3" fmla="*/ 137644 h 137644"/>
                          <a:gd name="connsiteX4" fmla="*/ 0 w 159464"/>
                          <a:gd name="connsiteY4" fmla="*/ 137644 h 137644"/>
                          <a:gd name="connsiteX0" fmla="*/ 0 w 159976"/>
                          <a:gd name="connsiteY0" fmla="*/ 142975 h 142975"/>
                          <a:gd name="connsiteX1" fmla="*/ 0 w 159976"/>
                          <a:gd name="connsiteY1" fmla="*/ 10453 h 142975"/>
                          <a:gd name="connsiteX2" fmla="*/ 71549 w 159976"/>
                          <a:gd name="connsiteY2" fmla="*/ 11882 h 142975"/>
                          <a:gd name="connsiteX3" fmla="*/ 120540 w 159976"/>
                          <a:gd name="connsiteY3" fmla="*/ 39607 h 142975"/>
                          <a:gd name="connsiteX4" fmla="*/ 154996 w 159976"/>
                          <a:gd name="connsiteY4" fmla="*/ 142975 h 142975"/>
                          <a:gd name="connsiteX5" fmla="*/ 0 w 159976"/>
                          <a:gd name="connsiteY5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7850"/>
                          <a:gd name="connsiteY0" fmla="*/ 142975 h 142975"/>
                          <a:gd name="connsiteX1" fmla="*/ 0 w 167850"/>
                          <a:gd name="connsiteY1" fmla="*/ 10453 h 142975"/>
                          <a:gd name="connsiteX2" fmla="*/ 71549 w 167850"/>
                          <a:gd name="connsiteY2" fmla="*/ 11882 h 142975"/>
                          <a:gd name="connsiteX3" fmla="*/ 120540 w 167850"/>
                          <a:gd name="connsiteY3" fmla="*/ 39607 h 142975"/>
                          <a:gd name="connsiteX4" fmla="*/ 150130 w 167850"/>
                          <a:gd name="connsiteY4" fmla="*/ 85700 h 142975"/>
                          <a:gd name="connsiteX5" fmla="*/ 154996 w 167850"/>
                          <a:gd name="connsiteY5" fmla="*/ 142975 h 142975"/>
                          <a:gd name="connsiteX6" fmla="*/ 0 w 167850"/>
                          <a:gd name="connsiteY6" fmla="*/ 142975 h 142975"/>
                          <a:gd name="connsiteX0" fmla="*/ 0 w 167241"/>
                          <a:gd name="connsiteY0" fmla="*/ 142975 h 142975"/>
                          <a:gd name="connsiteX1" fmla="*/ 0 w 167241"/>
                          <a:gd name="connsiteY1" fmla="*/ 10453 h 142975"/>
                          <a:gd name="connsiteX2" fmla="*/ 71549 w 167241"/>
                          <a:gd name="connsiteY2" fmla="*/ 11882 h 142975"/>
                          <a:gd name="connsiteX3" fmla="*/ 120540 w 167241"/>
                          <a:gd name="connsiteY3" fmla="*/ 39607 h 142975"/>
                          <a:gd name="connsiteX4" fmla="*/ 150130 w 167241"/>
                          <a:gd name="connsiteY4" fmla="*/ 85700 h 142975"/>
                          <a:gd name="connsiteX5" fmla="*/ 154996 w 167241"/>
                          <a:gd name="connsiteY5" fmla="*/ 142975 h 142975"/>
                          <a:gd name="connsiteX6" fmla="*/ 0 w 167241"/>
                          <a:gd name="connsiteY6" fmla="*/ 142975 h 1429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67241" h="142975">
                            <a:moveTo>
                              <a:pt x="0" y="142975"/>
                            </a:moveTo>
                            <a:lnTo>
                              <a:pt x="0" y="10453"/>
                            </a:lnTo>
                            <a:cubicBezTo>
                              <a:pt x="11925" y="-11396"/>
                              <a:pt x="56221" y="7023"/>
                              <a:pt x="71549" y="11882"/>
                            </a:cubicBezTo>
                            <a:cubicBezTo>
                              <a:pt x="86877" y="16741"/>
                              <a:pt x="107443" y="27304"/>
                              <a:pt x="120540" y="39607"/>
                            </a:cubicBezTo>
                            <a:cubicBezTo>
                              <a:pt x="133637" y="51910"/>
                              <a:pt x="139625" y="63710"/>
                              <a:pt x="150130" y="85700"/>
                            </a:cubicBezTo>
                            <a:cubicBezTo>
                              <a:pt x="160635" y="107690"/>
                              <a:pt x="180018" y="133429"/>
                              <a:pt x="154996" y="142975"/>
                            </a:cubicBezTo>
                            <a:lnTo>
                              <a:pt x="0" y="142975"/>
                            </a:lnTo>
                            <a:close/>
                          </a:path>
                        </a:pathLst>
                      </a:custGeom>
                      <a:noFill/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7CBB379-A493-98E6-191E-AF0E1C22C2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34041" y="1715142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56E39276-74BE-FFBF-047D-D03F8A7941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34040" y="2069320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2FBEC361-6F8D-E368-C708-A05538BE4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1341" y="1715142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645A1D70-02EF-CAAC-8824-E4F082D693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20054" y="2069320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8441021D-DB13-DA8F-456E-E39EA744F36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468699" y="1473556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9588806B-F025-D4E5-B0B3-915252A1BB3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9020283" y="1473556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7BDD839C-211F-1011-C11A-6570F13AF0E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668133" y="1473556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9A2C97AD-15FE-11EF-E271-43BE82A456D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787308" y="1477259"/>
                      <a:ext cx="45719" cy="22518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EF03B38A-3775-3F79-493B-3BEC7167EFB3}"/>
                      </a:ext>
                    </a:extLst>
                  </p:cNvPr>
                  <p:cNvSpPr/>
                  <p:nvPr/>
                </p:nvSpPr>
                <p:spPr>
                  <a:xfrm>
                    <a:off x="5492010" y="0"/>
                    <a:ext cx="976108" cy="224393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bg1">
                          <a:lumMod val="85000"/>
                          <a:shade val="30000"/>
                          <a:satMod val="115000"/>
                        </a:schemeClr>
                      </a:gs>
                      <a:gs pos="50000">
                        <a:schemeClr val="bg1">
                          <a:lumMod val="85000"/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lumMod val="85000"/>
                          <a:shade val="100000"/>
                          <a:satMod val="11500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1812337B-EDD7-585E-D38B-40C66EFF111A}"/>
                      </a:ext>
                    </a:extLst>
                  </p:cNvPr>
                  <p:cNvSpPr/>
                  <p:nvPr/>
                </p:nvSpPr>
                <p:spPr>
                  <a:xfrm>
                    <a:off x="6758313" y="339702"/>
                    <a:ext cx="121767" cy="117806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FDBDD711-EAF7-C668-45D4-6C33942266B9}"/>
                      </a:ext>
                    </a:extLst>
                  </p:cNvPr>
                  <p:cNvSpPr/>
                  <p:nvPr/>
                </p:nvSpPr>
                <p:spPr>
                  <a:xfrm>
                    <a:off x="5042423" y="339702"/>
                    <a:ext cx="121767" cy="117806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43184596-0412-F6FC-3462-377D6EE948E6}"/>
                      </a:ext>
                    </a:extLst>
                  </p:cNvPr>
                  <p:cNvSpPr/>
                  <p:nvPr/>
                </p:nvSpPr>
                <p:spPr>
                  <a:xfrm>
                    <a:off x="6487592" y="337395"/>
                    <a:ext cx="121767" cy="117806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5EDF7B98-3301-D82D-AB92-922CEE03F3E4}"/>
                      </a:ext>
                    </a:extLst>
                  </p:cNvPr>
                  <p:cNvSpPr/>
                  <p:nvPr/>
                </p:nvSpPr>
                <p:spPr>
                  <a:xfrm>
                    <a:off x="5361032" y="337395"/>
                    <a:ext cx="121767" cy="117806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5187E9FB-3A81-0A14-00A2-71BDF900E043}"/>
                    </a:ext>
                  </a:extLst>
                </p:cNvPr>
                <p:cNvGrpSpPr/>
                <p:nvPr/>
              </p:nvGrpSpPr>
              <p:grpSpPr>
                <a:xfrm rot="10800000">
                  <a:off x="5725263" y="3166249"/>
                  <a:ext cx="497974" cy="330802"/>
                  <a:chOff x="5716775" y="3387928"/>
                  <a:chExt cx="497974" cy="330802"/>
                </a:xfrm>
              </p:grpSpPr>
              <p:sp>
                <p:nvSpPr>
                  <p:cNvPr id="64" name="Isosceles Triangle 10">
                    <a:extLst>
                      <a:ext uri="{FF2B5EF4-FFF2-40B4-BE49-F238E27FC236}">
                        <a16:creationId xmlns:a16="http://schemas.microsoft.com/office/drawing/2014/main" id="{D76EF5EE-F518-8A74-FA12-832B5BFE2D6A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5965971" y="3451017"/>
                    <a:ext cx="248778" cy="257982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5" name="Isosceles Triangle 10">
                    <a:extLst>
                      <a:ext uri="{FF2B5EF4-FFF2-40B4-BE49-F238E27FC236}">
                        <a16:creationId xmlns:a16="http://schemas.microsoft.com/office/drawing/2014/main" id="{2C49D408-193D-CFAF-E1D8-8EF5CB409F69}"/>
                      </a:ext>
                    </a:extLst>
                  </p:cNvPr>
                  <p:cNvSpPr/>
                  <p:nvPr/>
                </p:nvSpPr>
                <p:spPr>
                  <a:xfrm flipV="1">
                    <a:off x="5716775" y="3460748"/>
                    <a:ext cx="248778" cy="257982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5AC2593D-FD64-4A22-01C8-5CE948809DC6}"/>
                      </a:ext>
                    </a:extLst>
                  </p:cNvPr>
                  <p:cNvSpPr/>
                  <p:nvPr/>
                </p:nvSpPr>
                <p:spPr>
                  <a:xfrm>
                    <a:off x="5721937" y="3387928"/>
                    <a:ext cx="488334" cy="8214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4357EE8B-FCFA-ECBC-10F7-C996D7755942}"/>
                  </a:ext>
                </a:extLst>
              </p:cNvPr>
              <p:cNvSpPr/>
              <p:nvPr/>
            </p:nvSpPr>
            <p:spPr>
              <a:xfrm>
                <a:off x="5252170" y="2124775"/>
                <a:ext cx="1551132" cy="4616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2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Ballroom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BC55763-765C-E76B-044E-1DF98B1D35A0}"/>
                  </a:ext>
                </a:extLst>
              </p:cNvPr>
              <p:cNvSpPr/>
              <p:nvPr/>
            </p:nvSpPr>
            <p:spPr>
              <a:xfrm>
                <a:off x="5040815" y="511621"/>
                <a:ext cx="1941997" cy="4616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North Portico</a:t>
                </a:r>
                <a:endPara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AAF42CEA-03B0-042A-ECF9-F725BC46B1BF}"/>
                </a:ext>
              </a:extLst>
            </p:cNvPr>
            <p:cNvSpPr/>
            <p:nvPr/>
          </p:nvSpPr>
          <p:spPr>
            <a:xfrm rot="5400000">
              <a:off x="5941221" y="911650"/>
              <a:ext cx="75709" cy="4658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900AFF0-A055-C3D8-2767-54371B7D0F41}"/>
              </a:ext>
            </a:extLst>
          </p:cNvPr>
          <p:cNvGrpSpPr/>
          <p:nvPr/>
        </p:nvGrpSpPr>
        <p:grpSpPr>
          <a:xfrm>
            <a:off x="2931464" y="4274529"/>
            <a:ext cx="2051159" cy="640691"/>
            <a:chOff x="3259510" y="4274529"/>
            <a:chExt cx="1723113" cy="640691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4EE04F70-3DF2-C6DA-4A7A-B091B5BCD0C8}"/>
                </a:ext>
              </a:extLst>
            </p:cNvPr>
            <p:cNvGrpSpPr/>
            <p:nvPr/>
          </p:nvGrpSpPr>
          <p:grpSpPr>
            <a:xfrm>
              <a:off x="3280033" y="4274529"/>
              <a:ext cx="1702590" cy="640691"/>
              <a:chOff x="3280033" y="4274529"/>
              <a:chExt cx="1702590" cy="640691"/>
            </a:xfrm>
          </p:grpSpPr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1922B993-20F9-B34B-D790-91B2129EF0F7}"/>
                  </a:ext>
                </a:extLst>
              </p:cNvPr>
              <p:cNvGrpSpPr/>
              <p:nvPr/>
            </p:nvGrpSpPr>
            <p:grpSpPr>
              <a:xfrm>
                <a:off x="3280033" y="4274529"/>
                <a:ext cx="1702590" cy="596800"/>
                <a:chOff x="3280033" y="4274529"/>
                <a:chExt cx="1702590" cy="596800"/>
              </a:xfrm>
            </p:grpSpPr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E4056AD8-66E8-2523-65E5-C5AFC39F8426}"/>
                    </a:ext>
                  </a:extLst>
                </p:cNvPr>
                <p:cNvGrpSpPr/>
                <p:nvPr/>
              </p:nvGrpSpPr>
              <p:grpSpPr>
                <a:xfrm>
                  <a:off x="3280033" y="4319766"/>
                  <a:ext cx="1702590" cy="551563"/>
                  <a:chOff x="3254118" y="4309568"/>
                  <a:chExt cx="1702590" cy="551563"/>
                </a:xfrm>
              </p:grpSpPr>
              <p:sp>
                <p:nvSpPr>
                  <p:cNvPr id="133" name="Rectangle 132">
                    <a:extLst>
                      <a:ext uri="{FF2B5EF4-FFF2-40B4-BE49-F238E27FC236}">
                        <a16:creationId xmlns:a16="http://schemas.microsoft.com/office/drawing/2014/main" id="{2863F949-3E48-0408-0981-4603338FED48}"/>
                      </a:ext>
                    </a:extLst>
                  </p:cNvPr>
                  <p:cNvSpPr/>
                  <p:nvPr/>
                </p:nvSpPr>
                <p:spPr>
                  <a:xfrm>
                    <a:off x="3254118" y="4309568"/>
                    <a:ext cx="1702590" cy="551563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1" name="Rectangle 86">
                    <a:extLst>
                      <a:ext uri="{FF2B5EF4-FFF2-40B4-BE49-F238E27FC236}">
                        <a16:creationId xmlns:a16="http://schemas.microsoft.com/office/drawing/2014/main" id="{2921AFEA-812C-8BFB-ECAF-F3D7F7974FCF}"/>
                      </a:ext>
                    </a:extLst>
                  </p:cNvPr>
                  <p:cNvSpPr/>
                  <p:nvPr/>
                </p:nvSpPr>
                <p:spPr>
                  <a:xfrm>
                    <a:off x="3283487" y="4600677"/>
                    <a:ext cx="1146012" cy="233633"/>
                  </a:xfrm>
                  <a:custGeom>
                    <a:avLst/>
                    <a:gdLst>
                      <a:gd name="connsiteX0" fmla="*/ 0 w 610427"/>
                      <a:gd name="connsiteY0" fmla="*/ 0 h 374634"/>
                      <a:gd name="connsiteX1" fmla="*/ 610427 w 610427"/>
                      <a:gd name="connsiteY1" fmla="*/ 0 h 374634"/>
                      <a:gd name="connsiteX2" fmla="*/ 610427 w 610427"/>
                      <a:gd name="connsiteY2" fmla="*/ 374634 h 374634"/>
                      <a:gd name="connsiteX3" fmla="*/ 0 w 610427"/>
                      <a:gd name="connsiteY3" fmla="*/ 374634 h 374634"/>
                      <a:gd name="connsiteX4" fmla="*/ 0 w 610427"/>
                      <a:gd name="connsiteY4" fmla="*/ 0 h 374634"/>
                      <a:gd name="connsiteX0" fmla="*/ 0 w 610427"/>
                      <a:gd name="connsiteY0" fmla="*/ 475226 h 849860"/>
                      <a:gd name="connsiteX1" fmla="*/ 610427 w 610427"/>
                      <a:gd name="connsiteY1" fmla="*/ 0 h 849860"/>
                      <a:gd name="connsiteX2" fmla="*/ 610427 w 610427"/>
                      <a:gd name="connsiteY2" fmla="*/ 849860 h 849860"/>
                      <a:gd name="connsiteX3" fmla="*/ 0 w 610427"/>
                      <a:gd name="connsiteY3" fmla="*/ 849860 h 849860"/>
                      <a:gd name="connsiteX4" fmla="*/ 0 w 610427"/>
                      <a:gd name="connsiteY4" fmla="*/ 475226 h 849860"/>
                      <a:gd name="connsiteX0" fmla="*/ 0 w 610427"/>
                      <a:gd name="connsiteY0" fmla="*/ 475226 h 849860"/>
                      <a:gd name="connsiteX1" fmla="*/ 321672 w 610427"/>
                      <a:gd name="connsiteY1" fmla="*/ 224528 h 849860"/>
                      <a:gd name="connsiteX2" fmla="*/ 610427 w 610427"/>
                      <a:gd name="connsiteY2" fmla="*/ 0 h 849860"/>
                      <a:gd name="connsiteX3" fmla="*/ 610427 w 610427"/>
                      <a:gd name="connsiteY3" fmla="*/ 849860 h 849860"/>
                      <a:gd name="connsiteX4" fmla="*/ 0 w 610427"/>
                      <a:gd name="connsiteY4" fmla="*/ 849860 h 849860"/>
                      <a:gd name="connsiteX5" fmla="*/ 0 w 610427"/>
                      <a:gd name="connsiteY5" fmla="*/ 475226 h 849860"/>
                      <a:gd name="connsiteX0" fmla="*/ 0 w 610427"/>
                      <a:gd name="connsiteY0" fmla="*/ 475226 h 849860"/>
                      <a:gd name="connsiteX1" fmla="*/ 177465 w 610427"/>
                      <a:gd name="connsiteY1" fmla="*/ 4941 h 849860"/>
                      <a:gd name="connsiteX2" fmla="*/ 610427 w 610427"/>
                      <a:gd name="connsiteY2" fmla="*/ 0 h 849860"/>
                      <a:gd name="connsiteX3" fmla="*/ 610427 w 610427"/>
                      <a:gd name="connsiteY3" fmla="*/ 849860 h 849860"/>
                      <a:gd name="connsiteX4" fmla="*/ 0 w 610427"/>
                      <a:gd name="connsiteY4" fmla="*/ 849860 h 849860"/>
                      <a:gd name="connsiteX5" fmla="*/ 0 w 610427"/>
                      <a:gd name="connsiteY5" fmla="*/ 475226 h 849860"/>
                      <a:gd name="connsiteX0" fmla="*/ 0 w 610427"/>
                      <a:gd name="connsiteY0" fmla="*/ 475226 h 849860"/>
                      <a:gd name="connsiteX1" fmla="*/ 72588 w 610427"/>
                      <a:gd name="connsiteY1" fmla="*/ 283521 h 849860"/>
                      <a:gd name="connsiteX2" fmla="*/ 177465 w 610427"/>
                      <a:gd name="connsiteY2" fmla="*/ 4941 h 849860"/>
                      <a:gd name="connsiteX3" fmla="*/ 610427 w 610427"/>
                      <a:gd name="connsiteY3" fmla="*/ 0 h 849860"/>
                      <a:gd name="connsiteX4" fmla="*/ 610427 w 610427"/>
                      <a:gd name="connsiteY4" fmla="*/ 849860 h 849860"/>
                      <a:gd name="connsiteX5" fmla="*/ 0 w 610427"/>
                      <a:gd name="connsiteY5" fmla="*/ 849860 h 849860"/>
                      <a:gd name="connsiteX6" fmla="*/ 0 w 610427"/>
                      <a:gd name="connsiteY6" fmla="*/ 475226 h 849860"/>
                      <a:gd name="connsiteX0" fmla="*/ 0 w 610427"/>
                      <a:gd name="connsiteY0" fmla="*/ 475226 h 849860"/>
                      <a:gd name="connsiteX1" fmla="*/ 226626 w 610427"/>
                      <a:gd name="connsiteY1" fmla="*/ 473612 h 849860"/>
                      <a:gd name="connsiteX2" fmla="*/ 177465 w 610427"/>
                      <a:gd name="connsiteY2" fmla="*/ 4941 h 849860"/>
                      <a:gd name="connsiteX3" fmla="*/ 610427 w 610427"/>
                      <a:gd name="connsiteY3" fmla="*/ 0 h 849860"/>
                      <a:gd name="connsiteX4" fmla="*/ 610427 w 610427"/>
                      <a:gd name="connsiteY4" fmla="*/ 849860 h 849860"/>
                      <a:gd name="connsiteX5" fmla="*/ 0 w 610427"/>
                      <a:gd name="connsiteY5" fmla="*/ 849860 h 849860"/>
                      <a:gd name="connsiteX6" fmla="*/ 0 w 610427"/>
                      <a:gd name="connsiteY6" fmla="*/ 475226 h 849860"/>
                      <a:gd name="connsiteX0" fmla="*/ 0 w 610427"/>
                      <a:gd name="connsiteY0" fmla="*/ 475226 h 849860"/>
                      <a:gd name="connsiteX1" fmla="*/ 226626 w 610427"/>
                      <a:gd name="connsiteY1" fmla="*/ 473612 h 849860"/>
                      <a:gd name="connsiteX2" fmla="*/ 223348 w 610427"/>
                      <a:gd name="connsiteY2" fmla="*/ 8219 h 849860"/>
                      <a:gd name="connsiteX3" fmla="*/ 610427 w 610427"/>
                      <a:gd name="connsiteY3" fmla="*/ 0 h 849860"/>
                      <a:gd name="connsiteX4" fmla="*/ 610427 w 610427"/>
                      <a:gd name="connsiteY4" fmla="*/ 849860 h 849860"/>
                      <a:gd name="connsiteX5" fmla="*/ 0 w 610427"/>
                      <a:gd name="connsiteY5" fmla="*/ 849860 h 849860"/>
                      <a:gd name="connsiteX6" fmla="*/ 0 w 610427"/>
                      <a:gd name="connsiteY6" fmla="*/ 475226 h 849860"/>
                      <a:gd name="connsiteX0" fmla="*/ 0 w 610427"/>
                      <a:gd name="connsiteY0" fmla="*/ 481113 h 855747"/>
                      <a:gd name="connsiteX1" fmla="*/ 226626 w 610427"/>
                      <a:gd name="connsiteY1" fmla="*/ 479499 h 855747"/>
                      <a:gd name="connsiteX2" fmla="*/ 610427 w 610427"/>
                      <a:gd name="connsiteY2" fmla="*/ 5887 h 855747"/>
                      <a:gd name="connsiteX3" fmla="*/ 610427 w 610427"/>
                      <a:gd name="connsiteY3" fmla="*/ 855747 h 855747"/>
                      <a:gd name="connsiteX4" fmla="*/ 0 w 610427"/>
                      <a:gd name="connsiteY4" fmla="*/ 855747 h 855747"/>
                      <a:gd name="connsiteX5" fmla="*/ 0 w 610427"/>
                      <a:gd name="connsiteY5" fmla="*/ 481113 h 855747"/>
                      <a:gd name="connsiteX0" fmla="*/ 0 w 618927"/>
                      <a:gd name="connsiteY0" fmla="*/ 22872 h 397506"/>
                      <a:gd name="connsiteX1" fmla="*/ 226626 w 618927"/>
                      <a:gd name="connsiteY1" fmla="*/ 21258 h 397506"/>
                      <a:gd name="connsiteX2" fmla="*/ 618927 w 618927"/>
                      <a:gd name="connsiteY2" fmla="*/ 167848 h 397506"/>
                      <a:gd name="connsiteX3" fmla="*/ 610427 w 618927"/>
                      <a:gd name="connsiteY3" fmla="*/ 397506 h 397506"/>
                      <a:gd name="connsiteX4" fmla="*/ 0 w 618927"/>
                      <a:gd name="connsiteY4" fmla="*/ 397506 h 397506"/>
                      <a:gd name="connsiteX5" fmla="*/ 0 w 618927"/>
                      <a:gd name="connsiteY5" fmla="*/ 22872 h 397506"/>
                      <a:gd name="connsiteX0" fmla="*/ 0 w 618927"/>
                      <a:gd name="connsiteY0" fmla="*/ 18870 h 393504"/>
                      <a:gd name="connsiteX1" fmla="*/ 226626 w 618927"/>
                      <a:gd name="connsiteY1" fmla="*/ 17256 h 393504"/>
                      <a:gd name="connsiteX2" fmla="*/ 618927 w 618927"/>
                      <a:gd name="connsiteY2" fmla="*/ 163846 h 393504"/>
                      <a:gd name="connsiteX3" fmla="*/ 610427 w 618927"/>
                      <a:gd name="connsiteY3" fmla="*/ 393504 h 393504"/>
                      <a:gd name="connsiteX4" fmla="*/ 0 w 618927"/>
                      <a:gd name="connsiteY4" fmla="*/ 393504 h 393504"/>
                      <a:gd name="connsiteX5" fmla="*/ 0 w 618927"/>
                      <a:gd name="connsiteY5" fmla="*/ 18870 h 393504"/>
                      <a:gd name="connsiteX0" fmla="*/ 0 w 618927"/>
                      <a:gd name="connsiteY0" fmla="*/ 0 h 374634"/>
                      <a:gd name="connsiteX1" fmla="*/ 618927 w 618927"/>
                      <a:gd name="connsiteY1" fmla="*/ 144976 h 374634"/>
                      <a:gd name="connsiteX2" fmla="*/ 610427 w 618927"/>
                      <a:gd name="connsiteY2" fmla="*/ 374634 h 374634"/>
                      <a:gd name="connsiteX3" fmla="*/ 0 w 618927"/>
                      <a:gd name="connsiteY3" fmla="*/ 374634 h 374634"/>
                      <a:gd name="connsiteX4" fmla="*/ 0 w 618927"/>
                      <a:gd name="connsiteY4" fmla="*/ 0 h 374634"/>
                      <a:gd name="connsiteX0" fmla="*/ 0 w 623177"/>
                      <a:gd name="connsiteY0" fmla="*/ 0 h 247413"/>
                      <a:gd name="connsiteX1" fmla="*/ 623177 w 623177"/>
                      <a:gd name="connsiteY1" fmla="*/ 17755 h 247413"/>
                      <a:gd name="connsiteX2" fmla="*/ 614677 w 623177"/>
                      <a:gd name="connsiteY2" fmla="*/ 247413 h 247413"/>
                      <a:gd name="connsiteX3" fmla="*/ 4250 w 623177"/>
                      <a:gd name="connsiteY3" fmla="*/ 247413 h 247413"/>
                      <a:gd name="connsiteX4" fmla="*/ 0 w 623177"/>
                      <a:gd name="connsiteY4" fmla="*/ 0 h 247413"/>
                      <a:gd name="connsiteX0" fmla="*/ 0 w 623177"/>
                      <a:gd name="connsiteY0" fmla="*/ 0 h 247413"/>
                      <a:gd name="connsiteX1" fmla="*/ 623177 w 623177"/>
                      <a:gd name="connsiteY1" fmla="*/ 5828 h 247413"/>
                      <a:gd name="connsiteX2" fmla="*/ 614677 w 623177"/>
                      <a:gd name="connsiteY2" fmla="*/ 247413 h 247413"/>
                      <a:gd name="connsiteX3" fmla="*/ 4250 w 623177"/>
                      <a:gd name="connsiteY3" fmla="*/ 247413 h 247413"/>
                      <a:gd name="connsiteX4" fmla="*/ 0 w 623177"/>
                      <a:gd name="connsiteY4" fmla="*/ 0 h 247413"/>
                      <a:gd name="connsiteX0" fmla="*/ 0 w 614677"/>
                      <a:gd name="connsiteY0" fmla="*/ 0 h 247413"/>
                      <a:gd name="connsiteX1" fmla="*/ 614677 w 614677"/>
                      <a:gd name="connsiteY1" fmla="*/ 9804 h 247413"/>
                      <a:gd name="connsiteX2" fmla="*/ 614677 w 614677"/>
                      <a:gd name="connsiteY2" fmla="*/ 247413 h 247413"/>
                      <a:gd name="connsiteX3" fmla="*/ 4250 w 614677"/>
                      <a:gd name="connsiteY3" fmla="*/ 247413 h 247413"/>
                      <a:gd name="connsiteX4" fmla="*/ 0 w 614677"/>
                      <a:gd name="connsiteY4" fmla="*/ 0 h 247413"/>
                      <a:gd name="connsiteX0" fmla="*/ 0 w 612552"/>
                      <a:gd name="connsiteY0" fmla="*/ 10074 h 237609"/>
                      <a:gd name="connsiteX1" fmla="*/ 612552 w 612552"/>
                      <a:gd name="connsiteY1" fmla="*/ 0 h 237609"/>
                      <a:gd name="connsiteX2" fmla="*/ 612552 w 612552"/>
                      <a:gd name="connsiteY2" fmla="*/ 237609 h 237609"/>
                      <a:gd name="connsiteX3" fmla="*/ 2125 w 612552"/>
                      <a:gd name="connsiteY3" fmla="*/ 237609 h 237609"/>
                      <a:gd name="connsiteX4" fmla="*/ 0 w 612552"/>
                      <a:gd name="connsiteY4" fmla="*/ 10074 h 237609"/>
                      <a:gd name="connsiteX0" fmla="*/ 0 w 612552"/>
                      <a:gd name="connsiteY0" fmla="*/ 10074 h 237609"/>
                      <a:gd name="connsiteX1" fmla="*/ 612552 w 612552"/>
                      <a:gd name="connsiteY1" fmla="*/ 0 h 237609"/>
                      <a:gd name="connsiteX2" fmla="*/ 612552 w 612552"/>
                      <a:gd name="connsiteY2" fmla="*/ 237609 h 237609"/>
                      <a:gd name="connsiteX3" fmla="*/ 2125 w 612552"/>
                      <a:gd name="connsiteY3" fmla="*/ 237609 h 237609"/>
                      <a:gd name="connsiteX4" fmla="*/ 0 w 612552"/>
                      <a:gd name="connsiteY4" fmla="*/ 10074 h 237609"/>
                      <a:gd name="connsiteX0" fmla="*/ 0 w 612552"/>
                      <a:gd name="connsiteY0" fmla="*/ 6098 h 233633"/>
                      <a:gd name="connsiteX1" fmla="*/ 612552 w 612552"/>
                      <a:gd name="connsiteY1" fmla="*/ 0 h 233633"/>
                      <a:gd name="connsiteX2" fmla="*/ 612552 w 612552"/>
                      <a:gd name="connsiteY2" fmla="*/ 233633 h 233633"/>
                      <a:gd name="connsiteX3" fmla="*/ 2125 w 612552"/>
                      <a:gd name="connsiteY3" fmla="*/ 233633 h 233633"/>
                      <a:gd name="connsiteX4" fmla="*/ 0 w 612552"/>
                      <a:gd name="connsiteY4" fmla="*/ 6098 h 233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2552" h="233633">
                        <a:moveTo>
                          <a:pt x="0" y="6098"/>
                        </a:moveTo>
                        <a:lnTo>
                          <a:pt x="612552" y="0"/>
                        </a:lnTo>
                        <a:lnTo>
                          <a:pt x="612552" y="233633"/>
                        </a:lnTo>
                        <a:lnTo>
                          <a:pt x="2125" y="233633"/>
                        </a:lnTo>
                        <a:cubicBezTo>
                          <a:pt x="708" y="151162"/>
                          <a:pt x="1417" y="88569"/>
                          <a:pt x="0" y="6098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bg1"/>
                      </a:gs>
                      <a:gs pos="41000">
                        <a:schemeClr val="bg1">
                          <a:lumMod val="85000"/>
                        </a:schemeClr>
                      </a:gs>
                      <a:gs pos="83000">
                        <a:schemeClr val="bg1">
                          <a:lumMod val="75000"/>
                        </a:schemeClr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path path="circle">
                      <a:fillToRect l="100000" t="100000"/>
                    </a:path>
                    <a:tileRect r="-100000" b="-100000"/>
                  </a:gradFill>
                  <a:ln w="1905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4687908B-8675-1833-5D34-516E142E4F14}"/>
                    </a:ext>
                  </a:extLst>
                </p:cNvPr>
                <p:cNvGrpSpPr/>
                <p:nvPr/>
              </p:nvGrpSpPr>
              <p:grpSpPr>
                <a:xfrm>
                  <a:off x="4583420" y="4274529"/>
                  <a:ext cx="239556" cy="295938"/>
                  <a:chOff x="9076361" y="2963878"/>
                  <a:chExt cx="239556" cy="295938"/>
                </a:xfrm>
              </p:grpSpPr>
              <p:sp>
                <p:nvSpPr>
                  <p:cNvPr id="155" name="Isosceles Triangle 10">
                    <a:extLst>
                      <a:ext uri="{FF2B5EF4-FFF2-40B4-BE49-F238E27FC236}">
                        <a16:creationId xmlns:a16="http://schemas.microsoft.com/office/drawing/2014/main" id="{200899E9-D74F-E1B3-28FA-509CECD2B8E7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9076361" y="3001836"/>
                    <a:ext cx="239556" cy="257980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6" name="Rectangle 155">
                    <a:extLst>
                      <a:ext uri="{FF2B5EF4-FFF2-40B4-BE49-F238E27FC236}">
                        <a16:creationId xmlns:a16="http://schemas.microsoft.com/office/drawing/2014/main" id="{FDE79C5C-DF62-4AFB-93F2-8A0017D3A99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158183" y="2889241"/>
                    <a:ext cx="75913" cy="225188"/>
                  </a:xfrm>
                  <a:prstGeom prst="rect">
                    <a:avLst/>
                  </a:prstGeom>
                  <a:solidFill>
                    <a:schemeClr val="bg1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29E099E3-C7CC-6EA2-E8D1-B1B4FC80C62B}"/>
                  </a:ext>
                </a:extLst>
              </p:cNvPr>
              <p:cNvSpPr/>
              <p:nvPr/>
            </p:nvSpPr>
            <p:spPr>
              <a:xfrm rot="5400000">
                <a:off x="4666150" y="4789263"/>
                <a:ext cx="75916" cy="1759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DE69E81C-333B-4E3C-1509-BCC4F7DBB53F}"/>
                </a:ext>
              </a:extLst>
            </p:cNvPr>
            <p:cNvSpPr/>
            <p:nvPr/>
          </p:nvSpPr>
          <p:spPr>
            <a:xfrm>
              <a:off x="3259510" y="4458172"/>
              <a:ext cx="45719" cy="2321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D4C8D228-6CF4-D37C-D68E-021300EBCB54}"/>
              </a:ext>
            </a:extLst>
          </p:cNvPr>
          <p:cNvGrpSpPr/>
          <p:nvPr/>
        </p:nvGrpSpPr>
        <p:grpSpPr>
          <a:xfrm>
            <a:off x="4413895" y="2731270"/>
            <a:ext cx="629419" cy="1590226"/>
            <a:chOff x="4421890" y="2708390"/>
            <a:chExt cx="629419" cy="1590226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C461EA4-DED9-286A-8774-922F62D2FE05}"/>
                </a:ext>
              </a:extLst>
            </p:cNvPr>
            <p:cNvSpPr/>
            <p:nvPr/>
          </p:nvSpPr>
          <p:spPr>
            <a:xfrm>
              <a:off x="4421890" y="2708390"/>
              <a:ext cx="547833" cy="159022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05E30EDB-91DE-FBA7-B8C2-90F9375CA807}"/>
                </a:ext>
              </a:extLst>
            </p:cNvPr>
            <p:cNvSpPr/>
            <p:nvPr/>
          </p:nvSpPr>
          <p:spPr>
            <a:xfrm>
              <a:off x="4906501" y="3647353"/>
              <a:ext cx="144808" cy="2097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1B536A7A-DC64-3A0D-D5D7-2DBE4040DF4B}"/>
              </a:ext>
            </a:extLst>
          </p:cNvPr>
          <p:cNvGrpSpPr/>
          <p:nvPr/>
        </p:nvGrpSpPr>
        <p:grpSpPr>
          <a:xfrm>
            <a:off x="4893323" y="3461063"/>
            <a:ext cx="2278895" cy="3397632"/>
            <a:chOff x="4893297" y="3447165"/>
            <a:chExt cx="2278895" cy="3397632"/>
          </a:xfrm>
        </p:grpSpPr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3D3731BE-37CD-5DE2-4FE6-ADBA8BA80A35}"/>
                </a:ext>
              </a:extLst>
            </p:cNvPr>
            <p:cNvGrpSpPr/>
            <p:nvPr/>
          </p:nvGrpSpPr>
          <p:grpSpPr>
            <a:xfrm>
              <a:off x="4893297" y="3447165"/>
              <a:ext cx="2278895" cy="3397632"/>
              <a:chOff x="4893297" y="3447165"/>
              <a:chExt cx="2278895" cy="3397632"/>
            </a:xfrm>
          </p:grpSpPr>
          <p:grpSp>
            <p:nvGrpSpPr>
              <p:cNvPr id="264" name="Group 263">
                <a:extLst>
                  <a:ext uri="{FF2B5EF4-FFF2-40B4-BE49-F238E27FC236}">
                    <a16:creationId xmlns:a16="http://schemas.microsoft.com/office/drawing/2014/main" id="{EE03D1AE-58E4-3EDA-2E20-B8722DF842C6}"/>
                  </a:ext>
                </a:extLst>
              </p:cNvPr>
              <p:cNvGrpSpPr/>
              <p:nvPr/>
            </p:nvGrpSpPr>
            <p:grpSpPr>
              <a:xfrm>
                <a:off x="4893297" y="3447165"/>
                <a:ext cx="2278895" cy="3397632"/>
                <a:chOff x="4893297" y="3447165"/>
                <a:chExt cx="2278895" cy="3397632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109B45E3-7419-33DE-540E-910CDB12230C}"/>
                    </a:ext>
                  </a:extLst>
                </p:cNvPr>
                <p:cNvGrpSpPr/>
                <p:nvPr/>
              </p:nvGrpSpPr>
              <p:grpSpPr>
                <a:xfrm>
                  <a:off x="4893297" y="5975485"/>
                  <a:ext cx="2278895" cy="869312"/>
                  <a:chOff x="4893297" y="5975485"/>
                  <a:chExt cx="2278895" cy="869312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B4542B77-039A-2391-0926-4F40659BE1DA}"/>
                      </a:ext>
                    </a:extLst>
                  </p:cNvPr>
                  <p:cNvGrpSpPr/>
                  <p:nvPr/>
                </p:nvGrpSpPr>
                <p:grpSpPr>
                  <a:xfrm>
                    <a:off x="4971569" y="5975485"/>
                    <a:ext cx="2037244" cy="869312"/>
                    <a:chOff x="4971569" y="5975485"/>
                    <a:chExt cx="2037244" cy="869312"/>
                  </a:xfrm>
                </p:grpSpPr>
                <p:grpSp>
                  <p:nvGrpSpPr>
                    <p:cNvPr id="95" name="Group 94">
                      <a:extLst>
                        <a:ext uri="{FF2B5EF4-FFF2-40B4-BE49-F238E27FC236}">
                          <a16:creationId xmlns:a16="http://schemas.microsoft.com/office/drawing/2014/main" id="{EDD5C7DB-F765-D56D-1537-CB7D22775B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71569" y="6036342"/>
                      <a:ext cx="2037244" cy="808455"/>
                      <a:chOff x="4971569" y="6036342"/>
                      <a:chExt cx="2037244" cy="808455"/>
                    </a:xfrm>
                  </p:grpSpPr>
                  <p:sp>
                    <p:nvSpPr>
                      <p:cNvPr id="89" name="Rectangle 88">
                        <a:extLst>
                          <a:ext uri="{FF2B5EF4-FFF2-40B4-BE49-F238E27FC236}">
                            <a16:creationId xmlns:a16="http://schemas.microsoft.com/office/drawing/2014/main" id="{91D4CF99-C882-07B3-5131-18648FBE17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71569" y="6036342"/>
                        <a:ext cx="2037244" cy="57347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b="1">
                          <a:ln w="12700">
                            <a:solidFill>
                              <a:schemeClr val="tx2">
                                <a:lumMod val="75000"/>
                              </a:schemeClr>
                            </a:solidFill>
                            <a:prstDash val="solid"/>
                          </a:ln>
                          <a:pattFill prst="dkUpDiag">
                            <a:fgClr>
                              <a:schemeClr val="tx2"/>
                            </a:fgClr>
                            <a:bgClr>
                              <a:schemeClr val="tx2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endParaRPr>
                      </a:p>
                    </p:txBody>
                  </p:sp>
                  <p:sp>
                    <p:nvSpPr>
                      <p:cNvPr id="90" name="Rectangle 89">
                        <a:extLst>
                          <a:ext uri="{FF2B5EF4-FFF2-40B4-BE49-F238E27FC236}">
                            <a16:creationId xmlns:a16="http://schemas.microsoft.com/office/drawing/2014/main" id="{8569F189-570A-1C95-1EA1-77C3A7691FED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502137" y="6620404"/>
                        <a:ext cx="976108" cy="224393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bg1">
                              <a:lumMod val="85000"/>
                              <a:shade val="30000"/>
                              <a:satMod val="115000"/>
                            </a:schemeClr>
                          </a:gs>
                          <a:gs pos="50000">
                            <a:schemeClr val="bg1">
                              <a:lumMod val="85000"/>
                              <a:shade val="67500"/>
                              <a:satMod val="115000"/>
                            </a:schemeClr>
                          </a:gs>
                          <a:gs pos="100000">
                            <a:schemeClr val="bg1">
                              <a:lumMod val="85000"/>
                              <a:shade val="100000"/>
                              <a:satMod val="115000"/>
                            </a:schemeClr>
                          </a:gs>
                        </a:gsLst>
                        <a:lin ang="5400000" scaled="1"/>
                        <a:tileRect/>
                      </a:gradFill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b="1">
                          <a:ln w="12700">
                            <a:solidFill>
                              <a:schemeClr val="tx2">
                                <a:lumMod val="75000"/>
                              </a:schemeClr>
                            </a:solidFill>
                            <a:prstDash val="solid"/>
                          </a:ln>
                          <a:pattFill prst="dkUpDiag">
                            <a:fgClr>
                              <a:schemeClr val="tx2"/>
                            </a:fgClr>
                            <a:bgClr>
                              <a:schemeClr val="tx2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endParaRPr>
                      </a:p>
                    </p:txBody>
                  </p:sp>
                  <p:sp>
                    <p:nvSpPr>
                      <p:cNvPr id="91" name="Oval 90">
                        <a:extLst>
                          <a:ext uri="{FF2B5EF4-FFF2-40B4-BE49-F238E27FC236}">
                            <a16:creationId xmlns:a16="http://schemas.microsoft.com/office/drawing/2014/main" id="{B34C209A-2F9C-58E8-204C-9C9E9256E9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93844" y="6411108"/>
                        <a:ext cx="121767" cy="117806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b="1">
                          <a:ln w="12700">
                            <a:solidFill>
                              <a:schemeClr val="tx2">
                                <a:lumMod val="75000"/>
                              </a:schemeClr>
                            </a:solidFill>
                            <a:prstDash val="solid"/>
                          </a:ln>
                          <a:pattFill prst="dkUpDiag">
                            <a:fgClr>
                              <a:schemeClr val="tx2"/>
                            </a:fgClr>
                            <a:bgClr>
                              <a:schemeClr val="tx2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endParaRPr>
                      </a:p>
                    </p:txBody>
                  </p:sp>
                  <p:sp>
                    <p:nvSpPr>
                      <p:cNvPr id="92" name="Oval 91">
                        <a:extLst>
                          <a:ext uri="{FF2B5EF4-FFF2-40B4-BE49-F238E27FC236}">
                            <a16:creationId xmlns:a16="http://schemas.microsoft.com/office/drawing/2014/main" id="{FC29EC10-5108-C320-3C88-7D6A7DC5EB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80369" y="6411108"/>
                        <a:ext cx="121767" cy="117806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b="1">
                          <a:ln w="12700">
                            <a:solidFill>
                              <a:schemeClr val="tx2">
                                <a:lumMod val="75000"/>
                              </a:schemeClr>
                            </a:solidFill>
                            <a:prstDash val="solid"/>
                          </a:ln>
                          <a:pattFill prst="dkUpDiag">
                            <a:fgClr>
                              <a:schemeClr val="tx2"/>
                            </a:fgClr>
                            <a:bgClr>
                              <a:schemeClr val="tx2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endParaRPr>
                      </a:p>
                    </p:txBody>
                  </p:sp>
                  <p:sp>
                    <p:nvSpPr>
                      <p:cNvPr id="93" name="Oval 92">
                        <a:extLst>
                          <a:ext uri="{FF2B5EF4-FFF2-40B4-BE49-F238E27FC236}">
                            <a16:creationId xmlns:a16="http://schemas.microsoft.com/office/drawing/2014/main" id="{ECDEBF7C-D26A-6137-F2B1-5049F48A54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99903" y="6420538"/>
                        <a:ext cx="121767" cy="117806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b="1">
                          <a:ln w="12700">
                            <a:solidFill>
                              <a:schemeClr val="tx2">
                                <a:lumMod val="75000"/>
                              </a:schemeClr>
                            </a:solidFill>
                            <a:prstDash val="solid"/>
                          </a:ln>
                          <a:pattFill prst="dkUpDiag">
                            <a:fgClr>
                              <a:schemeClr val="tx2"/>
                            </a:fgClr>
                            <a:bgClr>
                              <a:schemeClr val="tx2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endParaRPr>
                      </a:p>
                    </p:txBody>
                  </p:sp>
                  <p:sp>
                    <p:nvSpPr>
                      <p:cNvPr id="94" name="Oval 93">
                        <a:extLst>
                          <a:ext uri="{FF2B5EF4-FFF2-40B4-BE49-F238E27FC236}">
                            <a16:creationId xmlns:a16="http://schemas.microsoft.com/office/drawing/2014/main" id="{B56060D0-2DCA-ACCB-C903-8A35682447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93607" y="6414079"/>
                        <a:ext cx="121767" cy="117806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b="1">
                          <a:ln w="12700">
                            <a:solidFill>
                              <a:schemeClr val="tx2">
                                <a:lumMod val="75000"/>
                              </a:schemeClr>
                            </a:solidFill>
                            <a:prstDash val="solid"/>
                          </a:ln>
                          <a:pattFill prst="dkUpDiag">
                            <a:fgClr>
                              <a:schemeClr val="tx2"/>
                            </a:fgClr>
                            <a:bgClr>
                              <a:schemeClr val="tx2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endParaRPr>
                      </a:p>
                    </p:txBody>
                  </p:sp>
                </p:grpSp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E6E18E9D-CB47-55F7-7BF2-AF066235125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5933087" y="5795292"/>
                      <a:ext cx="122267" cy="4826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b="1">
                        <a:ln w="12700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</a:ln>
                        <a:pattFill prst="dkUpDiag">
                          <a:fgClr>
                            <a:schemeClr val="tx2"/>
                          </a:fgClr>
                          <a:bgClr>
                            <a:schemeClr val="tx2">
                              <a:lumMod val="20000"/>
                              <a:lumOff val="80000"/>
                            </a:schemeClr>
                          </a:bgClr>
                        </a:patt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endParaRPr>
                    </a:p>
                  </p:txBody>
                </p:sp>
              </p:grpSp>
              <p:sp>
                <p:nvSpPr>
                  <p:cNvPr id="97" name="Rectangle 96">
                    <a:extLst>
                      <a:ext uri="{FF2B5EF4-FFF2-40B4-BE49-F238E27FC236}">
                        <a16:creationId xmlns:a16="http://schemas.microsoft.com/office/drawing/2014/main" id="{0C47AECD-C11F-8274-F03C-BC189B86E408}"/>
                      </a:ext>
                    </a:extLst>
                  </p:cNvPr>
                  <p:cNvSpPr/>
                  <p:nvPr/>
                </p:nvSpPr>
                <p:spPr>
                  <a:xfrm>
                    <a:off x="4893297" y="6023826"/>
                    <a:ext cx="2278895" cy="461665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>
                    <a:spAutoFit/>
                  </a:bodyPr>
                  <a:lstStyle/>
                  <a:p>
                    <a:pPr algn="ctr"/>
                    <a:r>
                      <a:rPr lang="en-US" sz="24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a:t>Front Porch</a:t>
                    </a: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E1C64B2A-5055-8F47-BBDE-AF0294B2D7AA}"/>
                    </a:ext>
                  </a:extLst>
                </p:cNvPr>
                <p:cNvGrpSpPr/>
                <p:nvPr/>
              </p:nvGrpSpPr>
              <p:grpSpPr>
                <a:xfrm>
                  <a:off x="4974883" y="3447165"/>
                  <a:ext cx="2010152" cy="2599032"/>
                  <a:chOff x="4974883" y="3447165"/>
                  <a:chExt cx="2010152" cy="2599032"/>
                </a:xfrm>
              </p:grpSpPr>
              <p:grpSp>
                <p:nvGrpSpPr>
                  <p:cNvPr id="88" name="Group 87">
                    <a:extLst>
                      <a:ext uri="{FF2B5EF4-FFF2-40B4-BE49-F238E27FC236}">
                        <a16:creationId xmlns:a16="http://schemas.microsoft.com/office/drawing/2014/main" id="{64B48F59-6B8E-4CA0-AD2A-58857125B004}"/>
                      </a:ext>
                    </a:extLst>
                  </p:cNvPr>
                  <p:cNvGrpSpPr/>
                  <p:nvPr/>
                </p:nvGrpSpPr>
                <p:grpSpPr>
                  <a:xfrm>
                    <a:off x="4974883" y="3447165"/>
                    <a:ext cx="2010152" cy="2599032"/>
                    <a:chOff x="3836035" y="3462791"/>
                    <a:chExt cx="2010152" cy="2599032"/>
                  </a:xfrm>
                </p:grpSpPr>
                <p:grpSp>
                  <p:nvGrpSpPr>
                    <p:cNvPr id="86" name="Group 85">
                      <a:extLst>
                        <a:ext uri="{FF2B5EF4-FFF2-40B4-BE49-F238E27FC236}">
                          <a16:creationId xmlns:a16="http://schemas.microsoft.com/office/drawing/2014/main" id="{8CC46E15-7A1B-8431-6B2A-4520049DD3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836035" y="3462791"/>
                      <a:ext cx="2010152" cy="2599032"/>
                      <a:chOff x="4974883" y="3447165"/>
                      <a:chExt cx="2010152" cy="2599032"/>
                    </a:xfrm>
                  </p:grpSpPr>
                  <p:sp>
                    <p:nvSpPr>
                      <p:cNvPr id="84" name="Rectangle 83">
                        <a:extLst>
                          <a:ext uri="{FF2B5EF4-FFF2-40B4-BE49-F238E27FC236}">
                            <a16:creationId xmlns:a16="http://schemas.microsoft.com/office/drawing/2014/main" id="{2D040923-0763-34AE-B5E2-3D355D3C73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74883" y="3447165"/>
                        <a:ext cx="2010152" cy="2573939"/>
                      </a:xfrm>
                      <a:custGeom>
                        <a:avLst/>
                        <a:gdLst>
                          <a:gd name="connsiteX0" fmla="*/ 0 w 2010089"/>
                          <a:gd name="connsiteY0" fmla="*/ 0 h 2589179"/>
                          <a:gd name="connsiteX1" fmla="*/ 2010089 w 2010089"/>
                          <a:gd name="connsiteY1" fmla="*/ 0 h 2589179"/>
                          <a:gd name="connsiteX2" fmla="*/ 2010089 w 2010089"/>
                          <a:gd name="connsiteY2" fmla="*/ 2589179 h 2589179"/>
                          <a:gd name="connsiteX3" fmla="*/ 0 w 2010089"/>
                          <a:gd name="connsiteY3" fmla="*/ 2589179 h 2589179"/>
                          <a:gd name="connsiteX4" fmla="*/ 0 w 2010089"/>
                          <a:gd name="connsiteY4" fmla="*/ 0 h 2589179"/>
                          <a:gd name="connsiteX0" fmla="*/ 2896 w 2012985"/>
                          <a:gd name="connsiteY0" fmla="*/ 0 h 2589179"/>
                          <a:gd name="connsiteX1" fmla="*/ 2012985 w 2012985"/>
                          <a:gd name="connsiteY1" fmla="*/ 0 h 2589179"/>
                          <a:gd name="connsiteX2" fmla="*/ 2012985 w 2012985"/>
                          <a:gd name="connsiteY2" fmla="*/ 2589179 h 2589179"/>
                          <a:gd name="connsiteX3" fmla="*/ 2896 w 2012985"/>
                          <a:gd name="connsiteY3" fmla="*/ 2589179 h 2589179"/>
                          <a:gd name="connsiteX4" fmla="*/ 0 w 2012985"/>
                          <a:gd name="connsiteY4" fmla="*/ 1273425 h 2589179"/>
                          <a:gd name="connsiteX5" fmla="*/ 2896 w 2012985"/>
                          <a:gd name="connsiteY5" fmla="*/ 0 h 2589179"/>
                          <a:gd name="connsiteX0" fmla="*/ 2896 w 2012985"/>
                          <a:gd name="connsiteY0" fmla="*/ 0 h 2589179"/>
                          <a:gd name="connsiteX1" fmla="*/ 2012985 w 2012985"/>
                          <a:gd name="connsiteY1" fmla="*/ 0 h 2589179"/>
                          <a:gd name="connsiteX2" fmla="*/ 2012985 w 2012985"/>
                          <a:gd name="connsiteY2" fmla="*/ 2589179 h 2589179"/>
                          <a:gd name="connsiteX3" fmla="*/ 2896 w 2012985"/>
                          <a:gd name="connsiteY3" fmla="*/ 2589179 h 2589179"/>
                          <a:gd name="connsiteX4" fmla="*/ 0 w 2012985"/>
                          <a:gd name="connsiteY4" fmla="*/ 1273425 h 2589179"/>
                          <a:gd name="connsiteX5" fmla="*/ 2896 w 2012985"/>
                          <a:gd name="connsiteY5" fmla="*/ 0 h 2589179"/>
                          <a:gd name="connsiteX0" fmla="*/ 63 w 2010152"/>
                          <a:gd name="connsiteY0" fmla="*/ 0 h 2589179"/>
                          <a:gd name="connsiteX1" fmla="*/ 2010152 w 2010152"/>
                          <a:gd name="connsiteY1" fmla="*/ 0 h 2589179"/>
                          <a:gd name="connsiteX2" fmla="*/ 2010152 w 2010152"/>
                          <a:gd name="connsiteY2" fmla="*/ 2589179 h 2589179"/>
                          <a:gd name="connsiteX3" fmla="*/ 63 w 2010152"/>
                          <a:gd name="connsiteY3" fmla="*/ 2589179 h 2589179"/>
                          <a:gd name="connsiteX4" fmla="*/ 8597 w 2010152"/>
                          <a:gd name="connsiteY4" fmla="*/ 1425825 h 2589179"/>
                          <a:gd name="connsiteX5" fmla="*/ 63 w 2010152"/>
                          <a:gd name="connsiteY5" fmla="*/ 0 h 2589179"/>
                          <a:gd name="connsiteX0" fmla="*/ 109440 w 2119529"/>
                          <a:gd name="connsiteY0" fmla="*/ 0 h 2589179"/>
                          <a:gd name="connsiteX1" fmla="*/ 2119529 w 2119529"/>
                          <a:gd name="connsiteY1" fmla="*/ 0 h 2589179"/>
                          <a:gd name="connsiteX2" fmla="*/ 2119529 w 2119529"/>
                          <a:gd name="connsiteY2" fmla="*/ 2589179 h 2589179"/>
                          <a:gd name="connsiteX3" fmla="*/ 109440 w 2119529"/>
                          <a:gd name="connsiteY3" fmla="*/ 2589179 h 2589179"/>
                          <a:gd name="connsiteX4" fmla="*/ 251323 w 2119529"/>
                          <a:gd name="connsiteY4" fmla="*/ 2020185 h 2589179"/>
                          <a:gd name="connsiteX5" fmla="*/ 117974 w 2119529"/>
                          <a:gd name="connsiteY5" fmla="*/ 1425825 h 2589179"/>
                          <a:gd name="connsiteX6" fmla="*/ 109440 w 2119529"/>
                          <a:gd name="connsiteY6" fmla="*/ 0 h 2589179"/>
                          <a:gd name="connsiteX0" fmla="*/ 51913 w 2062002"/>
                          <a:gd name="connsiteY0" fmla="*/ 0 h 2589179"/>
                          <a:gd name="connsiteX1" fmla="*/ 2062002 w 2062002"/>
                          <a:gd name="connsiteY1" fmla="*/ 0 h 2589179"/>
                          <a:gd name="connsiteX2" fmla="*/ 2062002 w 2062002"/>
                          <a:gd name="connsiteY2" fmla="*/ 2589179 h 2589179"/>
                          <a:gd name="connsiteX3" fmla="*/ 51913 w 2062002"/>
                          <a:gd name="connsiteY3" fmla="*/ 2589179 h 2589179"/>
                          <a:gd name="connsiteX4" fmla="*/ 932936 w 2062002"/>
                          <a:gd name="connsiteY4" fmla="*/ 1486785 h 2589179"/>
                          <a:gd name="connsiteX5" fmla="*/ 60447 w 2062002"/>
                          <a:gd name="connsiteY5" fmla="*/ 1425825 h 2589179"/>
                          <a:gd name="connsiteX6" fmla="*/ 51913 w 2062002"/>
                          <a:gd name="connsiteY6" fmla="*/ 0 h 2589179"/>
                          <a:gd name="connsiteX0" fmla="*/ 60444 w 2070533"/>
                          <a:gd name="connsiteY0" fmla="*/ 0 h 2589179"/>
                          <a:gd name="connsiteX1" fmla="*/ 2070533 w 2070533"/>
                          <a:gd name="connsiteY1" fmla="*/ 0 h 2589179"/>
                          <a:gd name="connsiteX2" fmla="*/ 2070533 w 2070533"/>
                          <a:gd name="connsiteY2" fmla="*/ 2589179 h 2589179"/>
                          <a:gd name="connsiteX3" fmla="*/ 60444 w 2070533"/>
                          <a:gd name="connsiteY3" fmla="*/ 2589179 h 2589179"/>
                          <a:gd name="connsiteX4" fmla="*/ 743347 w 2070533"/>
                          <a:gd name="connsiteY4" fmla="*/ 1342005 h 2589179"/>
                          <a:gd name="connsiteX5" fmla="*/ 68978 w 2070533"/>
                          <a:gd name="connsiteY5" fmla="*/ 1425825 h 2589179"/>
                          <a:gd name="connsiteX6" fmla="*/ 60444 w 2070533"/>
                          <a:gd name="connsiteY6" fmla="*/ 0 h 2589179"/>
                          <a:gd name="connsiteX0" fmla="*/ 66773 w 2076862"/>
                          <a:gd name="connsiteY0" fmla="*/ 0 h 2589179"/>
                          <a:gd name="connsiteX1" fmla="*/ 2076862 w 2076862"/>
                          <a:gd name="connsiteY1" fmla="*/ 0 h 2589179"/>
                          <a:gd name="connsiteX2" fmla="*/ 2076862 w 2076862"/>
                          <a:gd name="connsiteY2" fmla="*/ 2589179 h 2589179"/>
                          <a:gd name="connsiteX3" fmla="*/ 66773 w 2076862"/>
                          <a:gd name="connsiteY3" fmla="*/ 2589179 h 2589179"/>
                          <a:gd name="connsiteX4" fmla="*/ 635376 w 2076862"/>
                          <a:gd name="connsiteY4" fmla="*/ 1437255 h 2589179"/>
                          <a:gd name="connsiteX5" fmla="*/ 75307 w 2076862"/>
                          <a:gd name="connsiteY5" fmla="*/ 1425825 h 2589179"/>
                          <a:gd name="connsiteX6" fmla="*/ 66773 w 2076862"/>
                          <a:gd name="connsiteY6" fmla="*/ 0 h 2589179"/>
                          <a:gd name="connsiteX0" fmla="*/ 63 w 2010152"/>
                          <a:gd name="connsiteY0" fmla="*/ 0 h 2589179"/>
                          <a:gd name="connsiteX1" fmla="*/ 2010152 w 2010152"/>
                          <a:gd name="connsiteY1" fmla="*/ 0 h 2589179"/>
                          <a:gd name="connsiteX2" fmla="*/ 2010152 w 2010152"/>
                          <a:gd name="connsiteY2" fmla="*/ 2589179 h 2589179"/>
                          <a:gd name="connsiteX3" fmla="*/ 762063 w 2010152"/>
                          <a:gd name="connsiteY3" fmla="*/ 2547269 h 2589179"/>
                          <a:gd name="connsiteX4" fmla="*/ 568666 w 2010152"/>
                          <a:gd name="connsiteY4" fmla="*/ 1437255 h 2589179"/>
                          <a:gd name="connsiteX5" fmla="*/ 8597 w 2010152"/>
                          <a:gd name="connsiteY5" fmla="*/ 1425825 h 2589179"/>
                          <a:gd name="connsiteX6" fmla="*/ 63 w 2010152"/>
                          <a:gd name="connsiteY6" fmla="*/ 0 h 258917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10152 w 2010152"/>
                          <a:gd name="connsiteY2" fmla="*/ 2589179 h 2592989"/>
                          <a:gd name="connsiteX3" fmla="*/ 579183 w 2010152"/>
                          <a:gd name="connsiteY3" fmla="*/ 2592989 h 2592989"/>
                          <a:gd name="connsiteX4" fmla="*/ 568666 w 2010152"/>
                          <a:gd name="connsiteY4" fmla="*/ 1437255 h 2592989"/>
                          <a:gd name="connsiteX5" fmla="*/ 8597 w 2010152"/>
                          <a:gd name="connsiteY5" fmla="*/ 1425825 h 2592989"/>
                          <a:gd name="connsiteX6" fmla="*/ 63 w 2010152"/>
                          <a:gd name="connsiteY6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10152 w 2010152"/>
                          <a:gd name="connsiteY2" fmla="*/ 2589179 h 2592989"/>
                          <a:gd name="connsiteX3" fmla="*/ 579183 w 2010152"/>
                          <a:gd name="connsiteY3" fmla="*/ 2592989 h 2592989"/>
                          <a:gd name="connsiteX4" fmla="*/ 568666 w 2010152"/>
                          <a:gd name="connsiteY4" fmla="*/ 1437255 h 2592989"/>
                          <a:gd name="connsiteX5" fmla="*/ 8597 w 2010152"/>
                          <a:gd name="connsiteY5" fmla="*/ 1425825 h 2592989"/>
                          <a:gd name="connsiteX6" fmla="*/ 63 w 2010152"/>
                          <a:gd name="connsiteY6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10152 w 2010152"/>
                          <a:gd name="connsiteY2" fmla="*/ 2589179 h 2592989"/>
                          <a:gd name="connsiteX3" fmla="*/ 579183 w 2010152"/>
                          <a:gd name="connsiteY3" fmla="*/ 2592989 h 2592989"/>
                          <a:gd name="connsiteX4" fmla="*/ 568666 w 2010152"/>
                          <a:gd name="connsiteY4" fmla="*/ 1437255 h 2592989"/>
                          <a:gd name="connsiteX5" fmla="*/ 8597 w 2010152"/>
                          <a:gd name="connsiteY5" fmla="*/ 1425825 h 2592989"/>
                          <a:gd name="connsiteX6" fmla="*/ 63 w 2010152"/>
                          <a:gd name="connsiteY6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10152 w 2010152"/>
                          <a:gd name="connsiteY2" fmla="*/ 2589179 h 2592989"/>
                          <a:gd name="connsiteX3" fmla="*/ 579183 w 2010152"/>
                          <a:gd name="connsiteY3" fmla="*/ 2592989 h 2592989"/>
                          <a:gd name="connsiteX4" fmla="*/ 568666 w 2010152"/>
                          <a:gd name="connsiteY4" fmla="*/ 1437255 h 2592989"/>
                          <a:gd name="connsiteX5" fmla="*/ 8597 w 2010152"/>
                          <a:gd name="connsiteY5" fmla="*/ 1425825 h 2592989"/>
                          <a:gd name="connsiteX6" fmla="*/ 63 w 2010152"/>
                          <a:gd name="connsiteY6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10152 w 2010152"/>
                          <a:gd name="connsiteY2" fmla="*/ 2589179 h 2592989"/>
                          <a:gd name="connsiteX3" fmla="*/ 579183 w 2010152"/>
                          <a:gd name="connsiteY3" fmla="*/ 2592989 h 2592989"/>
                          <a:gd name="connsiteX4" fmla="*/ 568666 w 2010152"/>
                          <a:gd name="connsiteY4" fmla="*/ 1437255 h 2592989"/>
                          <a:gd name="connsiteX5" fmla="*/ 8597 w 2010152"/>
                          <a:gd name="connsiteY5" fmla="*/ 1425825 h 2592989"/>
                          <a:gd name="connsiteX6" fmla="*/ 63 w 2010152"/>
                          <a:gd name="connsiteY6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10152 w 2010152"/>
                          <a:gd name="connsiteY2" fmla="*/ 2589179 h 2592989"/>
                          <a:gd name="connsiteX3" fmla="*/ 579183 w 2010152"/>
                          <a:gd name="connsiteY3" fmla="*/ 2592989 h 2592989"/>
                          <a:gd name="connsiteX4" fmla="*/ 568666 w 2010152"/>
                          <a:gd name="connsiteY4" fmla="*/ 1437255 h 2592989"/>
                          <a:gd name="connsiteX5" fmla="*/ 8597 w 2010152"/>
                          <a:gd name="connsiteY5" fmla="*/ 1425825 h 2592989"/>
                          <a:gd name="connsiteX6" fmla="*/ 63 w 2010152"/>
                          <a:gd name="connsiteY6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05037 w 2010152"/>
                          <a:gd name="connsiteY2" fmla="*/ 1425825 h 2592989"/>
                          <a:gd name="connsiteX3" fmla="*/ 2010152 w 2010152"/>
                          <a:gd name="connsiteY3" fmla="*/ 2589179 h 2592989"/>
                          <a:gd name="connsiteX4" fmla="*/ 579183 w 2010152"/>
                          <a:gd name="connsiteY4" fmla="*/ 2592989 h 2592989"/>
                          <a:gd name="connsiteX5" fmla="*/ 568666 w 2010152"/>
                          <a:gd name="connsiteY5" fmla="*/ 1437255 h 2592989"/>
                          <a:gd name="connsiteX6" fmla="*/ 8597 w 2010152"/>
                          <a:gd name="connsiteY6" fmla="*/ 1425825 h 2592989"/>
                          <a:gd name="connsiteX7" fmla="*/ 63 w 2010152"/>
                          <a:gd name="connsiteY7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05037 w 2010152"/>
                          <a:gd name="connsiteY2" fmla="*/ 1425825 h 2592989"/>
                          <a:gd name="connsiteX3" fmla="*/ 2010152 w 2010152"/>
                          <a:gd name="connsiteY3" fmla="*/ 2589179 h 2592989"/>
                          <a:gd name="connsiteX4" fmla="*/ 579183 w 2010152"/>
                          <a:gd name="connsiteY4" fmla="*/ 2592989 h 2592989"/>
                          <a:gd name="connsiteX5" fmla="*/ 568666 w 2010152"/>
                          <a:gd name="connsiteY5" fmla="*/ 1437255 h 2592989"/>
                          <a:gd name="connsiteX6" fmla="*/ 8597 w 2010152"/>
                          <a:gd name="connsiteY6" fmla="*/ 1425825 h 2592989"/>
                          <a:gd name="connsiteX7" fmla="*/ 63 w 2010152"/>
                          <a:gd name="connsiteY7" fmla="*/ 0 h 2592989"/>
                          <a:gd name="connsiteX0" fmla="*/ 63 w 2010152"/>
                          <a:gd name="connsiteY0" fmla="*/ 0 h 2604419"/>
                          <a:gd name="connsiteX1" fmla="*/ 2010152 w 2010152"/>
                          <a:gd name="connsiteY1" fmla="*/ 0 h 2604419"/>
                          <a:gd name="connsiteX2" fmla="*/ 2005037 w 2010152"/>
                          <a:gd name="connsiteY2" fmla="*/ 1425825 h 2604419"/>
                          <a:gd name="connsiteX3" fmla="*/ 1053842 w 2010152"/>
                          <a:gd name="connsiteY3" fmla="*/ 2604419 h 2604419"/>
                          <a:gd name="connsiteX4" fmla="*/ 579183 w 2010152"/>
                          <a:gd name="connsiteY4" fmla="*/ 2592989 h 2604419"/>
                          <a:gd name="connsiteX5" fmla="*/ 568666 w 2010152"/>
                          <a:gd name="connsiteY5" fmla="*/ 1437255 h 2604419"/>
                          <a:gd name="connsiteX6" fmla="*/ 8597 w 2010152"/>
                          <a:gd name="connsiteY6" fmla="*/ 1425825 h 2604419"/>
                          <a:gd name="connsiteX7" fmla="*/ 63 w 2010152"/>
                          <a:gd name="connsiteY7" fmla="*/ 0 h 2604419"/>
                          <a:gd name="connsiteX0" fmla="*/ 63 w 2010152"/>
                          <a:gd name="connsiteY0" fmla="*/ 0 h 2604419"/>
                          <a:gd name="connsiteX1" fmla="*/ 2010152 w 2010152"/>
                          <a:gd name="connsiteY1" fmla="*/ 0 h 2604419"/>
                          <a:gd name="connsiteX2" fmla="*/ 2005037 w 2010152"/>
                          <a:gd name="connsiteY2" fmla="*/ 1425825 h 2604419"/>
                          <a:gd name="connsiteX3" fmla="*/ 1311617 w 2010152"/>
                          <a:gd name="connsiteY3" fmla="*/ 1924935 h 2604419"/>
                          <a:gd name="connsiteX4" fmla="*/ 1053842 w 2010152"/>
                          <a:gd name="connsiteY4" fmla="*/ 2604419 h 2604419"/>
                          <a:gd name="connsiteX5" fmla="*/ 579183 w 2010152"/>
                          <a:gd name="connsiteY5" fmla="*/ 2592989 h 2604419"/>
                          <a:gd name="connsiteX6" fmla="*/ 568666 w 2010152"/>
                          <a:gd name="connsiteY6" fmla="*/ 1437255 h 2604419"/>
                          <a:gd name="connsiteX7" fmla="*/ 8597 w 2010152"/>
                          <a:gd name="connsiteY7" fmla="*/ 1425825 h 2604419"/>
                          <a:gd name="connsiteX8" fmla="*/ 63 w 2010152"/>
                          <a:gd name="connsiteY8" fmla="*/ 0 h 2604419"/>
                          <a:gd name="connsiteX0" fmla="*/ 63 w 2010152"/>
                          <a:gd name="connsiteY0" fmla="*/ 0 h 2604419"/>
                          <a:gd name="connsiteX1" fmla="*/ 2010152 w 2010152"/>
                          <a:gd name="connsiteY1" fmla="*/ 0 h 2604419"/>
                          <a:gd name="connsiteX2" fmla="*/ 2005037 w 2010152"/>
                          <a:gd name="connsiteY2" fmla="*/ 1425825 h 2604419"/>
                          <a:gd name="connsiteX3" fmla="*/ 1265897 w 2010152"/>
                          <a:gd name="connsiteY3" fmla="*/ 1242945 h 2604419"/>
                          <a:gd name="connsiteX4" fmla="*/ 1053842 w 2010152"/>
                          <a:gd name="connsiteY4" fmla="*/ 2604419 h 2604419"/>
                          <a:gd name="connsiteX5" fmla="*/ 579183 w 2010152"/>
                          <a:gd name="connsiteY5" fmla="*/ 2592989 h 2604419"/>
                          <a:gd name="connsiteX6" fmla="*/ 568666 w 2010152"/>
                          <a:gd name="connsiteY6" fmla="*/ 1437255 h 2604419"/>
                          <a:gd name="connsiteX7" fmla="*/ 8597 w 2010152"/>
                          <a:gd name="connsiteY7" fmla="*/ 1425825 h 2604419"/>
                          <a:gd name="connsiteX8" fmla="*/ 63 w 2010152"/>
                          <a:gd name="connsiteY8" fmla="*/ 0 h 2604419"/>
                          <a:gd name="connsiteX0" fmla="*/ 63 w 2010152"/>
                          <a:gd name="connsiteY0" fmla="*/ 0 h 2604419"/>
                          <a:gd name="connsiteX1" fmla="*/ 2010152 w 2010152"/>
                          <a:gd name="connsiteY1" fmla="*/ 0 h 2604419"/>
                          <a:gd name="connsiteX2" fmla="*/ 2005037 w 2010152"/>
                          <a:gd name="connsiteY2" fmla="*/ 1425825 h 2604419"/>
                          <a:gd name="connsiteX3" fmla="*/ 1452587 w 2010152"/>
                          <a:gd name="connsiteY3" fmla="*/ 1433445 h 2604419"/>
                          <a:gd name="connsiteX4" fmla="*/ 1053842 w 2010152"/>
                          <a:gd name="connsiteY4" fmla="*/ 2604419 h 2604419"/>
                          <a:gd name="connsiteX5" fmla="*/ 579183 w 2010152"/>
                          <a:gd name="connsiteY5" fmla="*/ 2592989 h 2604419"/>
                          <a:gd name="connsiteX6" fmla="*/ 568666 w 2010152"/>
                          <a:gd name="connsiteY6" fmla="*/ 1437255 h 2604419"/>
                          <a:gd name="connsiteX7" fmla="*/ 8597 w 2010152"/>
                          <a:gd name="connsiteY7" fmla="*/ 1425825 h 2604419"/>
                          <a:gd name="connsiteX8" fmla="*/ 63 w 2010152"/>
                          <a:gd name="connsiteY8" fmla="*/ 0 h 2604419"/>
                          <a:gd name="connsiteX0" fmla="*/ 63 w 2010152"/>
                          <a:gd name="connsiteY0" fmla="*/ 0 h 2604419"/>
                          <a:gd name="connsiteX1" fmla="*/ 2010152 w 2010152"/>
                          <a:gd name="connsiteY1" fmla="*/ 0 h 2604419"/>
                          <a:gd name="connsiteX2" fmla="*/ 2005037 w 2010152"/>
                          <a:gd name="connsiteY2" fmla="*/ 1425825 h 2604419"/>
                          <a:gd name="connsiteX3" fmla="*/ 1452587 w 2010152"/>
                          <a:gd name="connsiteY3" fmla="*/ 1433445 h 2604419"/>
                          <a:gd name="connsiteX4" fmla="*/ 1053842 w 2010152"/>
                          <a:gd name="connsiteY4" fmla="*/ 2604419 h 2604419"/>
                          <a:gd name="connsiteX5" fmla="*/ 579183 w 2010152"/>
                          <a:gd name="connsiteY5" fmla="*/ 2592989 h 2604419"/>
                          <a:gd name="connsiteX6" fmla="*/ 568666 w 2010152"/>
                          <a:gd name="connsiteY6" fmla="*/ 1437255 h 2604419"/>
                          <a:gd name="connsiteX7" fmla="*/ 8597 w 2010152"/>
                          <a:gd name="connsiteY7" fmla="*/ 1425825 h 2604419"/>
                          <a:gd name="connsiteX8" fmla="*/ 63 w 2010152"/>
                          <a:gd name="connsiteY8" fmla="*/ 0 h 2604419"/>
                          <a:gd name="connsiteX0" fmla="*/ 63 w 2010152"/>
                          <a:gd name="connsiteY0" fmla="*/ 0 h 2604419"/>
                          <a:gd name="connsiteX1" fmla="*/ 2010152 w 2010152"/>
                          <a:gd name="connsiteY1" fmla="*/ 0 h 2604419"/>
                          <a:gd name="connsiteX2" fmla="*/ 2005037 w 2010152"/>
                          <a:gd name="connsiteY2" fmla="*/ 1425825 h 2604419"/>
                          <a:gd name="connsiteX3" fmla="*/ 1452587 w 2010152"/>
                          <a:gd name="connsiteY3" fmla="*/ 1433445 h 2604419"/>
                          <a:gd name="connsiteX4" fmla="*/ 1053842 w 2010152"/>
                          <a:gd name="connsiteY4" fmla="*/ 2604419 h 2604419"/>
                          <a:gd name="connsiteX5" fmla="*/ 579183 w 2010152"/>
                          <a:gd name="connsiteY5" fmla="*/ 2592989 h 2604419"/>
                          <a:gd name="connsiteX6" fmla="*/ 568666 w 2010152"/>
                          <a:gd name="connsiteY6" fmla="*/ 1437255 h 2604419"/>
                          <a:gd name="connsiteX7" fmla="*/ 8597 w 2010152"/>
                          <a:gd name="connsiteY7" fmla="*/ 1425825 h 2604419"/>
                          <a:gd name="connsiteX8" fmla="*/ 63 w 2010152"/>
                          <a:gd name="connsiteY8" fmla="*/ 0 h 260441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05037 w 2010152"/>
                          <a:gd name="connsiteY2" fmla="*/ 1425825 h 2592989"/>
                          <a:gd name="connsiteX3" fmla="*/ 1452587 w 2010152"/>
                          <a:gd name="connsiteY3" fmla="*/ 1433445 h 2592989"/>
                          <a:gd name="connsiteX4" fmla="*/ 1453892 w 2010152"/>
                          <a:gd name="connsiteY4" fmla="*/ 2573939 h 2592989"/>
                          <a:gd name="connsiteX5" fmla="*/ 579183 w 2010152"/>
                          <a:gd name="connsiteY5" fmla="*/ 2592989 h 2592989"/>
                          <a:gd name="connsiteX6" fmla="*/ 568666 w 2010152"/>
                          <a:gd name="connsiteY6" fmla="*/ 1437255 h 2592989"/>
                          <a:gd name="connsiteX7" fmla="*/ 8597 w 2010152"/>
                          <a:gd name="connsiteY7" fmla="*/ 1425825 h 2592989"/>
                          <a:gd name="connsiteX8" fmla="*/ 63 w 2010152"/>
                          <a:gd name="connsiteY8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05037 w 2010152"/>
                          <a:gd name="connsiteY2" fmla="*/ 1425825 h 2592989"/>
                          <a:gd name="connsiteX3" fmla="*/ 1452587 w 2010152"/>
                          <a:gd name="connsiteY3" fmla="*/ 1433445 h 2592989"/>
                          <a:gd name="connsiteX4" fmla="*/ 1453892 w 2010152"/>
                          <a:gd name="connsiteY4" fmla="*/ 2573939 h 2592989"/>
                          <a:gd name="connsiteX5" fmla="*/ 579183 w 2010152"/>
                          <a:gd name="connsiteY5" fmla="*/ 2592989 h 2592989"/>
                          <a:gd name="connsiteX6" fmla="*/ 568666 w 2010152"/>
                          <a:gd name="connsiteY6" fmla="*/ 1437255 h 2592989"/>
                          <a:gd name="connsiteX7" fmla="*/ 8597 w 2010152"/>
                          <a:gd name="connsiteY7" fmla="*/ 1425825 h 2592989"/>
                          <a:gd name="connsiteX8" fmla="*/ 63 w 2010152"/>
                          <a:gd name="connsiteY8" fmla="*/ 0 h 2592989"/>
                          <a:gd name="connsiteX0" fmla="*/ 63 w 2010152"/>
                          <a:gd name="connsiteY0" fmla="*/ 0 h 2592989"/>
                          <a:gd name="connsiteX1" fmla="*/ 2010152 w 2010152"/>
                          <a:gd name="connsiteY1" fmla="*/ 0 h 2592989"/>
                          <a:gd name="connsiteX2" fmla="*/ 2005037 w 2010152"/>
                          <a:gd name="connsiteY2" fmla="*/ 1425825 h 2592989"/>
                          <a:gd name="connsiteX3" fmla="*/ 1452587 w 2010152"/>
                          <a:gd name="connsiteY3" fmla="*/ 1433445 h 2592989"/>
                          <a:gd name="connsiteX4" fmla="*/ 1453892 w 2010152"/>
                          <a:gd name="connsiteY4" fmla="*/ 2573939 h 2592989"/>
                          <a:gd name="connsiteX5" fmla="*/ 579183 w 2010152"/>
                          <a:gd name="connsiteY5" fmla="*/ 2592989 h 2592989"/>
                          <a:gd name="connsiteX6" fmla="*/ 568666 w 2010152"/>
                          <a:gd name="connsiteY6" fmla="*/ 1437255 h 2592989"/>
                          <a:gd name="connsiteX7" fmla="*/ 8597 w 2010152"/>
                          <a:gd name="connsiteY7" fmla="*/ 1425825 h 2592989"/>
                          <a:gd name="connsiteX8" fmla="*/ 63 w 2010152"/>
                          <a:gd name="connsiteY8" fmla="*/ 0 h 2592989"/>
                          <a:gd name="connsiteX0" fmla="*/ 63 w 2010152"/>
                          <a:gd name="connsiteY0" fmla="*/ 0 h 2573939"/>
                          <a:gd name="connsiteX1" fmla="*/ 2010152 w 2010152"/>
                          <a:gd name="connsiteY1" fmla="*/ 0 h 2573939"/>
                          <a:gd name="connsiteX2" fmla="*/ 2005037 w 2010152"/>
                          <a:gd name="connsiteY2" fmla="*/ 1425825 h 2573939"/>
                          <a:gd name="connsiteX3" fmla="*/ 1452587 w 2010152"/>
                          <a:gd name="connsiteY3" fmla="*/ 1433445 h 2573939"/>
                          <a:gd name="connsiteX4" fmla="*/ 1453892 w 2010152"/>
                          <a:gd name="connsiteY4" fmla="*/ 2573939 h 2573939"/>
                          <a:gd name="connsiteX5" fmla="*/ 586803 w 2010152"/>
                          <a:gd name="connsiteY5" fmla="*/ 2562509 h 2573939"/>
                          <a:gd name="connsiteX6" fmla="*/ 568666 w 2010152"/>
                          <a:gd name="connsiteY6" fmla="*/ 1437255 h 2573939"/>
                          <a:gd name="connsiteX7" fmla="*/ 8597 w 2010152"/>
                          <a:gd name="connsiteY7" fmla="*/ 1425825 h 2573939"/>
                          <a:gd name="connsiteX8" fmla="*/ 63 w 2010152"/>
                          <a:gd name="connsiteY8" fmla="*/ 0 h 2573939"/>
                          <a:gd name="connsiteX0" fmla="*/ 63 w 2010152"/>
                          <a:gd name="connsiteY0" fmla="*/ 0 h 2573939"/>
                          <a:gd name="connsiteX1" fmla="*/ 2010152 w 2010152"/>
                          <a:gd name="connsiteY1" fmla="*/ 0 h 2573939"/>
                          <a:gd name="connsiteX2" fmla="*/ 2005037 w 2010152"/>
                          <a:gd name="connsiteY2" fmla="*/ 1425825 h 2573939"/>
                          <a:gd name="connsiteX3" fmla="*/ 1452587 w 2010152"/>
                          <a:gd name="connsiteY3" fmla="*/ 1433445 h 2573939"/>
                          <a:gd name="connsiteX4" fmla="*/ 1453892 w 2010152"/>
                          <a:gd name="connsiteY4" fmla="*/ 2573939 h 2573939"/>
                          <a:gd name="connsiteX5" fmla="*/ 567753 w 2010152"/>
                          <a:gd name="connsiteY5" fmla="*/ 2570129 h 2573939"/>
                          <a:gd name="connsiteX6" fmla="*/ 568666 w 2010152"/>
                          <a:gd name="connsiteY6" fmla="*/ 1437255 h 2573939"/>
                          <a:gd name="connsiteX7" fmla="*/ 8597 w 2010152"/>
                          <a:gd name="connsiteY7" fmla="*/ 1425825 h 2573939"/>
                          <a:gd name="connsiteX8" fmla="*/ 63 w 2010152"/>
                          <a:gd name="connsiteY8" fmla="*/ 0 h 25739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10152" h="2573939">
                            <a:moveTo>
                              <a:pt x="63" y="0"/>
                            </a:moveTo>
                            <a:lnTo>
                              <a:pt x="2010152" y="0"/>
                            </a:lnTo>
                            <a:lnTo>
                              <a:pt x="2005037" y="1425825"/>
                            </a:lnTo>
                            <a:lnTo>
                              <a:pt x="1452587" y="1433445"/>
                            </a:lnTo>
                            <a:cubicBezTo>
                              <a:pt x="1454075" y="1820377"/>
                              <a:pt x="1438804" y="2096837"/>
                              <a:pt x="1453892" y="2573939"/>
                            </a:cubicBezTo>
                            <a:lnTo>
                              <a:pt x="567753" y="2570129"/>
                            </a:lnTo>
                            <a:cubicBezTo>
                              <a:pt x="561185" y="2159067"/>
                              <a:pt x="573924" y="2015122"/>
                              <a:pt x="568666" y="1437255"/>
                            </a:cubicBezTo>
                            <a:cubicBezTo>
                              <a:pt x="307198" y="1437673"/>
                              <a:pt x="489444" y="1434863"/>
                              <a:pt x="8597" y="1425825"/>
                            </a:cubicBezTo>
                            <a:cubicBezTo>
                              <a:pt x="9562" y="1001350"/>
                              <a:pt x="-902" y="424475"/>
                              <a:pt x="63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381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grpSp>
                    <p:nvGrpSpPr>
                      <p:cNvPr id="68" name="Group 67">
                        <a:extLst>
                          <a:ext uri="{FF2B5EF4-FFF2-40B4-BE49-F238E27FC236}">
                            <a16:creationId xmlns:a16="http://schemas.microsoft.com/office/drawing/2014/main" id="{B6E946C6-028C-A81F-F570-90EDADFA057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0800000">
                        <a:off x="5751708" y="5715395"/>
                        <a:ext cx="497974" cy="330802"/>
                        <a:chOff x="5716775" y="3387928"/>
                        <a:chExt cx="497974" cy="330802"/>
                      </a:xfrm>
                    </p:grpSpPr>
                    <p:sp>
                      <p:nvSpPr>
                        <p:cNvPr id="69" name="Isosceles Triangle 10">
                          <a:extLst>
                            <a:ext uri="{FF2B5EF4-FFF2-40B4-BE49-F238E27FC236}">
                              <a16:creationId xmlns:a16="http://schemas.microsoft.com/office/drawing/2014/main" id="{36DF61F7-B789-886A-0DA6-8C6E7332C93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 flipV="1">
                          <a:off x="5965971" y="3451017"/>
                          <a:ext cx="248778" cy="257982"/>
                        </a:xfrm>
                        <a:custGeom>
                          <a:avLst/>
                          <a:gdLst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54996 w 154996"/>
                            <a:gd name="connsiteY2" fmla="*/ 132522 h 132522"/>
                            <a:gd name="connsiteX3" fmla="*/ 0 w 154996"/>
                            <a:gd name="connsiteY3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56930 w 154996"/>
                            <a:gd name="connsiteY2" fmla="*/ 45057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12589 w 154996"/>
                            <a:gd name="connsiteY2" fmla="*/ 18553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60273"/>
                            <a:gd name="connsiteY0" fmla="*/ 141085 h 141085"/>
                            <a:gd name="connsiteX1" fmla="*/ 0 w 160273"/>
                            <a:gd name="connsiteY1" fmla="*/ 8563 h 141085"/>
                            <a:gd name="connsiteX2" fmla="*/ 112589 w 160273"/>
                            <a:gd name="connsiteY2" fmla="*/ 27116 h 141085"/>
                            <a:gd name="connsiteX3" fmla="*/ 154996 w 160273"/>
                            <a:gd name="connsiteY3" fmla="*/ 141085 h 141085"/>
                            <a:gd name="connsiteX4" fmla="*/ 0 w 160273"/>
                            <a:gd name="connsiteY4" fmla="*/ 141085 h 141085"/>
                            <a:gd name="connsiteX0" fmla="*/ 0 w 158940"/>
                            <a:gd name="connsiteY0" fmla="*/ 138889 h 138889"/>
                            <a:gd name="connsiteX1" fmla="*/ 0 w 158940"/>
                            <a:gd name="connsiteY1" fmla="*/ 6367 h 138889"/>
                            <a:gd name="connsiteX2" fmla="*/ 112589 w 158940"/>
                            <a:gd name="connsiteY2" fmla="*/ 24920 h 138889"/>
                            <a:gd name="connsiteX3" fmla="*/ 154996 w 158940"/>
                            <a:gd name="connsiteY3" fmla="*/ 138889 h 138889"/>
                            <a:gd name="connsiteX4" fmla="*/ 0 w 158940"/>
                            <a:gd name="connsiteY4" fmla="*/ 138889 h 138889"/>
                            <a:gd name="connsiteX0" fmla="*/ 0 w 159464"/>
                            <a:gd name="connsiteY0" fmla="*/ 137644 h 137644"/>
                            <a:gd name="connsiteX1" fmla="*/ 0 w 159464"/>
                            <a:gd name="connsiteY1" fmla="*/ 5122 h 137644"/>
                            <a:gd name="connsiteX2" fmla="*/ 120540 w 159464"/>
                            <a:gd name="connsiteY2" fmla="*/ 34276 h 137644"/>
                            <a:gd name="connsiteX3" fmla="*/ 154996 w 159464"/>
                            <a:gd name="connsiteY3" fmla="*/ 137644 h 137644"/>
                            <a:gd name="connsiteX4" fmla="*/ 0 w 159464"/>
                            <a:gd name="connsiteY4" fmla="*/ 137644 h 137644"/>
                            <a:gd name="connsiteX0" fmla="*/ 0 w 159976"/>
                            <a:gd name="connsiteY0" fmla="*/ 142975 h 142975"/>
                            <a:gd name="connsiteX1" fmla="*/ 0 w 159976"/>
                            <a:gd name="connsiteY1" fmla="*/ 10453 h 142975"/>
                            <a:gd name="connsiteX2" fmla="*/ 71549 w 159976"/>
                            <a:gd name="connsiteY2" fmla="*/ 11882 h 142975"/>
                            <a:gd name="connsiteX3" fmla="*/ 120540 w 159976"/>
                            <a:gd name="connsiteY3" fmla="*/ 39607 h 142975"/>
                            <a:gd name="connsiteX4" fmla="*/ 154996 w 159976"/>
                            <a:gd name="connsiteY4" fmla="*/ 142975 h 142975"/>
                            <a:gd name="connsiteX5" fmla="*/ 0 w 159976"/>
                            <a:gd name="connsiteY5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7850"/>
                            <a:gd name="connsiteY0" fmla="*/ 142975 h 142975"/>
                            <a:gd name="connsiteX1" fmla="*/ 0 w 167850"/>
                            <a:gd name="connsiteY1" fmla="*/ 10453 h 142975"/>
                            <a:gd name="connsiteX2" fmla="*/ 71549 w 167850"/>
                            <a:gd name="connsiteY2" fmla="*/ 11882 h 142975"/>
                            <a:gd name="connsiteX3" fmla="*/ 120540 w 167850"/>
                            <a:gd name="connsiteY3" fmla="*/ 39607 h 142975"/>
                            <a:gd name="connsiteX4" fmla="*/ 150130 w 167850"/>
                            <a:gd name="connsiteY4" fmla="*/ 85700 h 142975"/>
                            <a:gd name="connsiteX5" fmla="*/ 154996 w 167850"/>
                            <a:gd name="connsiteY5" fmla="*/ 142975 h 142975"/>
                            <a:gd name="connsiteX6" fmla="*/ 0 w 167850"/>
                            <a:gd name="connsiteY6" fmla="*/ 142975 h 142975"/>
                            <a:gd name="connsiteX0" fmla="*/ 0 w 167241"/>
                            <a:gd name="connsiteY0" fmla="*/ 142975 h 142975"/>
                            <a:gd name="connsiteX1" fmla="*/ 0 w 167241"/>
                            <a:gd name="connsiteY1" fmla="*/ 10453 h 142975"/>
                            <a:gd name="connsiteX2" fmla="*/ 71549 w 167241"/>
                            <a:gd name="connsiteY2" fmla="*/ 11882 h 142975"/>
                            <a:gd name="connsiteX3" fmla="*/ 120540 w 167241"/>
                            <a:gd name="connsiteY3" fmla="*/ 39607 h 142975"/>
                            <a:gd name="connsiteX4" fmla="*/ 150130 w 167241"/>
                            <a:gd name="connsiteY4" fmla="*/ 85700 h 142975"/>
                            <a:gd name="connsiteX5" fmla="*/ 154996 w 167241"/>
                            <a:gd name="connsiteY5" fmla="*/ 142975 h 142975"/>
                            <a:gd name="connsiteX6" fmla="*/ 0 w 167241"/>
                            <a:gd name="connsiteY6" fmla="*/ 142975 h 14297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7241" h="142975">
                              <a:moveTo>
                                <a:pt x="0" y="142975"/>
                              </a:moveTo>
                              <a:lnTo>
                                <a:pt x="0" y="10453"/>
                              </a:lnTo>
                              <a:cubicBezTo>
                                <a:pt x="11925" y="-11396"/>
                                <a:pt x="56221" y="7023"/>
                                <a:pt x="71549" y="11882"/>
                              </a:cubicBezTo>
                              <a:cubicBezTo>
                                <a:pt x="86877" y="16741"/>
                                <a:pt x="107443" y="27304"/>
                                <a:pt x="120540" y="39607"/>
                              </a:cubicBezTo>
                              <a:cubicBezTo>
                                <a:pt x="133637" y="51910"/>
                                <a:pt x="139625" y="63710"/>
                                <a:pt x="150130" y="85700"/>
                              </a:cubicBezTo>
                              <a:cubicBezTo>
                                <a:pt x="160635" y="107690"/>
                                <a:pt x="180018" y="133429"/>
                                <a:pt x="154996" y="142975"/>
                              </a:cubicBezTo>
                              <a:lnTo>
                                <a:pt x="0" y="142975"/>
                              </a:lnTo>
                              <a:close/>
                            </a:path>
                          </a:pathLst>
                        </a:custGeom>
                        <a:noFill/>
                        <a:ln w="127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70" name="Isosceles Triangle 10">
                          <a:extLst>
                            <a:ext uri="{FF2B5EF4-FFF2-40B4-BE49-F238E27FC236}">
                              <a16:creationId xmlns:a16="http://schemas.microsoft.com/office/drawing/2014/main" id="{E0EC9D63-D364-F6E5-27F1-E6C5DD29108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V="1">
                          <a:off x="5716775" y="3460748"/>
                          <a:ext cx="248778" cy="257982"/>
                        </a:xfrm>
                        <a:custGeom>
                          <a:avLst/>
                          <a:gdLst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54996 w 154996"/>
                            <a:gd name="connsiteY2" fmla="*/ 132522 h 132522"/>
                            <a:gd name="connsiteX3" fmla="*/ 0 w 154996"/>
                            <a:gd name="connsiteY3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56930 w 154996"/>
                            <a:gd name="connsiteY2" fmla="*/ 45057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12589 w 154996"/>
                            <a:gd name="connsiteY2" fmla="*/ 18553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60273"/>
                            <a:gd name="connsiteY0" fmla="*/ 141085 h 141085"/>
                            <a:gd name="connsiteX1" fmla="*/ 0 w 160273"/>
                            <a:gd name="connsiteY1" fmla="*/ 8563 h 141085"/>
                            <a:gd name="connsiteX2" fmla="*/ 112589 w 160273"/>
                            <a:gd name="connsiteY2" fmla="*/ 27116 h 141085"/>
                            <a:gd name="connsiteX3" fmla="*/ 154996 w 160273"/>
                            <a:gd name="connsiteY3" fmla="*/ 141085 h 141085"/>
                            <a:gd name="connsiteX4" fmla="*/ 0 w 160273"/>
                            <a:gd name="connsiteY4" fmla="*/ 141085 h 141085"/>
                            <a:gd name="connsiteX0" fmla="*/ 0 w 158940"/>
                            <a:gd name="connsiteY0" fmla="*/ 138889 h 138889"/>
                            <a:gd name="connsiteX1" fmla="*/ 0 w 158940"/>
                            <a:gd name="connsiteY1" fmla="*/ 6367 h 138889"/>
                            <a:gd name="connsiteX2" fmla="*/ 112589 w 158940"/>
                            <a:gd name="connsiteY2" fmla="*/ 24920 h 138889"/>
                            <a:gd name="connsiteX3" fmla="*/ 154996 w 158940"/>
                            <a:gd name="connsiteY3" fmla="*/ 138889 h 138889"/>
                            <a:gd name="connsiteX4" fmla="*/ 0 w 158940"/>
                            <a:gd name="connsiteY4" fmla="*/ 138889 h 138889"/>
                            <a:gd name="connsiteX0" fmla="*/ 0 w 159464"/>
                            <a:gd name="connsiteY0" fmla="*/ 137644 h 137644"/>
                            <a:gd name="connsiteX1" fmla="*/ 0 w 159464"/>
                            <a:gd name="connsiteY1" fmla="*/ 5122 h 137644"/>
                            <a:gd name="connsiteX2" fmla="*/ 120540 w 159464"/>
                            <a:gd name="connsiteY2" fmla="*/ 34276 h 137644"/>
                            <a:gd name="connsiteX3" fmla="*/ 154996 w 159464"/>
                            <a:gd name="connsiteY3" fmla="*/ 137644 h 137644"/>
                            <a:gd name="connsiteX4" fmla="*/ 0 w 159464"/>
                            <a:gd name="connsiteY4" fmla="*/ 137644 h 137644"/>
                            <a:gd name="connsiteX0" fmla="*/ 0 w 159976"/>
                            <a:gd name="connsiteY0" fmla="*/ 142975 h 142975"/>
                            <a:gd name="connsiteX1" fmla="*/ 0 w 159976"/>
                            <a:gd name="connsiteY1" fmla="*/ 10453 h 142975"/>
                            <a:gd name="connsiteX2" fmla="*/ 71549 w 159976"/>
                            <a:gd name="connsiteY2" fmla="*/ 11882 h 142975"/>
                            <a:gd name="connsiteX3" fmla="*/ 120540 w 159976"/>
                            <a:gd name="connsiteY3" fmla="*/ 39607 h 142975"/>
                            <a:gd name="connsiteX4" fmla="*/ 154996 w 159976"/>
                            <a:gd name="connsiteY4" fmla="*/ 142975 h 142975"/>
                            <a:gd name="connsiteX5" fmla="*/ 0 w 159976"/>
                            <a:gd name="connsiteY5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7850"/>
                            <a:gd name="connsiteY0" fmla="*/ 142975 h 142975"/>
                            <a:gd name="connsiteX1" fmla="*/ 0 w 167850"/>
                            <a:gd name="connsiteY1" fmla="*/ 10453 h 142975"/>
                            <a:gd name="connsiteX2" fmla="*/ 71549 w 167850"/>
                            <a:gd name="connsiteY2" fmla="*/ 11882 h 142975"/>
                            <a:gd name="connsiteX3" fmla="*/ 120540 w 167850"/>
                            <a:gd name="connsiteY3" fmla="*/ 39607 h 142975"/>
                            <a:gd name="connsiteX4" fmla="*/ 150130 w 167850"/>
                            <a:gd name="connsiteY4" fmla="*/ 85700 h 142975"/>
                            <a:gd name="connsiteX5" fmla="*/ 154996 w 167850"/>
                            <a:gd name="connsiteY5" fmla="*/ 142975 h 142975"/>
                            <a:gd name="connsiteX6" fmla="*/ 0 w 167850"/>
                            <a:gd name="connsiteY6" fmla="*/ 142975 h 142975"/>
                            <a:gd name="connsiteX0" fmla="*/ 0 w 167241"/>
                            <a:gd name="connsiteY0" fmla="*/ 142975 h 142975"/>
                            <a:gd name="connsiteX1" fmla="*/ 0 w 167241"/>
                            <a:gd name="connsiteY1" fmla="*/ 10453 h 142975"/>
                            <a:gd name="connsiteX2" fmla="*/ 71549 w 167241"/>
                            <a:gd name="connsiteY2" fmla="*/ 11882 h 142975"/>
                            <a:gd name="connsiteX3" fmla="*/ 120540 w 167241"/>
                            <a:gd name="connsiteY3" fmla="*/ 39607 h 142975"/>
                            <a:gd name="connsiteX4" fmla="*/ 150130 w 167241"/>
                            <a:gd name="connsiteY4" fmla="*/ 85700 h 142975"/>
                            <a:gd name="connsiteX5" fmla="*/ 154996 w 167241"/>
                            <a:gd name="connsiteY5" fmla="*/ 142975 h 142975"/>
                            <a:gd name="connsiteX6" fmla="*/ 0 w 167241"/>
                            <a:gd name="connsiteY6" fmla="*/ 142975 h 14297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7241" h="142975">
                              <a:moveTo>
                                <a:pt x="0" y="142975"/>
                              </a:moveTo>
                              <a:lnTo>
                                <a:pt x="0" y="10453"/>
                              </a:lnTo>
                              <a:cubicBezTo>
                                <a:pt x="11925" y="-11396"/>
                                <a:pt x="56221" y="7023"/>
                                <a:pt x="71549" y="11882"/>
                              </a:cubicBezTo>
                              <a:cubicBezTo>
                                <a:pt x="86877" y="16741"/>
                                <a:pt x="107443" y="27304"/>
                                <a:pt x="120540" y="39607"/>
                              </a:cubicBezTo>
                              <a:cubicBezTo>
                                <a:pt x="133637" y="51910"/>
                                <a:pt x="139625" y="63710"/>
                                <a:pt x="150130" y="85700"/>
                              </a:cubicBezTo>
                              <a:cubicBezTo>
                                <a:pt x="160635" y="107690"/>
                                <a:pt x="180018" y="133429"/>
                                <a:pt x="154996" y="142975"/>
                              </a:cubicBezTo>
                              <a:lnTo>
                                <a:pt x="0" y="142975"/>
                              </a:lnTo>
                              <a:close/>
                            </a:path>
                          </a:pathLst>
                        </a:custGeom>
                        <a:noFill/>
                        <a:ln w="127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71" name="Rectangle 70">
                          <a:extLst>
                            <a:ext uri="{FF2B5EF4-FFF2-40B4-BE49-F238E27FC236}">
                              <a16:creationId xmlns:a16="http://schemas.microsoft.com/office/drawing/2014/main" id="{2B146761-0E99-CCB7-73B4-81C4D75BFD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21937" y="3387928"/>
                          <a:ext cx="488334" cy="8214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sp>
                  <p:nvSpPr>
                    <p:cNvPr id="87" name="Rectangle 86">
                      <a:extLst>
                        <a:ext uri="{FF2B5EF4-FFF2-40B4-BE49-F238E27FC236}">
                          <a16:creationId xmlns:a16="http://schemas.microsoft.com/office/drawing/2014/main" id="{55FCB798-F175-4E3C-879B-0C9CAE539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6999" y="4049227"/>
                      <a:ext cx="610427" cy="849860"/>
                    </a:xfrm>
                    <a:custGeom>
                      <a:avLst/>
                      <a:gdLst>
                        <a:gd name="connsiteX0" fmla="*/ 0 w 610427"/>
                        <a:gd name="connsiteY0" fmla="*/ 0 h 374634"/>
                        <a:gd name="connsiteX1" fmla="*/ 610427 w 610427"/>
                        <a:gd name="connsiteY1" fmla="*/ 0 h 374634"/>
                        <a:gd name="connsiteX2" fmla="*/ 610427 w 610427"/>
                        <a:gd name="connsiteY2" fmla="*/ 374634 h 374634"/>
                        <a:gd name="connsiteX3" fmla="*/ 0 w 610427"/>
                        <a:gd name="connsiteY3" fmla="*/ 374634 h 374634"/>
                        <a:gd name="connsiteX4" fmla="*/ 0 w 610427"/>
                        <a:gd name="connsiteY4" fmla="*/ 0 h 374634"/>
                        <a:gd name="connsiteX0" fmla="*/ 0 w 610427"/>
                        <a:gd name="connsiteY0" fmla="*/ 475226 h 849860"/>
                        <a:gd name="connsiteX1" fmla="*/ 610427 w 610427"/>
                        <a:gd name="connsiteY1" fmla="*/ 0 h 849860"/>
                        <a:gd name="connsiteX2" fmla="*/ 610427 w 610427"/>
                        <a:gd name="connsiteY2" fmla="*/ 849860 h 849860"/>
                        <a:gd name="connsiteX3" fmla="*/ 0 w 610427"/>
                        <a:gd name="connsiteY3" fmla="*/ 849860 h 849860"/>
                        <a:gd name="connsiteX4" fmla="*/ 0 w 610427"/>
                        <a:gd name="connsiteY4" fmla="*/ 475226 h 849860"/>
                        <a:gd name="connsiteX0" fmla="*/ 0 w 610427"/>
                        <a:gd name="connsiteY0" fmla="*/ 475226 h 849860"/>
                        <a:gd name="connsiteX1" fmla="*/ 321672 w 610427"/>
                        <a:gd name="connsiteY1" fmla="*/ 224528 h 849860"/>
                        <a:gd name="connsiteX2" fmla="*/ 610427 w 610427"/>
                        <a:gd name="connsiteY2" fmla="*/ 0 h 849860"/>
                        <a:gd name="connsiteX3" fmla="*/ 610427 w 610427"/>
                        <a:gd name="connsiteY3" fmla="*/ 849860 h 849860"/>
                        <a:gd name="connsiteX4" fmla="*/ 0 w 610427"/>
                        <a:gd name="connsiteY4" fmla="*/ 849860 h 849860"/>
                        <a:gd name="connsiteX5" fmla="*/ 0 w 610427"/>
                        <a:gd name="connsiteY5" fmla="*/ 475226 h 849860"/>
                        <a:gd name="connsiteX0" fmla="*/ 0 w 610427"/>
                        <a:gd name="connsiteY0" fmla="*/ 475226 h 849860"/>
                        <a:gd name="connsiteX1" fmla="*/ 177465 w 610427"/>
                        <a:gd name="connsiteY1" fmla="*/ 4941 h 849860"/>
                        <a:gd name="connsiteX2" fmla="*/ 610427 w 610427"/>
                        <a:gd name="connsiteY2" fmla="*/ 0 h 849860"/>
                        <a:gd name="connsiteX3" fmla="*/ 610427 w 610427"/>
                        <a:gd name="connsiteY3" fmla="*/ 849860 h 849860"/>
                        <a:gd name="connsiteX4" fmla="*/ 0 w 610427"/>
                        <a:gd name="connsiteY4" fmla="*/ 849860 h 849860"/>
                        <a:gd name="connsiteX5" fmla="*/ 0 w 610427"/>
                        <a:gd name="connsiteY5" fmla="*/ 475226 h 849860"/>
                        <a:gd name="connsiteX0" fmla="*/ 0 w 610427"/>
                        <a:gd name="connsiteY0" fmla="*/ 475226 h 849860"/>
                        <a:gd name="connsiteX1" fmla="*/ 72588 w 610427"/>
                        <a:gd name="connsiteY1" fmla="*/ 283521 h 849860"/>
                        <a:gd name="connsiteX2" fmla="*/ 177465 w 610427"/>
                        <a:gd name="connsiteY2" fmla="*/ 4941 h 849860"/>
                        <a:gd name="connsiteX3" fmla="*/ 610427 w 610427"/>
                        <a:gd name="connsiteY3" fmla="*/ 0 h 849860"/>
                        <a:gd name="connsiteX4" fmla="*/ 610427 w 610427"/>
                        <a:gd name="connsiteY4" fmla="*/ 849860 h 849860"/>
                        <a:gd name="connsiteX5" fmla="*/ 0 w 610427"/>
                        <a:gd name="connsiteY5" fmla="*/ 849860 h 849860"/>
                        <a:gd name="connsiteX6" fmla="*/ 0 w 610427"/>
                        <a:gd name="connsiteY6" fmla="*/ 475226 h 849860"/>
                        <a:gd name="connsiteX0" fmla="*/ 0 w 610427"/>
                        <a:gd name="connsiteY0" fmla="*/ 475226 h 849860"/>
                        <a:gd name="connsiteX1" fmla="*/ 226626 w 610427"/>
                        <a:gd name="connsiteY1" fmla="*/ 473612 h 849860"/>
                        <a:gd name="connsiteX2" fmla="*/ 177465 w 610427"/>
                        <a:gd name="connsiteY2" fmla="*/ 4941 h 849860"/>
                        <a:gd name="connsiteX3" fmla="*/ 610427 w 610427"/>
                        <a:gd name="connsiteY3" fmla="*/ 0 h 849860"/>
                        <a:gd name="connsiteX4" fmla="*/ 610427 w 610427"/>
                        <a:gd name="connsiteY4" fmla="*/ 849860 h 849860"/>
                        <a:gd name="connsiteX5" fmla="*/ 0 w 610427"/>
                        <a:gd name="connsiteY5" fmla="*/ 849860 h 849860"/>
                        <a:gd name="connsiteX6" fmla="*/ 0 w 610427"/>
                        <a:gd name="connsiteY6" fmla="*/ 475226 h 849860"/>
                        <a:gd name="connsiteX0" fmla="*/ 0 w 610427"/>
                        <a:gd name="connsiteY0" fmla="*/ 475226 h 849860"/>
                        <a:gd name="connsiteX1" fmla="*/ 226626 w 610427"/>
                        <a:gd name="connsiteY1" fmla="*/ 473612 h 849860"/>
                        <a:gd name="connsiteX2" fmla="*/ 223348 w 610427"/>
                        <a:gd name="connsiteY2" fmla="*/ 8219 h 849860"/>
                        <a:gd name="connsiteX3" fmla="*/ 610427 w 610427"/>
                        <a:gd name="connsiteY3" fmla="*/ 0 h 849860"/>
                        <a:gd name="connsiteX4" fmla="*/ 610427 w 610427"/>
                        <a:gd name="connsiteY4" fmla="*/ 849860 h 849860"/>
                        <a:gd name="connsiteX5" fmla="*/ 0 w 610427"/>
                        <a:gd name="connsiteY5" fmla="*/ 849860 h 849860"/>
                        <a:gd name="connsiteX6" fmla="*/ 0 w 610427"/>
                        <a:gd name="connsiteY6" fmla="*/ 475226 h 8498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10427" h="849860">
                          <a:moveTo>
                            <a:pt x="0" y="475226"/>
                          </a:moveTo>
                          <a:lnTo>
                            <a:pt x="226626" y="473612"/>
                          </a:lnTo>
                          <a:cubicBezTo>
                            <a:pt x="225533" y="318481"/>
                            <a:pt x="224441" y="163350"/>
                            <a:pt x="223348" y="8219"/>
                          </a:cubicBezTo>
                          <a:lnTo>
                            <a:pt x="610427" y="0"/>
                          </a:lnTo>
                          <a:lnTo>
                            <a:pt x="610427" y="849860"/>
                          </a:lnTo>
                          <a:lnTo>
                            <a:pt x="0" y="849860"/>
                          </a:lnTo>
                          <a:lnTo>
                            <a:pt x="0" y="475226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50000">
                          <a:schemeClr val="bg1"/>
                        </a:gs>
                        <a:gs pos="100000">
                          <a:schemeClr val="bg2">
                            <a:lumMod val="50000"/>
                          </a:schemeClr>
                        </a:gs>
                      </a:gsLst>
                      <a:lin ang="8100000" scaled="1"/>
                      <a:tileRect/>
                    </a:gradFill>
                    <a:ln w="190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00" name="Rectangle 99">
                    <a:extLst>
                      <a:ext uri="{FF2B5EF4-FFF2-40B4-BE49-F238E27FC236}">
                        <a16:creationId xmlns:a16="http://schemas.microsoft.com/office/drawing/2014/main" id="{F56D6AF3-BB2F-A5D9-8006-ECCB8BD97839}"/>
                      </a:ext>
                    </a:extLst>
                  </p:cNvPr>
                  <p:cNvSpPr/>
                  <p:nvPr/>
                </p:nvSpPr>
                <p:spPr>
                  <a:xfrm>
                    <a:off x="5405277" y="3656974"/>
                    <a:ext cx="1162150" cy="830997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>
                    <a:spAutoFit/>
                  </a:bodyPr>
                  <a:lstStyle/>
                  <a:p>
                    <a:pPr algn="ctr"/>
                    <a:r>
                      <a:rPr lang="en-US" sz="24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a:t>Central Passage</a:t>
                    </a:r>
                  </a:p>
                </p:txBody>
              </p:sp>
            </p:grpSp>
          </p:grpSp>
          <p:grpSp>
            <p:nvGrpSpPr>
              <p:cNvPr id="390" name="Group 389">
                <a:extLst>
                  <a:ext uri="{FF2B5EF4-FFF2-40B4-BE49-F238E27FC236}">
                    <a16:creationId xmlns:a16="http://schemas.microsoft.com/office/drawing/2014/main" id="{9B523B68-B104-B60D-7BDB-29AD2E154D82}"/>
                  </a:ext>
                </a:extLst>
              </p:cNvPr>
              <p:cNvGrpSpPr/>
              <p:nvPr/>
            </p:nvGrpSpPr>
            <p:grpSpPr>
              <a:xfrm rot="16200000">
                <a:off x="4983130" y="3601338"/>
                <a:ext cx="239556" cy="295938"/>
                <a:chOff x="9076361" y="2963878"/>
                <a:chExt cx="239556" cy="295938"/>
              </a:xfrm>
            </p:grpSpPr>
            <p:sp>
              <p:nvSpPr>
                <p:cNvPr id="391" name="Isosceles Triangle 10">
                  <a:extLst>
                    <a:ext uri="{FF2B5EF4-FFF2-40B4-BE49-F238E27FC236}">
                      <a16:creationId xmlns:a16="http://schemas.microsoft.com/office/drawing/2014/main" id="{B68853B6-DF04-E5F4-5344-2DEFD39B2687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2" name="Rectangle 391">
                  <a:extLst>
                    <a:ext uri="{FF2B5EF4-FFF2-40B4-BE49-F238E27FC236}">
                      <a16:creationId xmlns:a16="http://schemas.microsoft.com/office/drawing/2014/main" id="{254742D6-DBF0-0855-CFB9-1B1400E50706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94C2B575-EBF6-641A-0CB7-01C2550D77A6}"/>
                </a:ext>
              </a:extLst>
            </p:cNvPr>
            <p:cNvSpPr/>
            <p:nvPr/>
          </p:nvSpPr>
          <p:spPr>
            <a:xfrm>
              <a:off x="6950024" y="3533760"/>
              <a:ext cx="66389" cy="255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Isosceles Triangle 10">
            <a:extLst>
              <a:ext uri="{FF2B5EF4-FFF2-40B4-BE49-F238E27FC236}">
                <a16:creationId xmlns:a16="http://schemas.microsoft.com/office/drawing/2014/main" id="{035CAABA-CF82-A165-830F-932EC1B0E436}"/>
              </a:ext>
            </a:extLst>
          </p:cNvPr>
          <p:cNvSpPr/>
          <p:nvPr/>
        </p:nvSpPr>
        <p:spPr>
          <a:xfrm rot="10800000" flipH="1" flipV="1">
            <a:off x="3732978" y="4049829"/>
            <a:ext cx="239556" cy="257980"/>
          </a:xfrm>
          <a:custGeom>
            <a:avLst/>
            <a:gdLst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54996 w 154996"/>
              <a:gd name="connsiteY2" fmla="*/ 132522 h 132522"/>
              <a:gd name="connsiteX3" fmla="*/ 0 w 154996"/>
              <a:gd name="connsiteY3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56930 w 154996"/>
              <a:gd name="connsiteY2" fmla="*/ 45057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12589 w 154996"/>
              <a:gd name="connsiteY2" fmla="*/ 18553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60273"/>
              <a:gd name="connsiteY0" fmla="*/ 141085 h 141085"/>
              <a:gd name="connsiteX1" fmla="*/ 0 w 160273"/>
              <a:gd name="connsiteY1" fmla="*/ 8563 h 141085"/>
              <a:gd name="connsiteX2" fmla="*/ 112589 w 160273"/>
              <a:gd name="connsiteY2" fmla="*/ 27116 h 141085"/>
              <a:gd name="connsiteX3" fmla="*/ 154996 w 160273"/>
              <a:gd name="connsiteY3" fmla="*/ 141085 h 141085"/>
              <a:gd name="connsiteX4" fmla="*/ 0 w 160273"/>
              <a:gd name="connsiteY4" fmla="*/ 141085 h 141085"/>
              <a:gd name="connsiteX0" fmla="*/ 0 w 158940"/>
              <a:gd name="connsiteY0" fmla="*/ 138889 h 138889"/>
              <a:gd name="connsiteX1" fmla="*/ 0 w 158940"/>
              <a:gd name="connsiteY1" fmla="*/ 6367 h 138889"/>
              <a:gd name="connsiteX2" fmla="*/ 112589 w 158940"/>
              <a:gd name="connsiteY2" fmla="*/ 24920 h 138889"/>
              <a:gd name="connsiteX3" fmla="*/ 154996 w 158940"/>
              <a:gd name="connsiteY3" fmla="*/ 138889 h 138889"/>
              <a:gd name="connsiteX4" fmla="*/ 0 w 158940"/>
              <a:gd name="connsiteY4" fmla="*/ 138889 h 138889"/>
              <a:gd name="connsiteX0" fmla="*/ 0 w 159464"/>
              <a:gd name="connsiteY0" fmla="*/ 137644 h 137644"/>
              <a:gd name="connsiteX1" fmla="*/ 0 w 159464"/>
              <a:gd name="connsiteY1" fmla="*/ 5122 h 137644"/>
              <a:gd name="connsiteX2" fmla="*/ 120540 w 159464"/>
              <a:gd name="connsiteY2" fmla="*/ 34276 h 137644"/>
              <a:gd name="connsiteX3" fmla="*/ 154996 w 159464"/>
              <a:gd name="connsiteY3" fmla="*/ 137644 h 137644"/>
              <a:gd name="connsiteX4" fmla="*/ 0 w 159464"/>
              <a:gd name="connsiteY4" fmla="*/ 137644 h 137644"/>
              <a:gd name="connsiteX0" fmla="*/ 0 w 159976"/>
              <a:gd name="connsiteY0" fmla="*/ 142975 h 142975"/>
              <a:gd name="connsiteX1" fmla="*/ 0 w 159976"/>
              <a:gd name="connsiteY1" fmla="*/ 10453 h 142975"/>
              <a:gd name="connsiteX2" fmla="*/ 71549 w 159976"/>
              <a:gd name="connsiteY2" fmla="*/ 11882 h 142975"/>
              <a:gd name="connsiteX3" fmla="*/ 120540 w 159976"/>
              <a:gd name="connsiteY3" fmla="*/ 39607 h 142975"/>
              <a:gd name="connsiteX4" fmla="*/ 154996 w 159976"/>
              <a:gd name="connsiteY4" fmla="*/ 142975 h 142975"/>
              <a:gd name="connsiteX5" fmla="*/ 0 w 159976"/>
              <a:gd name="connsiteY5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7850"/>
              <a:gd name="connsiteY0" fmla="*/ 142975 h 142975"/>
              <a:gd name="connsiteX1" fmla="*/ 0 w 167850"/>
              <a:gd name="connsiteY1" fmla="*/ 10453 h 142975"/>
              <a:gd name="connsiteX2" fmla="*/ 71549 w 167850"/>
              <a:gd name="connsiteY2" fmla="*/ 11882 h 142975"/>
              <a:gd name="connsiteX3" fmla="*/ 120540 w 167850"/>
              <a:gd name="connsiteY3" fmla="*/ 39607 h 142975"/>
              <a:gd name="connsiteX4" fmla="*/ 150130 w 167850"/>
              <a:gd name="connsiteY4" fmla="*/ 85700 h 142975"/>
              <a:gd name="connsiteX5" fmla="*/ 154996 w 167850"/>
              <a:gd name="connsiteY5" fmla="*/ 142975 h 142975"/>
              <a:gd name="connsiteX6" fmla="*/ 0 w 167850"/>
              <a:gd name="connsiteY6" fmla="*/ 142975 h 142975"/>
              <a:gd name="connsiteX0" fmla="*/ 0 w 167241"/>
              <a:gd name="connsiteY0" fmla="*/ 142975 h 142975"/>
              <a:gd name="connsiteX1" fmla="*/ 0 w 167241"/>
              <a:gd name="connsiteY1" fmla="*/ 10453 h 142975"/>
              <a:gd name="connsiteX2" fmla="*/ 71549 w 167241"/>
              <a:gd name="connsiteY2" fmla="*/ 11882 h 142975"/>
              <a:gd name="connsiteX3" fmla="*/ 120540 w 167241"/>
              <a:gd name="connsiteY3" fmla="*/ 39607 h 142975"/>
              <a:gd name="connsiteX4" fmla="*/ 150130 w 167241"/>
              <a:gd name="connsiteY4" fmla="*/ 85700 h 142975"/>
              <a:gd name="connsiteX5" fmla="*/ 154996 w 167241"/>
              <a:gd name="connsiteY5" fmla="*/ 142975 h 142975"/>
              <a:gd name="connsiteX6" fmla="*/ 0 w 167241"/>
              <a:gd name="connsiteY6" fmla="*/ 142975 h 1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241" h="142975">
                <a:moveTo>
                  <a:pt x="0" y="142975"/>
                </a:moveTo>
                <a:lnTo>
                  <a:pt x="0" y="10453"/>
                </a:lnTo>
                <a:cubicBezTo>
                  <a:pt x="11925" y="-11396"/>
                  <a:pt x="56221" y="7023"/>
                  <a:pt x="71549" y="11882"/>
                </a:cubicBezTo>
                <a:cubicBezTo>
                  <a:pt x="86877" y="16741"/>
                  <a:pt x="107443" y="27304"/>
                  <a:pt x="120540" y="39607"/>
                </a:cubicBezTo>
                <a:cubicBezTo>
                  <a:pt x="133637" y="51910"/>
                  <a:pt x="139625" y="63710"/>
                  <a:pt x="150130" y="85700"/>
                </a:cubicBezTo>
                <a:cubicBezTo>
                  <a:pt x="160635" y="107690"/>
                  <a:pt x="180018" y="133429"/>
                  <a:pt x="154996" y="142975"/>
                </a:cubicBezTo>
                <a:lnTo>
                  <a:pt x="0" y="142975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C7FE4E6-703E-4856-4F71-699F84160BED}"/>
              </a:ext>
            </a:extLst>
          </p:cNvPr>
          <p:cNvSpPr/>
          <p:nvPr/>
        </p:nvSpPr>
        <p:spPr>
          <a:xfrm>
            <a:off x="4363564" y="2846522"/>
            <a:ext cx="71203" cy="20178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363083-52E9-D55E-ADEC-BF3C8496FD6D}"/>
              </a:ext>
            </a:extLst>
          </p:cNvPr>
          <p:cNvSpPr/>
          <p:nvPr/>
        </p:nvSpPr>
        <p:spPr>
          <a:xfrm rot="16200000">
            <a:off x="3807469" y="4206826"/>
            <a:ext cx="104493" cy="22564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3BAC42-5F97-91A8-17A3-69FF5BAC421B}"/>
              </a:ext>
            </a:extLst>
          </p:cNvPr>
          <p:cNvSpPr/>
          <p:nvPr/>
        </p:nvSpPr>
        <p:spPr>
          <a:xfrm rot="16200000">
            <a:off x="4626666" y="4142644"/>
            <a:ext cx="99036" cy="30990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58EA06E-A0AE-C042-D777-26AE5BE18FA1}"/>
              </a:ext>
            </a:extLst>
          </p:cNvPr>
          <p:cNvSpPr/>
          <p:nvPr/>
        </p:nvSpPr>
        <p:spPr>
          <a:xfrm rot="16200000">
            <a:off x="4631823" y="2607894"/>
            <a:ext cx="99038" cy="27001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39C93D-BB1D-9B6A-1AE0-B879EC8EE746}"/>
              </a:ext>
            </a:extLst>
          </p:cNvPr>
          <p:cNvSpPr/>
          <p:nvPr/>
        </p:nvSpPr>
        <p:spPr>
          <a:xfrm rot="16200000">
            <a:off x="5925418" y="3235248"/>
            <a:ext cx="134695" cy="45242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FAF35E3-96A9-707E-77D5-377CBD8631C9}"/>
              </a:ext>
            </a:extLst>
          </p:cNvPr>
          <p:cNvSpPr/>
          <p:nvPr/>
        </p:nvSpPr>
        <p:spPr>
          <a:xfrm>
            <a:off x="5507165" y="5400136"/>
            <a:ext cx="61254" cy="20283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5A5C5B3-5CE6-953B-2FBE-93A8D8C31152}"/>
              </a:ext>
            </a:extLst>
          </p:cNvPr>
          <p:cNvSpPr/>
          <p:nvPr/>
        </p:nvSpPr>
        <p:spPr>
          <a:xfrm>
            <a:off x="6393256" y="5390438"/>
            <a:ext cx="61254" cy="20283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1C332-0254-D7C8-5A52-77D69951E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FD2DF1E5-B3F2-8F9D-B946-AA5CB4807A9A}"/>
              </a:ext>
            </a:extLst>
          </p:cNvPr>
          <p:cNvGrpSpPr/>
          <p:nvPr/>
        </p:nvGrpSpPr>
        <p:grpSpPr>
          <a:xfrm>
            <a:off x="2309811" y="4610707"/>
            <a:ext cx="7334373" cy="666239"/>
            <a:chOff x="1522645" y="2315044"/>
            <a:chExt cx="7334373" cy="666239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11E35A2-FC54-4637-744E-1A644799F7A4}"/>
                </a:ext>
              </a:extLst>
            </p:cNvPr>
            <p:cNvGrpSpPr/>
            <p:nvPr/>
          </p:nvGrpSpPr>
          <p:grpSpPr>
            <a:xfrm>
              <a:off x="1522645" y="2315044"/>
              <a:ext cx="7334373" cy="666239"/>
              <a:chOff x="2394861" y="4931164"/>
              <a:chExt cx="7334373" cy="66623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B5CCC85-531B-4873-5C4C-1EB71A6FAFE5}"/>
                  </a:ext>
                </a:extLst>
              </p:cNvPr>
              <p:cNvSpPr/>
              <p:nvPr/>
            </p:nvSpPr>
            <p:spPr>
              <a:xfrm>
                <a:off x="2414040" y="4931164"/>
                <a:ext cx="7315194" cy="66623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C6E04077-8642-63AE-26D1-7BF644858C7F}"/>
                  </a:ext>
                </a:extLst>
              </p:cNvPr>
              <p:cNvGrpSpPr/>
              <p:nvPr/>
            </p:nvGrpSpPr>
            <p:grpSpPr>
              <a:xfrm rot="16200000">
                <a:off x="2423052" y="5148921"/>
                <a:ext cx="239556" cy="295938"/>
                <a:chOff x="9076361" y="2963878"/>
                <a:chExt cx="239556" cy="295938"/>
              </a:xfrm>
            </p:grpSpPr>
            <p:sp>
              <p:nvSpPr>
                <p:cNvPr id="47" name="Isosceles Triangle 10">
                  <a:extLst>
                    <a:ext uri="{FF2B5EF4-FFF2-40B4-BE49-F238E27FC236}">
                      <a16:creationId xmlns:a16="http://schemas.microsoft.com/office/drawing/2014/main" id="{B63EC54D-B113-4416-E79F-D033CF0AED8F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3A1FF668-002D-FDAF-27B8-C890002D3770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E38F605-A195-2759-2EFF-2C53FB93F228}"/>
                  </a:ext>
                </a:extLst>
              </p:cNvPr>
              <p:cNvSpPr/>
              <p:nvPr/>
            </p:nvSpPr>
            <p:spPr>
              <a:xfrm>
                <a:off x="3173375" y="4952844"/>
                <a:ext cx="1372279" cy="20495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5000"/>
                      <a:lumOff val="9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  <a:gs pos="79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649E5BE-BF1C-5C88-72C8-885B3F2C0809}"/>
                </a:ext>
              </a:extLst>
            </p:cNvPr>
            <p:cNvSpPr/>
            <p:nvPr/>
          </p:nvSpPr>
          <p:spPr>
            <a:xfrm>
              <a:off x="4311905" y="2392361"/>
              <a:ext cx="2969952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Servant’s Passage</a:t>
              </a:r>
              <a:endPara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48611351-781E-62AA-5BBE-6992FC6F5233}"/>
              </a:ext>
            </a:extLst>
          </p:cNvPr>
          <p:cNvSpPr/>
          <p:nvPr/>
        </p:nvSpPr>
        <p:spPr>
          <a:xfrm>
            <a:off x="-565430" y="5792713"/>
            <a:ext cx="456404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Basement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B795EB0-287B-21BC-8984-ED23E9FA8148}"/>
              </a:ext>
            </a:extLst>
          </p:cNvPr>
          <p:cNvGrpSpPr/>
          <p:nvPr/>
        </p:nvGrpSpPr>
        <p:grpSpPr>
          <a:xfrm>
            <a:off x="2187376" y="3248092"/>
            <a:ext cx="2182644" cy="1384783"/>
            <a:chOff x="1929667" y="1993528"/>
            <a:chExt cx="2182644" cy="138478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342AFC-F4BF-2169-0EAB-DC6667D5CC67}"/>
                </a:ext>
              </a:extLst>
            </p:cNvPr>
            <p:cNvSpPr/>
            <p:nvPr/>
          </p:nvSpPr>
          <p:spPr>
            <a:xfrm>
              <a:off x="2071281" y="1993528"/>
              <a:ext cx="2021589" cy="135416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FD5A160-4248-3AEC-91A6-A6F404C18326}"/>
                </a:ext>
              </a:extLst>
            </p:cNvPr>
            <p:cNvGrpSpPr/>
            <p:nvPr/>
          </p:nvGrpSpPr>
          <p:grpSpPr>
            <a:xfrm rot="5400000">
              <a:off x="3844564" y="2522640"/>
              <a:ext cx="239556" cy="295938"/>
              <a:chOff x="9076361" y="2963878"/>
              <a:chExt cx="239556" cy="295938"/>
            </a:xfrm>
          </p:grpSpPr>
          <p:sp>
            <p:nvSpPr>
              <p:cNvPr id="26" name="Isosceles Triangle 10">
                <a:extLst>
                  <a:ext uri="{FF2B5EF4-FFF2-40B4-BE49-F238E27FC236}">
                    <a16:creationId xmlns:a16="http://schemas.microsoft.com/office/drawing/2014/main" id="{E2F02E9F-A62A-FDE4-3B59-C3B9D7BC46CB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2C15208-3BD9-1EA4-DE41-5F7587E96160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FE4CD97-104D-1C09-F9D1-3924969899A2}"/>
                </a:ext>
              </a:extLst>
            </p:cNvPr>
            <p:cNvSpPr/>
            <p:nvPr/>
          </p:nvSpPr>
          <p:spPr>
            <a:xfrm>
              <a:off x="2433544" y="2259438"/>
              <a:ext cx="1344872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Old Kitchen</a:t>
              </a:r>
              <a:endPara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8247121-B66E-16EE-EEA9-1809357191FA}"/>
                </a:ext>
              </a:extLst>
            </p:cNvPr>
            <p:cNvSpPr/>
            <p:nvPr/>
          </p:nvSpPr>
          <p:spPr>
            <a:xfrm>
              <a:off x="1929667" y="2505556"/>
              <a:ext cx="219992" cy="30202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76F2409-5FDF-C54B-51FE-BBACB7B95F46}"/>
                </a:ext>
              </a:extLst>
            </p:cNvPr>
            <p:cNvSpPr/>
            <p:nvPr/>
          </p:nvSpPr>
          <p:spPr>
            <a:xfrm>
              <a:off x="2158746" y="2550831"/>
              <a:ext cx="45719" cy="2321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4B3675B-ACFD-A839-3AD7-06C695CE1B5D}"/>
                </a:ext>
              </a:extLst>
            </p:cNvPr>
            <p:cNvGrpSpPr/>
            <p:nvPr/>
          </p:nvGrpSpPr>
          <p:grpSpPr>
            <a:xfrm>
              <a:off x="2334833" y="3079925"/>
              <a:ext cx="465051" cy="298386"/>
              <a:chOff x="656321" y="2822285"/>
              <a:chExt cx="465051" cy="298386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D459E1C2-461D-179A-BB3A-1F56C4DFD7D1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295938"/>
                <a:chOff x="9076361" y="2963878"/>
                <a:chExt cx="239556" cy="295938"/>
              </a:xfrm>
            </p:grpSpPr>
            <p:sp>
              <p:nvSpPr>
                <p:cNvPr id="43" name="Isosceles Triangle 10">
                  <a:extLst>
                    <a:ext uri="{FF2B5EF4-FFF2-40B4-BE49-F238E27FC236}">
                      <a16:creationId xmlns:a16="http://schemas.microsoft.com/office/drawing/2014/main" id="{C1743E1D-C0D1-F2D3-4238-FAEEB40ABD4F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748BD1A9-FBF7-9BCF-B4B4-A76EB6A0174F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7D0E991A-A905-F474-4741-C7A8CC8BB6BE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295938"/>
                <a:chOff x="9076361" y="2963878"/>
                <a:chExt cx="239556" cy="295938"/>
              </a:xfrm>
            </p:grpSpPr>
            <p:sp>
              <p:nvSpPr>
                <p:cNvPr id="41" name="Isosceles Triangle 10">
                  <a:extLst>
                    <a:ext uri="{FF2B5EF4-FFF2-40B4-BE49-F238E27FC236}">
                      <a16:creationId xmlns:a16="http://schemas.microsoft.com/office/drawing/2014/main" id="{896F8339-CA93-B065-698E-5402FB09F11C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9838AC9-CF51-F3E3-58D3-F39DCF7CB5B0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6AAB1B1-0F40-DFFF-C2ED-FDB8B48C40EC}"/>
              </a:ext>
            </a:extLst>
          </p:cNvPr>
          <p:cNvGrpSpPr/>
          <p:nvPr/>
        </p:nvGrpSpPr>
        <p:grpSpPr>
          <a:xfrm>
            <a:off x="4311905" y="3242292"/>
            <a:ext cx="1053151" cy="1409085"/>
            <a:chOff x="4311905" y="3242292"/>
            <a:chExt cx="1053151" cy="140908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0A48461-5B16-5204-BBAB-3C8C0115C9EF}"/>
                </a:ext>
              </a:extLst>
            </p:cNvPr>
            <p:cNvSpPr/>
            <p:nvPr/>
          </p:nvSpPr>
          <p:spPr>
            <a:xfrm>
              <a:off x="4349306" y="3242292"/>
              <a:ext cx="1015750" cy="136593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97602B0-898E-3513-84D6-B4D2DEDA9BD5}"/>
                </a:ext>
              </a:extLst>
            </p:cNvPr>
            <p:cNvGrpSpPr/>
            <p:nvPr/>
          </p:nvGrpSpPr>
          <p:grpSpPr>
            <a:xfrm>
              <a:off x="4609325" y="4352991"/>
              <a:ext cx="465051" cy="298386"/>
              <a:chOff x="656321" y="2822285"/>
              <a:chExt cx="465051" cy="298386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FC987E9E-29BB-17FC-1740-06555DE339E1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295938"/>
                <a:chOff x="9076361" y="2963878"/>
                <a:chExt cx="239556" cy="295938"/>
              </a:xfrm>
            </p:grpSpPr>
            <p:sp>
              <p:nvSpPr>
                <p:cNvPr id="61" name="Isosceles Triangle 10">
                  <a:extLst>
                    <a:ext uri="{FF2B5EF4-FFF2-40B4-BE49-F238E27FC236}">
                      <a16:creationId xmlns:a16="http://schemas.microsoft.com/office/drawing/2014/main" id="{28EB5865-D398-5C9F-643C-EE1E47135502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72E6BB7A-C9E8-9366-5E57-E05C36F130FA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AF5AC704-307A-0295-E498-3D2BB80AE350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295938"/>
                <a:chOff x="9076361" y="2963878"/>
                <a:chExt cx="239556" cy="295938"/>
              </a:xfrm>
            </p:grpSpPr>
            <p:sp>
              <p:nvSpPr>
                <p:cNvPr id="59" name="Isosceles Triangle 10">
                  <a:extLst>
                    <a:ext uri="{FF2B5EF4-FFF2-40B4-BE49-F238E27FC236}">
                      <a16:creationId xmlns:a16="http://schemas.microsoft.com/office/drawing/2014/main" id="{EF000505-002F-168B-9C5B-D3DFC9B31AAF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C9E09096-2A81-16B6-39E7-A20DF2725782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D37FE53-2119-5A5F-743D-8D3A4AFCC6F8}"/>
                </a:ext>
              </a:extLst>
            </p:cNvPr>
            <p:cNvSpPr/>
            <p:nvPr/>
          </p:nvSpPr>
          <p:spPr>
            <a:xfrm>
              <a:off x="4311905" y="3475166"/>
              <a:ext cx="1048653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Root Cellar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07C368F-3D1C-80FB-CC05-1F2CCFC614AC}"/>
              </a:ext>
            </a:extLst>
          </p:cNvPr>
          <p:cNvGrpSpPr/>
          <p:nvPr/>
        </p:nvGrpSpPr>
        <p:grpSpPr>
          <a:xfrm>
            <a:off x="5184038" y="3247114"/>
            <a:ext cx="1048653" cy="1407308"/>
            <a:chOff x="5184038" y="3247114"/>
            <a:chExt cx="1048653" cy="14073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573EB38-BD70-8202-0D94-6E7630C1CE28}"/>
                </a:ext>
              </a:extLst>
            </p:cNvPr>
            <p:cNvSpPr/>
            <p:nvPr/>
          </p:nvSpPr>
          <p:spPr>
            <a:xfrm>
              <a:off x="5374353" y="3247114"/>
              <a:ext cx="669824" cy="136593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7A3508C-0B50-E535-B004-2C6345146734}"/>
                </a:ext>
              </a:extLst>
            </p:cNvPr>
            <p:cNvGrpSpPr/>
            <p:nvPr/>
          </p:nvGrpSpPr>
          <p:grpSpPr>
            <a:xfrm>
              <a:off x="5482871" y="4356036"/>
              <a:ext cx="465051" cy="298386"/>
              <a:chOff x="656321" y="2822285"/>
              <a:chExt cx="465051" cy="298386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9DDD296D-46BC-77AB-B0BC-D5CC725E5FAE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295938"/>
                <a:chOff x="9076361" y="2963878"/>
                <a:chExt cx="239556" cy="295938"/>
              </a:xfrm>
            </p:grpSpPr>
            <p:sp>
              <p:nvSpPr>
                <p:cNvPr id="70" name="Isosceles Triangle 10">
                  <a:extLst>
                    <a:ext uri="{FF2B5EF4-FFF2-40B4-BE49-F238E27FC236}">
                      <a16:creationId xmlns:a16="http://schemas.microsoft.com/office/drawing/2014/main" id="{D9C7A9F6-344C-7A9E-D985-E0B5391A33AB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4AD0AC78-33D9-1EDB-6C8C-3A5FC8859A63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35644EBF-C0E4-30B7-4952-75C1DDBC99A4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295938"/>
                <a:chOff x="9076361" y="2963878"/>
                <a:chExt cx="239556" cy="295938"/>
              </a:xfrm>
            </p:grpSpPr>
            <p:sp>
              <p:nvSpPr>
                <p:cNvPr id="68" name="Isosceles Triangle 10">
                  <a:extLst>
                    <a:ext uri="{FF2B5EF4-FFF2-40B4-BE49-F238E27FC236}">
                      <a16:creationId xmlns:a16="http://schemas.microsoft.com/office/drawing/2014/main" id="{E927F20C-97D0-2264-1E45-E4B0CA5C420B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3DE249BB-A4DD-7E9B-D409-4870BF14B64A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D9A28B4-8918-E093-1CB0-AD37A9A8A991}"/>
                </a:ext>
              </a:extLst>
            </p:cNvPr>
            <p:cNvSpPr/>
            <p:nvPr/>
          </p:nvSpPr>
          <p:spPr>
            <a:xfrm>
              <a:off x="5184038" y="3461219"/>
              <a:ext cx="1048653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Wine Cellar</a:t>
              </a:r>
              <a:endPara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A68F3BA-9D07-F2F6-044C-1D438A4334F0}"/>
              </a:ext>
            </a:extLst>
          </p:cNvPr>
          <p:cNvGrpSpPr/>
          <p:nvPr/>
        </p:nvGrpSpPr>
        <p:grpSpPr>
          <a:xfrm>
            <a:off x="6063356" y="3242292"/>
            <a:ext cx="1424922" cy="1404032"/>
            <a:chOff x="6051916" y="3244897"/>
            <a:chExt cx="1055629" cy="1404032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5AEF5AD8-FD27-7327-3955-79D678050620}"/>
                </a:ext>
              </a:extLst>
            </p:cNvPr>
            <p:cNvGrpSpPr/>
            <p:nvPr/>
          </p:nvGrpSpPr>
          <p:grpSpPr>
            <a:xfrm>
              <a:off x="6051916" y="3244897"/>
              <a:ext cx="1055629" cy="1404032"/>
              <a:chOff x="6051916" y="3244897"/>
              <a:chExt cx="1055629" cy="1404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C0ED834-57E6-73C6-6A0F-7DBEADC8F18A}"/>
                  </a:ext>
                </a:extLst>
              </p:cNvPr>
              <p:cNvSpPr/>
              <p:nvPr/>
            </p:nvSpPr>
            <p:spPr>
              <a:xfrm>
                <a:off x="6051916" y="3244897"/>
                <a:ext cx="1055629" cy="136593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19259C2-FB91-6A11-9653-DEEEA6D6D3A1}"/>
                  </a:ext>
                </a:extLst>
              </p:cNvPr>
              <p:cNvGrpSpPr/>
              <p:nvPr/>
            </p:nvGrpSpPr>
            <p:grpSpPr>
              <a:xfrm rot="10800000">
                <a:off x="6585819" y="4352991"/>
                <a:ext cx="239556" cy="295938"/>
                <a:chOff x="9076361" y="2963878"/>
                <a:chExt cx="239556" cy="295938"/>
              </a:xfrm>
            </p:grpSpPr>
            <p:sp>
              <p:nvSpPr>
                <p:cNvPr id="54" name="Isosceles Triangle 10">
                  <a:extLst>
                    <a:ext uri="{FF2B5EF4-FFF2-40B4-BE49-F238E27FC236}">
                      <a16:creationId xmlns:a16="http://schemas.microsoft.com/office/drawing/2014/main" id="{274BB511-0E3D-194E-7449-C4B0AE4D38CF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34E2062-89A3-08AA-CDFA-15F020D4C870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A0B255-2A37-7BAA-188C-D068BF0BC6BD}"/>
                </a:ext>
              </a:extLst>
            </p:cNvPr>
            <p:cNvSpPr/>
            <p:nvPr/>
          </p:nvSpPr>
          <p:spPr>
            <a:xfrm>
              <a:off x="6055239" y="3540458"/>
              <a:ext cx="104964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East</a:t>
              </a:r>
            </a:p>
            <a:p>
              <a:pPr algn="ctr"/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Quarters</a:t>
              </a:r>
              <a:endPara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D585D2C-4CDE-6DF7-A071-C948B2CC0C53}"/>
              </a:ext>
            </a:extLst>
          </p:cNvPr>
          <p:cNvSpPr/>
          <p:nvPr/>
        </p:nvSpPr>
        <p:spPr>
          <a:xfrm>
            <a:off x="7903555" y="3225924"/>
            <a:ext cx="1755441" cy="136593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4D3156-1B7A-CC9E-11C6-7671E420FA26}"/>
              </a:ext>
            </a:extLst>
          </p:cNvPr>
          <p:cNvSpPr/>
          <p:nvPr/>
        </p:nvSpPr>
        <p:spPr>
          <a:xfrm>
            <a:off x="7506722" y="1878774"/>
            <a:ext cx="378388" cy="136593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EA5055-7D24-504B-EFFB-3A9678565F35}"/>
              </a:ext>
            </a:extLst>
          </p:cNvPr>
          <p:cNvSpPr/>
          <p:nvPr/>
        </p:nvSpPr>
        <p:spPr>
          <a:xfrm>
            <a:off x="7518379" y="3220453"/>
            <a:ext cx="378388" cy="136593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C8FAEA-F12F-A556-E60D-6B05BC2F624C}"/>
              </a:ext>
            </a:extLst>
          </p:cNvPr>
          <p:cNvSpPr/>
          <p:nvPr/>
        </p:nvSpPr>
        <p:spPr>
          <a:xfrm>
            <a:off x="7040646" y="602024"/>
            <a:ext cx="1318467" cy="2624833"/>
          </a:xfrm>
          <a:custGeom>
            <a:avLst/>
            <a:gdLst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9383 w 1309383"/>
              <a:gd name="connsiteY2" fmla="*/ 2624833 h 2624833"/>
              <a:gd name="connsiteX3" fmla="*/ 0 w 1309383"/>
              <a:gd name="connsiteY3" fmla="*/ 2624833 h 2624833"/>
              <a:gd name="connsiteX4" fmla="*/ 0 w 1309383"/>
              <a:gd name="connsiteY4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1309383 w 1309383"/>
              <a:gd name="connsiteY3" fmla="*/ 2624833 h 2624833"/>
              <a:gd name="connsiteX4" fmla="*/ 0 w 1309383"/>
              <a:gd name="connsiteY4" fmla="*/ 2624833 h 2624833"/>
              <a:gd name="connsiteX5" fmla="*/ 0 w 1309383"/>
              <a:gd name="connsiteY5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1309383 w 1309383"/>
              <a:gd name="connsiteY3" fmla="*/ 2624833 h 2624833"/>
              <a:gd name="connsiteX4" fmla="*/ 0 w 1309383"/>
              <a:gd name="connsiteY4" fmla="*/ 2624833 h 2624833"/>
              <a:gd name="connsiteX5" fmla="*/ 0 w 1309383"/>
              <a:gd name="connsiteY5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268289 w 1309383"/>
              <a:gd name="connsiteY3" fmla="*/ 2558732 h 2624833"/>
              <a:gd name="connsiteX4" fmla="*/ 0 w 1309383"/>
              <a:gd name="connsiteY4" fmla="*/ 2624833 h 2624833"/>
              <a:gd name="connsiteX5" fmla="*/ 0 w 1309383"/>
              <a:gd name="connsiteY5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383966 w 1309383"/>
              <a:gd name="connsiteY3" fmla="*/ 2624833 h 2624833"/>
              <a:gd name="connsiteX4" fmla="*/ 0 w 1309383"/>
              <a:gd name="connsiteY4" fmla="*/ 2624833 h 2624833"/>
              <a:gd name="connsiteX5" fmla="*/ 0 w 1309383"/>
              <a:gd name="connsiteY5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706709 w 1309383"/>
              <a:gd name="connsiteY3" fmla="*/ 2040371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304593 w 1309383"/>
              <a:gd name="connsiteY3" fmla="*/ 1522579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387220 w 1309383"/>
              <a:gd name="connsiteY3" fmla="*/ 1682324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387220 w 1309383"/>
              <a:gd name="connsiteY3" fmla="*/ 1682324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387220 w 1309383"/>
              <a:gd name="connsiteY3" fmla="*/ 1682324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387220 w 1309383"/>
              <a:gd name="connsiteY3" fmla="*/ 1682324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285095 w 1309383"/>
              <a:gd name="connsiteY2" fmla="*/ 1654782 h 2624833"/>
              <a:gd name="connsiteX3" fmla="*/ 387220 w 1309383"/>
              <a:gd name="connsiteY3" fmla="*/ 1682324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18467"/>
              <a:gd name="connsiteY0" fmla="*/ 0 h 2624833"/>
              <a:gd name="connsiteX1" fmla="*/ 1309383 w 1318467"/>
              <a:gd name="connsiteY1" fmla="*/ 0 h 2624833"/>
              <a:gd name="connsiteX2" fmla="*/ 1318145 w 1318467"/>
              <a:gd name="connsiteY2" fmla="*/ 1654782 h 2624833"/>
              <a:gd name="connsiteX3" fmla="*/ 387220 w 1318467"/>
              <a:gd name="connsiteY3" fmla="*/ 1682324 h 2624833"/>
              <a:gd name="connsiteX4" fmla="*/ 383966 w 1318467"/>
              <a:gd name="connsiteY4" fmla="*/ 2624833 h 2624833"/>
              <a:gd name="connsiteX5" fmla="*/ 0 w 1318467"/>
              <a:gd name="connsiteY5" fmla="*/ 2624833 h 2624833"/>
              <a:gd name="connsiteX6" fmla="*/ 0 w 1318467"/>
              <a:gd name="connsiteY6" fmla="*/ 0 h 2624833"/>
              <a:gd name="connsiteX0" fmla="*/ 0 w 1318467"/>
              <a:gd name="connsiteY0" fmla="*/ 0 h 2624833"/>
              <a:gd name="connsiteX1" fmla="*/ 1309383 w 1318467"/>
              <a:gd name="connsiteY1" fmla="*/ 0 h 2624833"/>
              <a:gd name="connsiteX2" fmla="*/ 1318145 w 1318467"/>
              <a:gd name="connsiteY2" fmla="*/ 1654782 h 2624833"/>
              <a:gd name="connsiteX3" fmla="*/ 387220 w 1318467"/>
              <a:gd name="connsiteY3" fmla="*/ 1682324 h 2624833"/>
              <a:gd name="connsiteX4" fmla="*/ 383966 w 1318467"/>
              <a:gd name="connsiteY4" fmla="*/ 2624833 h 2624833"/>
              <a:gd name="connsiteX5" fmla="*/ 0 w 1318467"/>
              <a:gd name="connsiteY5" fmla="*/ 2624833 h 2624833"/>
              <a:gd name="connsiteX6" fmla="*/ 0 w 1318467"/>
              <a:gd name="connsiteY6" fmla="*/ 0 h 2624833"/>
              <a:gd name="connsiteX0" fmla="*/ 0 w 1318467"/>
              <a:gd name="connsiteY0" fmla="*/ 0 h 2624833"/>
              <a:gd name="connsiteX1" fmla="*/ 1309383 w 1318467"/>
              <a:gd name="connsiteY1" fmla="*/ 0 h 2624833"/>
              <a:gd name="connsiteX2" fmla="*/ 1318145 w 1318467"/>
              <a:gd name="connsiteY2" fmla="*/ 1676815 h 2624833"/>
              <a:gd name="connsiteX3" fmla="*/ 387220 w 1318467"/>
              <a:gd name="connsiteY3" fmla="*/ 1682324 h 2624833"/>
              <a:gd name="connsiteX4" fmla="*/ 383966 w 1318467"/>
              <a:gd name="connsiteY4" fmla="*/ 2624833 h 2624833"/>
              <a:gd name="connsiteX5" fmla="*/ 0 w 1318467"/>
              <a:gd name="connsiteY5" fmla="*/ 2624833 h 2624833"/>
              <a:gd name="connsiteX6" fmla="*/ 0 w 1318467"/>
              <a:gd name="connsiteY6" fmla="*/ 0 h 2624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18467" h="2624833">
                <a:moveTo>
                  <a:pt x="0" y="0"/>
                </a:moveTo>
                <a:lnTo>
                  <a:pt x="1309383" y="0"/>
                </a:lnTo>
                <a:cubicBezTo>
                  <a:pt x="1306795" y="553430"/>
                  <a:pt x="1320733" y="1123385"/>
                  <a:pt x="1318145" y="1676815"/>
                </a:cubicBezTo>
                <a:lnTo>
                  <a:pt x="387220" y="1682324"/>
                </a:lnTo>
                <a:cubicBezTo>
                  <a:pt x="360972" y="2101977"/>
                  <a:pt x="380566" y="2268526"/>
                  <a:pt x="383966" y="2624833"/>
                </a:cubicBezTo>
                <a:lnTo>
                  <a:pt x="0" y="262483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Isosceles Triangle 10">
            <a:extLst>
              <a:ext uri="{FF2B5EF4-FFF2-40B4-BE49-F238E27FC236}">
                <a16:creationId xmlns:a16="http://schemas.microsoft.com/office/drawing/2014/main" id="{F3711936-69E9-3BBF-80B6-FBB20B2A9B52}"/>
              </a:ext>
            </a:extLst>
          </p:cNvPr>
          <p:cNvSpPr/>
          <p:nvPr/>
        </p:nvSpPr>
        <p:spPr>
          <a:xfrm rot="5400000" flipH="1" flipV="1">
            <a:off x="7625528" y="3865501"/>
            <a:ext cx="239556" cy="257980"/>
          </a:xfrm>
          <a:custGeom>
            <a:avLst/>
            <a:gdLst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54996 w 154996"/>
              <a:gd name="connsiteY2" fmla="*/ 132522 h 132522"/>
              <a:gd name="connsiteX3" fmla="*/ 0 w 154996"/>
              <a:gd name="connsiteY3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56930 w 154996"/>
              <a:gd name="connsiteY2" fmla="*/ 45057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12589 w 154996"/>
              <a:gd name="connsiteY2" fmla="*/ 18553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60273"/>
              <a:gd name="connsiteY0" fmla="*/ 141085 h 141085"/>
              <a:gd name="connsiteX1" fmla="*/ 0 w 160273"/>
              <a:gd name="connsiteY1" fmla="*/ 8563 h 141085"/>
              <a:gd name="connsiteX2" fmla="*/ 112589 w 160273"/>
              <a:gd name="connsiteY2" fmla="*/ 27116 h 141085"/>
              <a:gd name="connsiteX3" fmla="*/ 154996 w 160273"/>
              <a:gd name="connsiteY3" fmla="*/ 141085 h 141085"/>
              <a:gd name="connsiteX4" fmla="*/ 0 w 160273"/>
              <a:gd name="connsiteY4" fmla="*/ 141085 h 141085"/>
              <a:gd name="connsiteX0" fmla="*/ 0 w 158940"/>
              <a:gd name="connsiteY0" fmla="*/ 138889 h 138889"/>
              <a:gd name="connsiteX1" fmla="*/ 0 w 158940"/>
              <a:gd name="connsiteY1" fmla="*/ 6367 h 138889"/>
              <a:gd name="connsiteX2" fmla="*/ 112589 w 158940"/>
              <a:gd name="connsiteY2" fmla="*/ 24920 h 138889"/>
              <a:gd name="connsiteX3" fmla="*/ 154996 w 158940"/>
              <a:gd name="connsiteY3" fmla="*/ 138889 h 138889"/>
              <a:gd name="connsiteX4" fmla="*/ 0 w 158940"/>
              <a:gd name="connsiteY4" fmla="*/ 138889 h 138889"/>
              <a:gd name="connsiteX0" fmla="*/ 0 w 159464"/>
              <a:gd name="connsiteY0" fmla="*/ 137644 h 137644"/>
              <a:gd name="connsiteX1" fmla="*/ 0 w 159464"/>
              <a:gd name="connsiteY1" fmla="*/ 5122 h 137644"/>
              <a:gd name="connsiteX2" fmla="*/ 120540 w 159464"/>
              <a:gd name="connsiteY2" fmla="*/ 34276 h 137644"/>
              <a:gd name="connsiteX3" fmla="*/ 154996 w 159464"/>
              <a:gd name="connsiteY3" fmla="*/ 137644 h 137644"/>
              <a:gd name="connsiteX4" fmla="*/ 0 w 159464"/>
              <a:gd name="connsiteY4" fmla="*/ 137644 h 137644"/>
              <a:gd name="connsiteX0" fmla="*/ 0 w 159976"/>
              <a:gd name="connsiteY0" fmla="*/ 142975 h 142975"/>
              <a:gd name="connsiteX1" fmla="*/ 0 w 159976"/>
              <a:gd name="connsiteY1" fmla="*/ 10453 h 142975"/>
              <a:gd name="connsiteX2" fmla="*/ 71549 w 159976"/>
              <a:gd name="connsiteY2" fmla="*/ 11882 h 142975"/>
              <a:gd name="connsiteX3" fmla="*/ 120540 w 159976"/>
              <a:gd name="connsiteY3" fmla="*/ 39607 h 142975"/>
              <a:gd name="connsiteX4" fmla="*/ 154996 w 159976"/>
              <a:gd name="connsiteY4" fmla="*/ 142975 h 142975"/>
              <a:gd name="connsiteX5" fmla="*/ 0 w 159976"/>
              <a:gd name="connsiteY5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7850"/>
              <a:gd name="connsiteY0" fmla="*/ 142975 h 142975"/>
              <a:gd name="connsiteX1" fmla="*/ 0 w 167850"/>
              <a:gd name="connsiteY1" fmla="*/ 10453 h 142975"/>
              <a:gd name="connsiteX2" fmla="*/ 71549 w 167850"/>
              <a:gd name="connsiteY2" fmla="*/ 11882 h 142975"/>
              <a:gd name="connsiteX3" fmla="*/ 120540 w 167850"/>
              <a:gd name="connsiteY3" fmla="*/ 39607 h 142975"/>
              <a:gd name="connsiteX4" fmla="*/ 150130 w 167850"/>
              <a:gd name="connsiteY4" fmla="*/ 85700 h 142975"/>
              <a:gd name="connsiteX5" fmla="*/ 154996 w 167850"/>
              <a:gd name="connsiteY5" fmla="*/ 142975 h 142975"/>
              <a:gd name="connsiteX6" fmla="*/ 0 w 167850"/>
              <a:gd name="connsiteY6" fmla="*/ 142975 h 142975"/>
              <a:gd name="connsiteX0" fmla="*/ 0 w 167241"/>
              <a:gd name="connsiteY0" fmla="*/ 142975 h 142975"/>
              <a:gd name="connsiteX1" fmla="*/ 0 w 167241"/>
              <a:gd name="connsiteY1" fmla="*/ 10453 h 142975"/>
              <a:gd name="connsiteX2" fmla="*/ 71549 w 167241"/>
              <a:gd name="connsiteY2" fmla="*/ 11882 h 142975"/>
              <a:gd name="connsiteX3" fmla="*/ 120540 w 167241"/>
              <a:gd name="connsiteY3" fmla="*/ 39607 h 142975"/>
              <a:gd name="connsiteX4" fmla="*/ 150130 w 167241"/>
              <a:gd name="connsiteY4" fmla="*/ 85700 h 142975"/>
              <a:gd name="connsiteX5" fmla="*/ 154996 w 167241"/>
              <a:gd name="connsiteY5" fmla="*/ 142975 h 142975"/>
              <a:gd name="connsiteX6" fmla="*/ 0 w 167241"/>
              <a:gd name="connsiteY6" fmla="*/ 142975 h 1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241" h="142975">
                <a:moveTo>
                  <a:pt x="0" y="142975"/>
                </a:moveTo>
                <a:lnTo>
                  <a:pt x="0" y="10453"/>
                </a:lnTo>
                <a:cubicBezTo>
                  <a:pt x="11925" y="-11396"/>
                  <a:pt x="56221" y="7023"/>
                  <a:pt x="71549" y="11882"/>
                </a:cubicBezTo>
                <a:cubicBezTo>
                  <a:pt x="86877" y="16741"/>
                  <a:pt x="107443" y="27304"/>
                  <a:pt x="120540" y="39607"/>
                </a:cubicBezTo>
                <a:cubicBezTo>
                  <a:pt x="133637" y="51910"/>
                  <a:pt x="139625" y="63710"/>
                  <a:pt x="150130" y="85700"/>
                </a:cubicBezTo>
                <a:cubicBezTo>
                  <a:pt x="160635" y="107690"/>
                  <a:pt x="180018" y="133429"/>
                  <a:pt x="154996" y="142975"/>
                </a:cubicBezTo>
                <a:lnTo>
                  <a:pt x="0" y="142975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8AB8E25-74F0-4EE7-4088-0A0C5FCA0E55}"/>
              </a:ext>
            </a:extLst>
          </p:cNvPr>
          <p:cNvSpPr/>
          <p:nvPr/>
        </p:nvSpPr>
        <p:spPr>
          <a:xfrm>
            <a:off x="7175552" y="1077506"/>
            <a:ext cx="104865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Ritual Room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036B6E9-0D38-FE54-5617-61DA45951C76}"/>
              </a:ext>
            </a:extLst>
          </p:cNvPr>
          <p:cNvSpPr/>
          <p:nvPr/>
        </p:nvSpPr>
        <p:spPr>
          <a:xfrm rot="16200000">
            <a:off x="6612197" y="1027993"/>
            <a:ext cx="1061849" cy="20495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  <a:gs pos="79000">
                <a:schemeClr val="bg1">
                  <a:lumMod val="5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Isosceles Triangle 10">
            <a:extLst>
              <a:ext uri="{FF2B5EF4-FFF2-40B4-BE49-F238E27FC236}">
                <a16:creationId xmlns:a16="http://schemas.microsoft.com/office/drawing/2014/main" id="{4F13A432-D2BC-61B2-651E-A50596E7D5A0}"/>
              </a:ext>
            </a:extLst>
          </p:cNvPr>
          <p:cNvSpPr/>
          <p:nvPr/>
        </p:nvSpPr>
        <p:spPr>
          <a:xfrm rot="5400000" flipH="1" flipV="1">
            <a:off x="8203115" y="4329445"/>
            <a:ext cx="311996" cy="257980"/>
          </a:xfrm>
          <a:custGeom>
            <a:avLst/>
            <a:gdLst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54996 w 154996"/>
              <a:gd name="connsiteY2" fmla="*/ 132522 h 132522"/>
              <a:gd name="connsiteX3" fmla="*/ 0 w 154996"/>
              <a:gd name="connsiteY3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56930 w 154996"/>
              <a:gd name="connsiteY2" fmla="*/ 45057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12589 w 154996"/>
              <a:gd name="connsiteY2" fmla="*/ 18553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60273"/>
              <a:gd name="connsiteY0" fmla="*/ 141085 h 141085"/>
              <a:gd name="connsiteX1" fmla="*/ 0 w 160273"/>
              <a:gd name="connsiteY1" fmla="*/ 8563 h 141085"/>
              <a:gd name="connsiteX2" fmla="*/ 112589 w 160273"/>
              <a:gd name="connsiteY2" fmla="*/ 27116 h 141085"/>
              <a:gd name="connsiteX3" fmla="*/ 154996 w 160273"/>
              <a:gd name="connsiteY3" fmla="*/ 141085 h 141085"/>
              <a:gd name="connsiteX4" fmla="*/ 0 w 160273"/>
              <a:gd name="connsiteY4" fmla="*/ 141085 h 141085"/>
              <a:gd name="connsiteX0" fmla="*/ 0 w 158940"/>
              <a:gd name="connsiteY0" fmla="*/ 138889 h 138889"/>
              <a:gd name="connsiteX1" fmla="*/ 0 w 158940"/>
              <a:gd name="connsiteY1" fmla="*/ 6367 h 138889"/>
              <a:gd name="connsiteX2" fmla="*/ 112589 w 158940"/>
              <a:gd name="connsiteY2" fmla="*/ 24920 h 138889"/>
              <a:gd name="connsiteX3" fmla="*/ 154996 w 158940"/>
              <a:gd name="connsiteY3" fmla="*/ 138889 h 138889"/>
              <a:gd name="connsiteX4" fmla="*/ 0 w 158940"/>
              <a:gd name="connsiteY4" fmla="*/ 138889 h 138889"/>
              <a:gd name="connsiteX0" fmla="*/ 0 w 159464"/>
              <a:gd name="connsiteY0" fmla="*/ 137644 h 137644"/>
              <a:gd name="connsiteX1" fmla="*/ 0 w 159464"/>
              <a:gd name="connsiteY1" fmla="*/ 5122 h 137644"/>
              <a:gd name="connsiteX2" fmla="*/ 120540 w 159464"/>
              <a:gd name="connsiteY2" fmla="*/ 34276 h 137644"/>
              <a:gd name="connsiteX3" fmla="*/ 154996 w 159464"/>
              <a:gd name="connsiteY3" fmla="*/ 137644 h 137644"/>
              <a:gd name="connsiteX4" fmla="*/ 0 w 159464"/>
              <a:gd name="connsiteY4" fmla="*/ 137644 h 137644"/>
              <a:gd name="connsiteX0" fmla="*/ 0 w 159976"/>
              <a:gd name="connsiteY0" fmla="*/ 142975 h 142975"/>
              <a:gd name="connsiteX1" fmla="*/ 0 w 159976"/>
              <a:gd name="connsiteY1" fmla="*/ 10453 h 142975"/>
              <a:gd name="connsiteX2" fmla="*/ 71549 w 159976"/>
              <a:gd name="connsiteY2" fmla="*/ 11882 h 142975"/>
              <a:gd name="connsiteX3" fmla="*/ 120540 w 159976"/>
              <a:gd name="connsiteY3" fmla="*/ 39607 h 142975"/>
              <a:gd name="connsiteX4" fmla="*/ 154996 w 159976"/>
              <a:gd name="connsiteY4" fmla="*/ 142975 h 142975"/>
              <a:gd name="connsiteX5" fmla="*/ 0 w 159976"/>
              <a:gd name="connsiteY5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7850"/>
              <a:gd name="connsiteY0" fmla="*/ 142975 h 142975"/>
              <a:gd name="connsiteX1" fmla="*/ 0 w 167850"/>
              <a:gd name="connsiteY1" fmla="*/ 10453 h 142975"/>
              <a:gd name="connsiteX2" fmla="*/ 71549 w 167850"/>
              <a:gd name="connsiteY2" fmla="*/ 11882 h 142975"/>
              <a:gd name="connsiteX3" fmla="*/ 120540 w 167850"/>
              <a:gd name="connsiteY3" fmla="*/ 39607 h 142975"/>
              <a:gd name="connsiteX4" fmla="*/ 150130 w 167850"/>
              <a:gd name="connsiteY4" fmla="*/ 85700 h 142975"/>
              <a:gd name="connsiteX5" fmla="*/ 154996 w 167850"/>
              <a:gd name="connsiteY5" fmla="*/ 142975 h 142975"/>
              <a:gd name="connsiteX6" fmla="*/ 0 w 167850"/>
              <a:gd name="connsiteY6" fmla="*/ 142975 h 142975"/>
              <a:gd name="connsiteX0" fmla="*/ 0 w 167241"/>
              <a:gd name="connsiteY0" fmla="*/ 142975 h 142975"/>
              <a:gd name="connsiteX1" fmla="*/ 0 w 167241"/>
              <a:gd name="connsiteY1" fmla="*/ 10453 h 142975"/>
              <a:gd name="connsiteX2" fmla="*/ 71549 w 167241"/>
              <a:gd name="connsiteY2" fmla="*/ 11882 h 142975"/>
              <a:gd name="connsiteX3" fmla="*/ 120540 w 167241"/>
              <a:gd name="connsiteY3" fmla="*/ 39607 h 142975"/>
              <a:gd name="connsiteX4" fmla="*/ 150130 w 167241"/>
              <a:gd name="connsiteY4" fmla="*/ 85700 h 142975"/>
              <a:gd name="connsiteX5" fmla="*/ 154996 w 167241"/>
              <a:gd name="connsiteY5" fmla="*/ 142975 h 142975"/>
              <a:gd name="connsiteX6" fmla="*/ 0 w 167241"/>
              <a:gd name="connsiteY6" fmla="*/ 142975 h 1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241" h="142975">
                <a:moveTo>
                  <a:pt x="0" y="142975"/>
                </a:moveTo>
                <a:lnTo>
                  <a:pt x="0" y="10453"/>
                </a:lnTo>
                <a:cubicBezTo>
                  <a:pt x="11925" y="-11396"/>
                  <a:pt x="56221" y="7023"/>
                  <a:pt x="71549" y="11882"/>
                </a:cubicBezTo>
                <a:cubicBezTo>
                  <a:pt x="86877" y="16741"/>
                  <a:pt x="107443" y="27304"/>
                  <a:pt x="120540" y="39607"/>
                </a:cubicBezTo>
                <a:cubicBezTo>
                  <a:pt x="133637" y="51910"/>
                  <a:pt x="139625" y="63710"/>
                  <a:pt x="150130" y="85700"/>
                </a:cubicBezTo>
                <a:cubicBezTo>
                  <a:pt x="160635" y="107690"/>
                  <a:pt x="180018" y="133429"/>
                  <a:pt x="154996" y="142975"/>
                </a:cubicBezTo>
                <a:lnTo>
                  <a:pt x="0" y="142975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7CBC7C0-2E1A-06CE-2CEA-48CF36BA918C}"/>
              </a:ext>
            </a:extLst>
          </p:cNvPr>
          <p:cNvSpPr/>
          <p:nvPr/>
        </p:nvSpPr>
        <p:spPr>
          <a:xfrm rot="5400000" flipH="1">
            <a:off x="8319051" y="4465256"/>
            <a:ext cx="90808" cy="24729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0346A05-9141-E583-C750-643514D20119}"/>
              </a:ext>
            </a:extLst>
          </p:cNvPr>
          <p:cNvSpPr/>
          <p:nvPr/>
        </p:nvSpPr>
        <p:spPr>
          <a:xfrm>
            <a:off x="7628097" y="3514002"/>
            <a:ext cx="187265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West 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Quarters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C869AF-4B8D-D8D3-064D-187D46E737FD}"/>
              </a:ext>
            </a:extLst>
          </p:cNvPr>
          <p:cNvSpPr/>
          <p:nvPr/>
        </p:nvSpPr>
        <p:spPr>
          <a:xfrm>
            <a:off x="6945714" y="2285999"/>
            <a:ext cx="538968" cy="94931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D1AB4A-F430-D51E-5750-17764BAE84A5}"/>
              </a:ext>
            </a:extLst>
          </p:cNvPr>
          <p:cNvSpPr/>
          <p:nvPr/>
        </p:nvSpPr>
        <p:spPr>
          <a:xfrm rot="5400000">
            <a:off x="7672359" y="3082110"/>
            <a:ext cx="75913" cy="30396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6F892C-213F-45B7-5C5D-C9227FB22E01}"/>
              </a:ext>
            </a:extLst>
          </p:cNvPr>
          <p:cNvSpPr/>
          <p:nvPr/>
        </p:nvSpPr>
        <p:spPr>
          <a:xfrm rot="5400000">
            <a:off x="7669616" y="2134016"/>
            <a:ext cx="75913" cy="30396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5138F77-A1D9-8948-875D-CA321873CB5E}"/>
              </a:ext>
            </a:extLst>
          </p:cNvPr>
          <p:cNvGrpSpPr/>
          <p:nvPr/>
        </p:nvGrpSpPr>
        <p:grpSpPr>
          <a:xfrm>
            <a:off x="215659" y="4619765"/>
            <a:ext cx="11731925" cy="666239"/>
            <a:chOff x="2394861" y="4931164"/>
            <a:chExt cx="7334373" cy="666239"/>
          </a:xfrm>
          <a:solidFill>
            <a:schemeClr val="accent6">
              <a:lumMod val="75000"/>
            </a:schemeClr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F349FAB-F18A-249D-DCBE-8E3934AE96DA}"/>
                </a:ext>
              </a:extLst>
            </p:cNvPr>
            <p:cNvSpPr/>
            <p:nvPr/>
          </p:nvSpPr>
          <p:spPr>
            <a:xfrm>
              <a:off x="2414040" y="4931164"/>
              <a:ext cx="7315194" cy="666239"/>
            </a:xfrm>
            <a:prstGeom prst="rect">
              <a:avLst/>
            </a:pr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285679A-E50B-D069-3029-194C13953D9B}"/>
                </a:ext>
              </a:extLst>
            </p:cNvPr>
            <p:cNvGrpSpPr/>
            <p:nvPr/>
          </p:nvGrpSpPr>
          <p:grpSpPr>
            <a:xfrm rot="16200000">
              <a:off x="2423052" y="5148921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35" name="Isosceles Triangle 10">
                <a:extLst>
                  <a:ext uri="{FF2B5EF4-FFF2-40B4-BE49-F238E27FC236}">
                    <a16:creationId xmlns:a16="http://schemas.microsoft.com/office/drawing/2014/main" id="{FD91EB6C-6782-4DB9-2C45-1FBFB03C4FA6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05173217-DAB8-00DC-6111-26552C7F2CF9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67C339A-8137-1933-48AB-66BBAE7F8503}"/>
                </a:ext>
              </a:extLst>
            </p:cNvPr>
            <p:cNvSpPr/>
            <p:nvPr/>
          </p:nvSpPr>
          <p:spPr>
            <a:xfrm>
              <a:off x="3173375" y="4952844"/>
              <a:ext cx="1372279" cy="204955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F50827D-8262-3815-1798-2F66F29BC33D}"/>
              </a:ext>
            </a:extLst>
          </p:cNvPr>
          <p:cNvGrpSpPr/>
          <p:nvPr/>
        </p:nvGrpSpPr>
        <p:grpSpPr>
          <a:xfrm>
            <a:off x="2184843" y="3244209"/>
            <a:ext cx="2182644" cy="1384783"/>
            <a:chOff x="1929667" y="1993528"/>
            <a:chExt cx="2182644" cy="1384783"/>
          </a:xfrm>
          <a:solidFill>
            <a:schemeClr val="accent6">
              <a:lumMod val="75000"/>
            </a:schemeClr>
          </a:solidFill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C8C1E9C-E734-EFAD-379C-699D8B0EB1C6}"/>
                </a:ext>
              </a:extLst>
            </p:cNvPr>
            <p:cNvSpPr/>
            <p:nvPr/>
          </p:nvSpPr>
          <p:spPr>
            <a:xfrm>
              <a:off x="2071281" y="1993528"/>
              <a:ext cx="2021589" cy="1354161"/>
            </a:xfrm>
            <a:prstGeom prst="rect">
              <a:avLst/>
            </a:pr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7F4FCD8-8E54-B31C-4445-0560BD7EB1AA}"/>
                </a:ext>
              </a:extLst>
            </p:cNvPr>
            <p:cNvGrpSpPr/>
            <p:nvPr/>
          </p:nvGrpSpPr>
          <p:grpSpPr>
            <a:xfrm rot="5400000">
              <a:off x="3844564" y="2522640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113" name="Isosceles Triangle 10">
                <a:extLst>
                  <a:ext uri="{FF2B5EF4-FFF2-40B4-BE49-F238E27FC236}">
                    <a16:creationId xmlns:a16="http://schemas.microsoft.com/office/drawing/2014/main" id="{2FCA7899-A04E-5C1F-2C40-FCD0F7B5300E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49EBF749-5B9E-A988-2D68-A5EF66652472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0AFFE00-C574-1096-78C9-8B0245739400}"/>
                </a:ext>
              </a:extLst>
            </p:cNvPr>
            <p:cNvSpPr/>
            <p:nvPr/>
          </p:nvSpPr>
          <p:spPr>
            <a:xfrm>
              <a:off x="1929667" y="2505556"/>
              <a:ext cx="219992" cy="302028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E77A652-D2E3-17A9-CE6E-B447FBD47BED}"/>
                </a:ext>
              </a:extLst>
            </p:cNvPr>
            <p:cNvSpPr/>
            <p:nvPr/>
          </p:nvSpPr>
          <p:spPr>
            <a:xfrm>
              <a:off x="2158746" y="2550831"/>
              <a:ext cx="45719" cy="232198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F9C4C0CD-987D-8BBE-6560-F3CF4425FC52}"/>
                </a:ext>
              </a:extLst>
            </p:cNvPr>
            <p:cNvGrpSpPr/>
            <p:nvPr/>
          </p:nvGrpSpPr>
          <p:grpSpPr>
            <a:xfrm>
              <a:off x="2334833" y="3079925"/>
              <a:ext cx="465051" cy="298386"/>
              <a:chOff x="656321" y="2822285"/>
              <a:chExt cx="465051" cy="298386"/>
            </a:xfrm>
            <a:grpFill/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E4907874-37D5-B2CC-94EF-4D4AB43CD379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111" name="Isosceles Triangle 10">
                  <a:extLst>
                    <a:ext uri="{FF2B5EF4-FFF2-40B4-BE49-F238E27FC236}">
                      <a16:creationId xmlns:a16="http://schemas.microsoft.com/office/drawing/2014/main" id="{FFC26335-C298-9A32-2200-DA854C29A3B8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862CF913-11D0-C234-DF8E-84C0DB59B498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0B779C67-C5BD-82B1-CEF4-7A930204DF36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109" name="Isosceles Triangle 10">
                  <a:extLst>
                    <a:ext uri="{FF2B5EF4-FFF2-40B4-BE49-F238E27FC236}">
                      <a16:creationId xmlns:a16="http://schemas.microsoft.com/office/drawing/2014/main" id="{2FA1F006-4850-73E7-61A0-6E1BB19DF30A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85F4074F-565D-7908-0C49-CB9CC4DB6FD7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F227CDA-AF25-35B9-8C9F-72D102E84CB7}"/>
              </a:ext>
            </a:extLst>
          </p:cNvPr>
          <p:cNvGrpSpPr/>
          <p:nvPr/>
        </p:nvGrpSpPr>
        <p:grpSpPr>
          <a:xfrm>
            <a:off x="4345751" y="3245141"/>
            <a:ext cx="1015750" cy="1409085"/>
            <a:chOff x="4349306" y="3242292"/>
            <a:chExt cx="1015750" cy="1409085"/>
          </a:xfrm>
          <a:solidFill>
            <a:schemeClr val="accent6">
              <a:lumMod val="75000"/>
            </a:schemeClr>
          </a:solidFill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6B892BD-3A38-C11E-887F-34061CE81326}"/>
                </a:ext>
              </a:extLst>
            </p:cNvPr>
            <p:cNvSpPr/>
            <p:nvPr/>
          </p:nvSpPr>
          <p:spPr>
            <a:xfrm>
              <a:off x="4349306" y="3242292"/>
              <a:ext cx="1015750" cy="1365937"/>
            </a:xfrm>
            <a:prstGeom prst="rect">
              <a:avLst/>
            </a:pr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238CF8D9-2191-F599-6FA3-90F3EEEBB687}"/>
                </a:ext>
              </a:extLst>
            </p:cNvPr>
            <p:cNvGrpSpPr/>
            <p:nvPr/>
          </p:nvGrpSpPr>
          <p:grpSpPr>
            <a:xfrm>
              <a:off x="4609325" y="4352991"/>
              <a:ext cx="465051" cy="298386"/>
              <a:chOff x="656321" y="2822285"/>
              <a:chExt cx="465051" cy="298386"/>
            </a:xfrm>
            <a:grpFill/>
          </p:grpSpPr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C5A722A4-DDC3-A693-5ADA-138F6F956DCD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122" name="Isosceles Triangle 10">
                  <a:extLst>
                    <a:ext uri="{FF2B5EF4-FFF2-40B4-BE49-F238E27FC236}">
                      <a16:creationId xmlns:a16="http://schemas.microsoft.com/office/drawing/2014/main" id="{2F25F278-94F6-4956-D700-3ADB61D9E565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0DCD696B-17F9-B783-0FE8-9B55A2EAA66B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C1FAF685-AB63-018F-6F3F-E59846D6D896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120" name="Isosceles Triangle 10">
                  <a:extLst>
                    <a:ext uri="{FF2B5EF4-FFF2-40B4-BE49-F238E27FC236}">
                      <a16:creationId xmlns:a16="http://schemas.microsoft.com/office/drawing/2014/main" id="{7C2701C2-25E0-7460-C045-97A3823EDCF2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7874CA89-EDB8-8139-0B07-04FE67F56259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BBC725A-D815-77D5-71BA-C171B0A21BE0}"/>
              </a:ext>
            </a:extLst>
          </p:cNvPr>
          <p:cNvGrpSpPr/>
          <p:nvPr/>
        </p:nvGrpSpPr>
        <p:grpSpPr>
          <a:xfrm>
            <a:off x="5365648" y="3244521"/>
            <a:ext cx="669824" cy="1407308"/>
            <a:chOff x="5374353" y="3247114"/>
            <a:chExt cx="669824" cy="1407308"/>
          </a:xfrm>
          <a:solidFill>
            <a:schemeClr val="accent6">
              <a:lumMod val="75000"/>
            </a:schemeClr>
          </a:solidFill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95CD18C2-B5C4-4EFB-D025-8B4FB8CF9C07}"/>
                </a:ext>
              </a:extLst>
            </p:cNvPr>
            <p:cNvSpPr/>
            <p:nvPr/>
          </p:nvSpPr>
          <p:spPr>
            <a:xfrm>
              <a:off x="5374353" y="3247114"/>
              <a:ext cx="669824" cy="1365937"/>
            </a:xfrm>
            <a:prstGeom prst="rect">
              <a:avLst/>
            </a:pr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6AB8E076-5FF5-083B-7413-686619809210}"/>
                </a:ext>
              </a:extLst>
            </p:cNvPr>
            <p:cNvGrpSpPr/>
            <p:nvPr/>
          </p:nvGrpSpPr>
          <p:grpSpPr>
            <a:xfrm>
              <a:off x="5482871" y="4356036"/>
              <a:ext cx="465051" cy="298386"/>
              <a:chOff x="656321" y="2822285"/>
              <a:chExt cx="465051" cy="298386"/>
            </a:xfrm>
            <a:grpFill/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0E1E7C52-362E-F72E-2931-19770933A6CB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131" name="Isosceles Triangle 10">
                  <a:extLst>
                    <a:ext uri="{FF2B5EF4-FFF2-40B4-BE49-F238E27FC236}">
                      <a16:creationId xmlns:a16="http://schemas.microsoft.com/office/drawing/2014/main" id="{44062957-4296-C2BB-8273-A1F70A717E05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054FAB5A-50BF-B357-F390-37FA462F283A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03D971CA-3221-C24D-8AE4-E44933699CDB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129" name="Isosceles Triangle 10">
                  <a:extLst>
                    <a:ext uri="{FF2B5EF4-FFF2-40B4-BE49-F238E27FC236}">
                      <a16:creationId xmlns:a16="http://schemas.microsoft.com/office/drawing/2014/main" id="{C17816D6-6395-71F0-5215-610086B1336F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2CB1AAEB-6437-0017-00B3-B98DCA5F6EDF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4AAA2F3-3C8B-25FC-5992-082C8D14C65C}"/>
              </a:ext>
            </a:extLst>
          </p:cNvPr>
          <p:cNvGrpSpPr/>
          <p:nvPr/>
        </p:nvGrpSpPr>
        <p:grpSpPr>
          <a:xfrm>
            <a:off x="6048879" y="3122762"/>
            <a:ext cx="1409188" cy="1529362"/>
            <a:chOff x="6051916" y="3244897"/>
            <a:chExt cx="1055629" cy="1404032"/>
          </a:xfrm>
          <a:solidFill>
            <a:schemeClr val="accent6">
              <a:lumMod val="75000"/>
            </a:schemeClr>
          </a:solidFill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83BBC7C0-AC0B-0D19-675E-92D35390A76E}"/>
                </a:ext>
              </a:extLst>
            </p:cNvPr>
            <p:cNvSpPr/>
            <p:nvPr/>
          </p:nvSpPr>
          <p:spPr>
            <a:xfrm>
              <a:off x="6051916" y="3244897"/>
              <a:ext cx="1055629" cy="1365937"/>
            </a:xfrm>
            <a:prstGeom prst="rect">
              <a:avLst/>
            </a:pr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B394E45F-284D-0890-11BC-DA0B2EAFBEB7}"/>
                </a:ext>
              </a:extLst>
            </p:cNvPr>
            <p:cNvGrpSpPr/>
            <p:nvPr/>
          </p:nvGrpSpPr>
          <p:grpSpPr>
            <a:xfrm rot="10800000">
              <a:off x="6585819" y="4352991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136" name="Isosceles Triangle 10">
                <a:extLst>
                  <a:ext uri="{FF2B5EF4-FFF2-40B4-BE49-F238E27FC236}">
                    <a16:creationId xmlns:a16="http://schemas.microsoft.com/office/drawing/2014/main" id="{6A793F90-5855-DDAB-8FDC-3388DC0A8BAC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0C0480DD-516F-36AE-DD53-B56AFD1D9E03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62766CE-4ACF-0544-AAC7-A0B681E1F50A}"/>
              </a:ext>
            </a:extLst>
          </p:cNvPr>
          <p:cNvGrpSpPr/>
          <p:nvPr/>
        </p:nvGrpSpPr>
        <p:grpSpPr>
          <a:xfrm>
            <a:off x="7936720" y="3122762"/>
            <a:ext cx="1831714" cy="1533176"/>
            <a:chOff x="8010718" y="3253771"/>
            <a:chExt cx="1633466" cy="1411228"/>
          </a:xfrm>
          <a:solidFill>
            <a:schemeClr val="accent6">
              <a:lumMod val="75000"/>
            </a:schemeClr>
          </a:solidFill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5DC230D3-6D07-5837-B9D2-AD37B907B2DA}"/>
                </a:ext>
              </a:extLst>
            </p:cNvPr>
            <p:cNvSpPr/>
            <p:nvPr/>
          </p:nvSpPr>
          <p:spPr>
            <a:xfrm>
              <a:off x="8010718" y="3253771"/>
              <a:ext cx="1633466" cy="1365937"/>
            </a:xfrm>
            <a:prstGeom prst="rect">
              <a:avLst/>
            </a:pr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472C794B-D521-E529-C2C6-3B798851B6DB}"/>
                </a:ext>
              </a:extLst>
            </p:cNvPr>
            <p:cNvGrpSpPr/>
            <p:nvPr/>
          </p:nvGrpSpPr>
          <p:grpSpPr>
            <a:xfrm rot="10800000">
              <a:off x="8696511" y="4369061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141" name="Isosceles Triangle 10">
                <a:extLst>
                  <a:ext uri="{FF2B5EF4-FFF2-40B4-BE49-F238E27FC236}">
                    <a16:creationId xmlns:a16="http://schemas.microsoft.com/office/drawing/2014/main" id="{AC9E1483-A2CF-1E42-49F7-84D4D71BCBAA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714FD454-F509-BEFD-B0AF-8957923CCB31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B8837A8-648C-100E-2D96-3DED2CB0938A}"/>
              </a:ext>
            </a:extLst>
          </p:cNvPr>
          <p:cNvGrpSpPr/>
          <p:nvPr/>
        </p:nvGrpSpPr>
        <p:grpSpPr>
          <a:xfrm>
            <a:off x="6945714" y="508958"/>
            <a:ext cx="1556368" cy="4170008"/>
            <a:chOff x="6945714" y="508958"/>
            <a:chExt cx="1556368" cy="4170008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6F1D3CA0-6E6E-EA28-584A-B769AB33D4EA}"/>
                </a:ext>
              </a:extLst>
            </p:cNvPr>
            <p:cNvGrpSpPr/>
            <p:nvPr/>
          </p:nvGrpSpPr>
          <p:grpSpPr>
            <a:xfrm>
              <a:off x="6945714" y="508958"/>
              <a:ext cx="1556368" cy="2754119"/>
              <a:chOff x="7097394" y="561789"/>
              <a:chExt cx="1409894" cy="2650978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ABF97694-52AE-C708-112D-C4571B075712}"/>
                  </a:ext>
                </a:extLst>
              </p:cNvPr>
              <p:cNvGrpSpPr/>
              <p:nvPr/>
            </p:nvGrpSpPr>
            <p:grpSpPr>
              <a:xfrm>
                <a:off x="7097394" y="561789"/>
                <a:ext cx="1370511" cy="2650978"/>
                <a:chOff x="8196631" y="376027"/>
                <a:chExt cx="1318467" cy="2624833"/>
              </a:xfrm>
              <a:solidFill>
                <a:schemeClr val="accent6">
                  <a:lumMod val="75000"/>
                </a:schemeClr>
              </a:solidFill>
            </p:grpSpPr>
            <p:grpSp>
              <p:nvGrpSpPr>
                <p:cNvPr id="146" name="Group 145">
                  <a:extLst>
                    <a:ext uri="{FF2B5EF4-FFF2-40B4-BE49-F238E27FC236}">
                      <a16:creationId xmlns:a16="http://schemas.microsoft.com/office/drawing/2014/main" id="{CC02DAC2-5573-AB00-1290-A11D61ADD605}"/>
                    </a:ext>
                  </a:extLst>
                </p:cNvPr>
                <p:cNvGrpSpPr/>
                <p:nvPr/>
              </p:nvGrpSpPr>
              <p:grpSpPr>
                <a:xfrm>
                  <a:off x="8196631" y="376027"/>
                  <a:ext cx="1318467" cy="2624833"/>
                  <a:chOff x="7422895" y="349401"/>
                  <a:chExt cx="1318467" cy="2624833"/>
                </a:xfrm>
                <a:grpFill/>
              </p:grpSpPr>
              <p:sp>
                <p:nvSpPr>
                  <p:cNvPr id="148" name="Rectangle 14">
                    <a:extLst>
                      <a:ext uri="{FF2B5EF4-FFF2-40B4-BE49-F238E27FC236}">
                        <a16:creationId xmlns:a16="http://schemas.microsoft.com/office/drawing/2014/main" id="{EA37816D-7556-BB7C-DBD2-6B6EF0F3BAC2}"/>
                      </a:ext>
                    </a:extLst>
                  </p:cNvPr>
                  <p:cNvSpPr/>
                  <p:nvPr/>
                </p:nvSpPr>
                <p:spPr>
                  <a:xfrm>
                    <a:off x="7422895" y="349401"/>
                    <a:ext cx="1318467" cy="2624833"/>
                  </a:xfrm>
                  <a:custGeom>
                    <a:avLst/>
                    <a:gdLst>
                      <a:gd name="connsiteX0" fmla="*/ 0 w 1309383"/>
                      <a:gd name="connsiteY0" fmla="*/ 0 h 2624833"/>
                      <a:gd name="connsiteX1" fmla="*/ 1309383 w 1309383"/>
                      <a:gd name="connsiteY1" fmla="*/ 0 h 2624833"/>
                      <a:gd name="connsiteX2" fmla="*/ 1309383 w 1309383"/>
                      <a:gd name="connsiteY2" fmla="*/ 2624833 h 2624833"/>
                      <a:gd name="connsiteX3" fmla="*/ 0 w 1309383"/>
                      <a:gd name="connsiteY3" fmla="*/ 2624833 h 2624833"/>
                      <a:gd name="connsiteX4" fmla="*/ 0 w 1309383"/>
                      <a:gd name="connsiteY4" fmla="*/ 0 h 2624833"/>
                      <a:gd name="connsiteX0" fmla="*/ 0 w 1309383"/>
                      <a:gd name="connsiteY0" fmla="*/ 0 h 2624833"/>
                      <a:gd name="connsiteX1" fmla="*/ 1309383 w 1309383"/>
                      <a:gd name="connsiteY1" fmla="*/ 0 h 2624833"/>
                      <a:gd name="connsiteX2" fmla="*/ 1301620 w 1309383"/>
                      <a:gd name="connsiteY2" fmla="*/ 1660290 h 2624833"/>
                      <a:gd name="connsiteX3" fmla="*/ 1309383 w 1309383"/>
                      <a:gd name="connsiteY3" fmla="*/ 2624833 h 2624833"/>
                      <a:gd name="connsiteX4" fmla="*/ 0 w 1309383"/>
                      <a:gd name="connsiteY4" fmla="*/ 2624833 h 2624833"/>
                      <a:gd name="connsiteX5" fmla="*/ 0 w 1309383"/>
                      <a:gd name="connsiteY5" fmla="*/ 0 h 2624833"/>
                      <a:gd name="connsiteX0" fmla="*/ 0 w 1309383"/>
                      <a:gd name="connsiteY0" fmla="*/ 0 h 2624833"/>
                      <a:gd name="connsiteX1" fmla="*/ 1309383 w 1309383"/>
                      <a:gd name="connsiteY1" fmla="*/ 0 h 2624833"/>
                      <a:gd name="connsiteX2" fmla="*/ 1301620 w 1309383"/>
                      <a:gd name="connsiteY2" fmla="*/ 1660290 h 2624833"/>
                      <a:gd name="connsiteX3" fmla="*/ 1309383 w 1309383"/>
                      <a:gd name="connsiteY3" fmla="*/ 2624833 h 2624833"/>
                      <a:gd name="connsiteX4" fmla="*/ 0 w 1309383"/>
                      <a:gd name="connsiteY4" fmla="*/ 2624833 h 2624833"/>
                      <a:gd name="connsiteX5" fmla="*/ 0 w 1309383"/>
                      <a:gd name="connsiteY5" fmla="*/ 0 h 2624833"/>
                      <a:gd name="connsiteX0" fmla="*/ 0 w 1309383"/>
                      <a:gd name="connsiteY0" fmla="*/ 0 h 2624833"/>
                      <a:gd name="connsiteX1" fmla="*/ 1309383 w 1309383"/>
                      <a:gd name="connsiteY1" fmla="*/ 0 h 2624833"/>
                      <a:gd name="connsiteX2" fmla="*/ 1301620 w 1309383"/>
                      <a:gd name="connsiteY2" fmla="*/ 1660290 h 2624833"/>
                      <a:gd name="connsiteX3" fmla="*/ 268289 w 1309383"/>
                      <a:gd name="connsiteY3" fmla="*/ 2558732 h 2624833"/>
                      <a:gd name="connsiteX4" fmla="*/ 0 w 1309383"/>
                      <a:gd name="connsiteY4" fmla="*/ 2624833 h 2624833"/>
                      <a:gd name="connsiteX5" fmla="*/ 0 w 1309383"/>
                      <a:gd name="connsiteY5" fmla="*/ 0 h 2624833"/>
                      <a:gd name="connsiteX0" fmla="*/ 0 w 1309383"/>
                      <a:gd name="connsiteY0" fmla="*/ 0 h 2624833"/>
                      <a:gd name="connsiteX1" fmla="*/ 1309383 w 1309383"/>
                      <a:gd name="connsiteY1" fmla="*/ 0 h 2624833"/>
                      <a:gd name="connsiteX2" fmla="*/ 1301620 w 1309383"/>
                      <a:gd name="connsiteY2" fmla="*/ 1660290 h 2624833"/>
                      <a:gd name="connsiteX3" fmla="*/ 383966 w 1309383"/>
                      <a:gd name="connsiteY3" fmla="*/ 2624833 h 2624833"/>
                      <a:gd name="connsiteX4" fmla="*/ 0 w 1309383"/>
                      <a:gd name="connsiteY4" fmla="*/ 2624833 h 2624833"/>
                      <a:gd name="connsiteX5" fmla="*/ 0 w 1309383"/>
                      <a:gd name="connsiteY5" fmla="*/ 0 h 2624833"/>
                      <a:gd name="connsiteX0" fmla="*/ 0 w 1309383"/>
                      <a:gd name="connsiteY0" fmla="*/ 0 h 2624833"/>
                      <a:gd name="connsiteX1" fmla="*/ 1309383 w 1309383"/>
                      <a:gd name="connsiteY1" fmla="*/ 0 h 2624833"/>
                      <a:gd name="connsiteX2" fmla="*/ 1301620 w 1309383"/>
                      <a:gd name="connsiteY2" fmla="*/ 1660290 h 2624833"/>
                      <a:gd name="connsiteX3" fmla="*/ 706709 w 1309383"/>
                      <a:gd name="connsiteY3" fmla="*/ 2040371 h 2624833"/>
                      <a:gd name="connsiteX4" fmla="*/ 383966 w 1309383"/>
                      <a:gd name="connsiteY4" fmla="*/ 2624833 h 2624833"/>
                      <a:gd name="connsiteX5" fmla="*/ 0 w 1309383"/>
                      <a:gd name="connsiteY5" fmla="*/ 2624833 h 2624833"/>
                      <a:gd name="connsiteX6" fmla="*/ 0 w 1309383"/>
                      <a:gd name="connsiteY6" fmla="*/ 0 h 2624833"/>
                      <a:gd name="connsiteX0" fmla="*/ 0 w 1309383"/>
                      <a:gd name="connsiteY0" fmla="*/ 0 h 2624833"/>
                      <a:gd name="connsiteX1" fmla="*/ 1309383 w 1309383"/>
                      <a:gd name="connsiteY1" fmla="*/ 0 h 2624833"/>
                      <a:gd name="connsiteX2" fmla="*/ 1301620 w 1309383"/>
                      <a:gd name="connsiteY2" fmla="*/ 1660290 h 2624833"/>
                      <a:gd name="connsiteX3" fmla="*/ 304593 w 1309383"/>
                      <a:gd name="connsiteY3" fmla="*/ 1522579 h 2624833"/>
                      <a:gd name="connsiteX4" fmla="*/ 383966 w 1309383"/>
                      <a:gd name="connsiteY4" fmla="*/ 2624833 h 2624833"/>
                      <a:gd name="connsiteX5" fmla="*/ 0 w 1309383"/>
                      <a:gd name="connsiteY5" fmla="*/ 2624833 h 2624833"/>
                      <a:gd name="connsiteX6" fmla="*/ 0 w 1309383"/>
                      <a:gd name="connsiteY6" fmla="*/ 0 h 2624833"/>
                      <a:gd name="connsiteX0" fmla="*/ 0 w 1309383"/>
                      <a:gd name="connsiteY0" fmla="*/ 0 h 2624833"/>
                      <a:gd name="connsiteX1" fmla="*/ 1309383 w 1309383"/>
                      <a:gd name="connsiteY1" fmla="*/ 0 h 2624833"/>
                      <a:gd name="connsiteX2" fmla="*/ 1301620 w 1309383"/>
                      <a:gd name="connsiteY2" fmla="*/ 1660290 h 2624833"/>
                      <a:gd name="connsiteX3" fmla="*/ 387220 w 1309383"/>
                      <a:gd name="connsiteY3" fmla="*/ 1682324 h 2624833"/>
                      <a:gd name="connsiteX4" fmla="*/ 383966 w 1309383"/>
                      <a:gd name="connsiteY4" fmla="*/ 2624833 h 2624833"/>
                      <a:gd name="connsiteX5" fmla="*/ 0 w 1309383"/>
                      <a:gd name="connsiteY5" fmla="*/ 2624833 h 2624833"/>
                      <a:gd name="connsiteX6" fmla="*/ 0 w 1309383"/>
                      <a:gd name="connsiteY6" fmla="*/ 0 h 2624833"/>
                      <a:gd name="connsiteX0" fmla="*/ 0 w 1309383"/>
                      <a:gd name="connsiteY0" fmla="*/ 0 h 2624833"/>
                      <a:gd name="connsiteX1" fmla="*/ 1309383 w 1309383"/>
                      <a:gd name="connsiteY1" fmla="*/ 0 h 2624833"/>
                      <a:gd name="connsiteX2" fmla="*/ 1301620 w 1309383"/>
                      <a:gd name="connsiteY2" fmla="*/ 1660290 h 2624833"/>
                      <a:gd name="connsiteX3" fmla="*/ 387220 w 1309383"/>
                      <a:gd name="connsiteY3" fmla="*/ 1682324 h 2624833"/>
                      <a:gd name="connsiteX4" fmla="*/ 383966 w 1309383"/>
                      <a:gd name="connsiteY4" fmla="*/ 2624833 h 2624833"/>
                      <a:gd name="connsiteX5" fmla="*/ 0 w 1309383"/>
                      <a:gd name="connsiteY5" fmla="*/ 2624833 h 2624833"/>
                      <a:gd name="connsiteX6" fmla="*/ 0 w 1309383"/>
                      <a:gd name="connsiteY6" fmla="*/ 0 h 2624833"/>
                      <a:gd name="connsiteX0" fmla="*/ 0 w 1309383"/>
                      <a:gd name="connsiteY0" fmla="*/ 0 h 2624833"/>
                      <a:gd name="connsiteX1" fmla="*/ 1309383 w 1309383"/>
                      <a:gd name="connsiteY1" fmla="*/ 0 h 2624833"/>
                      <a:gd name="connsiteX2" fmla="*/ 1301620 w 1309383"/>
                      <a:gd name="connsiteY2" fmla="*/ 1660290 h 2624833"/>
                      <a:gd name="connsiteX3" fmla="*/ 387220 w 1309383"/>
                      <a:gd name="connsiteY3" fmla="*/ 1682324 h 2624833"/>
                      <a:gd name="connsiteX4" fmla="*/ 383966 w 1309383"/>
                      <a:gd name="connsiteY4" fmla="*/ 2624833 h 2624833"/>
                      <a:gd name="connsiteX5" fmla="*/ 0 w 1309383"/>
                      <a:gd name="connsiteY5" fmla="*/ 2624833 h 2624833"/>
                      <a:gd name="connsiteX6" fmla="*/ 0 w 1309383"/>
                      <a:gd name="connsiteY6" fmla="*/ 0 h 2624833"/>
                      <a:gd name="connsiteX0" fmla="*/ 0 w 1309383"/>
                      <a:gd name="connsiteY0" fmla="*/ 0 h 2624833"/>
                      <a:gd name="connsiteX1" fmla="*/ 1309383 w 1309383"/>
                      <a:gd name="connsiteY1" fmla="*/ 0 h 2624833"/>
                      <a:gd name="connsiteX2" fmla="*/ 1301620 w 1309383"/>
                      <a:gd name="connsiteY2" fmla="*/ 1660290 h 2624833"/>
                      <a:gd name="connsiteX3" fmla="*/ 387220 w 1309383"/>
                      <a:gd name="connsiteY3" fmla="*/ 1682324 h 2624833"/>
                      <a:gd name="connsiteX4" fmla="*/ 383966 w 1309383"/>
                      <a:gd name="connsiteY4" fmla="*/ 2624833 h 2624833"/>
                      <a:gd name="connsiteX5" fmla="*/ 0 w 1309383"/>
                      <a:gd name="connsiteY5" fmla="*/ 2624833 h 2624833"/>
                      <a:gd name="connsiteX6" fmla="*/ 0 w 1309383"/>
                      <a:gd name="connsiteY6" fmla="*/ 0 h 2624833"/>
                      <a:gd name="connsiteX0" fmla="*/ 0 w 1309383"/>
                      <a:gd name="connsiteY0" fmla="*/ 0 h 2624833"/>
                      <a:gd name="connsiteX1" fmla="*/ 1309383 w 1309383"/>
                      <a:gd name="connsiteY1" fmla="*/ 0 h 2624833"/>
                      <a:gd name="connsiteX2" fmla="*/ 1285095 w 1309383"/>
                      <a:gd name="connsiteY2" fmla="*/ 1654782 h 2624833"/>
                      <a:gd name="connsiteX3" fmla="*/ 387220 w 1309383"/>
                      <a:gd name="connsiteY3" fmla="*/ 1682324 h 2624833"/>
                      <a:gd name="connsiteX4" fmla="*/ 383966 w 1309383"/>
                      <a:gd name="connsiteY4" fmla="*/ 2624833 h 2624833"/>
                      <a:gd name="connsiteX5" fmla="*/ 0 w 1309383"/>
                      <a:gd name="connsiteY5" fmla="*/ 2624833 h 2624833"/>
                      <a:gd name="connsiteX6" fmla="*/ 0 w 1309383"/>
                      <a:gd name="connsiteY6" fmla="*/ 0 h 2624833"/>
                      <a:gd name="connsiteX0" fmla="*/ 0 w 1318467"/>
                      <a:gd name="connsiteY0" fmla="*/ 0 h 2624833"/>
                      <a:gd name="connsiteX1" fmla="*/ 1309383 w 1318467"/>
                      <a:gd name="connsiteY1" fmla="*/ 0 h 2624833"/>
                      <a:gd name="connsiteX2" fmla="*/ 1318145 w 1318467"/>
                      <a:gd name="connsiteY2" fmla="*/ 1654782 h 2624833"/>
                      <a:gd name="connsiteX3" fmla="*/ 387220 w 1318467"/>
                      <a:gd name="connsiteY3" fmla="*/ 1682324 h 2624833"/>
                      <a:gd name="connsiteX4" fmla="*/ 383966 w 1318467"/>
                      <a:gd name="connsiteY4" fmla="*/ 2624833 h 2624833"/>
                      <a:gd name="connsiteX5" fmla="*/ 0 w 1318467"/>
                      <a:gd name="connsiteY5" fmla="*/ 2624833 h 2624833"/>
                      <a:gd name="connsiteX6" fmla="*/ 0 w 1318467"/>
                      <a:gd name="connsiteY6" fmla="*/ 0 h 2624833"/>
                      <a:gd name="connsiteX0" fmla="*/ 0 w 1318467"/>
                      <a:gd name="connsiteY0" fmla="*/ 0 h 2624833"/>
                      <a:gd name="connsiteX1" fmla="*/ 1309383 w 1318467"/>
                      <a:gd name="connsiteY1" fmla="*/ 0 h 2624833"/>
                      <a:gd name="connsiteX2" fmla="*/ 1318145 w 1318467"/>
                      <a:gd name="connsiteY2" fmla="*/ 1654782 h 2624833"/>
                      <a:gd name="connsiteX3" fmla="*/ 387220 w 1318467"/>
                      <a:gd name="connsiteY3" fmla="*/ 1682324 h 2624833"/>
                      <a:gd name="connsiteX4" fmla="*/ 383966 w 1318467"/>
                      <a:gd name="connsiteY4" fmla="*/ 2624833 h 2624833"/>
                      <a:gd name="connsiteX5" fmla="*/ 0 w 1318467"/>
                      <a:gd name="connsiteY5" fmla="*/ 2624833 h 2624833"/>
                      <a:gd name="connsiteX6" fmla="*/ 0 w 1318467"/>
                      <a:gd name="connsiteY6" fmla="*/ 0 h 2624833"/>
                      <a:gd name="connsiteX0" fmla="*/ 0 w 1318467"/>
                      <a:gd name="connsiteY0" fmla="*/ 0 h 2624833"/>
                      <a:gd name="connsiteX1" fmla="*/ 1309383 w 1318467"/>
                      <a:gd name="connsiteY1" fmla="*/ 0 h 2624833"/>
                      <a:gd name="connsiteX2" fmla="*/ 1318145 w 1318467"/>
                      <a:gd name="connsiteY2" fmla="*/ 1676815 h 2624833"/>
                      <a:gd name="connsiteX3" fmla="*/ 387220 w 1318467"/>
                      <a:gd name="connsiteY3" fmla="*/ 1682324 h 2624833"/>
                      <a:gd name="connsiteX4" fmla="*/ 383966 w 1318467"/>
                      <a:gd name="connsiteY4" fmla="*/ 2624833 h 2624833"/>
                      <a:gd name="connsiteX5" fmla="*/ 0 w 1318467"/>
                      <a:gd name="connsiteY5" fmla="*/ 2624833 h 2624833"/>
                      <a:gd name="connsiteX6" fmla="*/ 0 w 1318467"/>
                      <a:gd name="connsiteY6" fmla="*/ 0 h 26248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18467" h="2624833">
                        <a:moveTo>
                          <a:pt x="0" y="0"/>
                        </a:moveTo>
                        <a:lnTo>
                          <a:pt x="1309383" y="0"/>
                        </a:lnTo>
                        <a:cubicBezTo>
                          <a:pt x="1306795" y="553430"/>
                          <a:pt x="1320733" y="1123385"/>
                          <a:pt x="1318145" y="1676815"/>
                        </a:cubicBezTo>
                        <a:lnTo>
                          <a:pt x="387220" y="1682324"/>
                        </a:lnTo>
                        <a:cubicBezTo>
                          <a:pt x="360972" y="2101977"/>
                          <a:pt x="380566" y="2268526"/>
                          <a:pt x="383966" y="2624833"/>
                        </a:cubicBezTo>
                        <a:lnTo>
                          <a:pt x="0" y="26248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381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9" name="Isosceles Triangle 10">
                    <a:extLst>
                      <a:ext uri="{FF2B5EF4-FFF2-40B4-BE49-F238E27FC236}">
                        <a16:creationId xmlns:a16="http://schemas.microsoft.com/office/drawing/2014/main" id="{A70CDF16-BCD5-AB42-A9DA-75096721FA03}"/>
                      </a:ext>
                    </a:extLst>
                  </p:cNvPr>
                  <p:cNvSpPr/>
                  <p:nvPr/>
                </p:nvSpPr>
                <p:spPr>
                  <a:xfrm rot="10800000" flipH="1" flipV="1">
                    <a:off x="7471669" y="2704302"/>
                    <a:ext cx="239556" cy="257980"/>
                  </a:xfrm>
                  <a:custGeom>
                    <a:avLst/>
                    <a:gdLst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54996 w 154996"/>
                      <a:gd name="connsiteY2" fmla="*/ 132522 h 132522"/>
                      <a:gd name="connsiteX3" fmla="*/ 0 w 154996"/>
                      <a:gd name="connsiteY3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56930 w 154996"/>
                      <a:gd name="connsiteY2" fmla="*/ 45057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54996"/>
                      <a:gd name="connsiteY0" fmla="*/ 132522 h 132522"/>
                      <a:gd name="connsiteX1" fmla="*/ 0 w 154996"/>
                      <a:gd name="connsiteY1" fmla="*/ 0 h 132522"/>
                      <a:gd name="connsiteX2" fmla="*/ 112589 w 154996"/>
                      <a:gd name="connsiteY2" fmla="*/ 18553 h 132522"/>
                      <a:gd name="connsiteX3" fmla="*/ 154996 w 154996"/>
                      <a:gd name="connsiteY3" fmla="*/ 132522 h 132522"/>
                      <a:gd name="connsiteX4" fmla="*/ 0 w 154996"/>
                      <a:gd name="connsiteY4" fmla="*/ 132522 h 132522"/>
                      <a:gd name="connsiteX0" fmla="*/ 0 w 160273"/>
                      <a:gd name="connsiteY0" fmla="*/ 141085 h 141085"/>
                      <a:gd name="connsiteX1" fmla="*/ 0 w 160273"/>
                      <a:gd name="connsiteY1" fmla="*/ 8563 h 141085"/>
                      <a:gd name="connsiteX2" fmla="*/ 112589 w 160273"/>
                      <a:gd name="connsiteY2" fmla="*/ 27116 h 141085"/>
                      <a:gd name="connsiteX3" fmla="*/ 154996 w 160273"/>
                      <a:gd name="connsiteY3" fmla="*/ 141085 h 141085"/>
                      <a:gd name="connsiteX4" fmla="*/ 0 w 160273"/>
                      <a:gd name="connsiteY4" fmla="*/ 141085 h 141085"/>
                      <a:gd name="connsiteX0" fmla="*/ 0 w 158940"/>
                      <a:gd name="connsiteY0" fmla="*/ 138889 h 138889"/>
                      <a:gd name="connsiteX1" fmla="*/ 0 w 158940"/>
                      <a:gd name="connsiteY1" fmla="*/ 6367 h 138889"/>
                      <a:gd name="connsiteX2" fmla="*/ 112589 w 158940"/>
                      <a:gd name="connsiteY2" fmla="*/ 24920 h 138889"/>
                      <a:gd name="connsiteX3" fmla="*/ 154996 w 158940"/>
                      <a:gd name="connsiteY3" fmla="*/ 138889 h 138889"/>
                      <a:gd name="connsiteX4" fmla="*/ 0 w 158940"/>
                      <a:gd name="connsiteY4" fmla="*/ 138889 h 138889"/>
                      <a:gd name="connsiteX0" fmla="*/ 0 w 159464"/>
                      <a:gd name="connsiteY0" fmla="*/ 137644 h 137644"/>
                      <a:gd name="connsiteX1" fmla="*/ 0 w 159464"/>
                      <a:gd name="connsiteY1" fmla="*/ 5122 h 137644"/>
                      <a:gd name="connsiteX2" fmla="*/ 120540 w 159464"/>
                      <a:gd name="connsiteY2" fmla="*/ 34276 h 137644"/>
                      <a:gd name="connsiteX3" fmla="*/ 154996 w 159464"/>
                      <a:gd name="connsiteY3" fmla="*/ 137644 h 137644"/>
                      <a:gd name="connsiteX4" fmla="*/ 0 w 159464"/>
                      <a:gd name="connsiteY4" fmla="*/ 137644 h 137644"/>
                      <a:gd name="connsiteX0" fmla="*/ 0 w 159976"/>
                      <a:gd name="connsiteY0" fmla="*/ 142975 h 142975"/>
                      <a:gd name="connsiteX1" fmla="*/ 0 w 159976"/>
                      <a:gd name="connsiteY1" fmla="*/ 10453 h 142975"/>
                      <a:gd name="connsiteX2" fmla="*/ 71549 w 159976"/>
                      <a:gd name="connsiteY2" fmla="*/ 11882 h 142975"/>
                      <a:gd name="connsiteX3" fmla="*/ 120540 w 159976"/>
                      <a:gd name="connsiteY3" fmla="*/ 39607 h 142975"/>
                      <a:gd name="connsiteX4" fmla="*/ 154996 w 159976"/>
                      <a:gd name="connsiteY4" fmla="*/ 142975 h 142975"/>
                      <a:gd name="connsiteX5" fmla="*/ 0 w 159976"/>
                      <a:gd name="connsiteY5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6133"/>
                      <a:gd name="connsiteY0" fmla="*/ 142975 h 142975"/>
                      <a:gd name="connsiteX1" fmla="*/ 0 w 166133"/>
                      <a:gd name="connsiteY1" fmla="*/ 10453 h 142975"/>
                      <a:gd name="connsiteX2" fmla="*/ 71549 w 166133"/>
                      <a:gd name="connsiteY2" fmla="*/ 11882 h 142975"/>
                      <a:gd name="connsiteX3" fmla="*/ 120540 w 166133"/>
                      <a:gd name="connsiteY3" fmla="*/ 39607 h 142975"/>
                      <a:gd name="connsiteX4" fmla="*/ 150130 w 166133"/>
                      <a:gd name="connsiteY4" fmla="*/ 85700 h 142975"/>
                      <a:gd name="connsiteX5" fmla="*/ 154996 w 166133"/>
                      <a:gd name="connsiteY5" fmla="*/ 142975 h 142975"/>
                      <a:gd name="connsiteX6" fmla="*/ 0 w 166133"/>
                      <a:gd name="connsiteY6" fmla="*/ 142975 h 142975"/>
                      <a:gd name="connsiteX0" fmla="*/ 0 w 167850"/>
                      <a:gd name="connsiteY0" fmla="*/ 142975 h 142975"/>
                      <a:gd name="connsiteX1" fmla="*/ 0 w 167850"/>
                      <a:gd name="connsiteY1" fmla="*/ 10453 h 142975"/>
                      <a:gd name="connsiteX2" fmla="*/ 71549 w 167850"/>
                      <a:gd name="connsiteY2" fmla="*/ 11882 h 142975"/>
                      <a:gd name="connsiteX3" fmla="*/ 120540 w 167850"/>
                      <a:gd name="connsiteY3" fmla="*/ 39607 h 142975"/>
                      <a:gd name="connsiteX4" fmla="*/ 150130 w 167850"/>
                      <a:gd name="connsiteY4" fmla="*/ 85700 h 142975"/>
                      <a:gd name="connsiteX5" fmla="*/ 154996 w 167850"/>
                      <a:gd name="connsiteY5" fmla="*/ 142975 h 142975"/>
                      <a:gd name="connsiteX6" fmla="*/ 0 w 167850"/>
                      <a:gd name="connsiteY6" fmla="*/ 142975 h 142975"/>
                      <a:gd name="connsiteX0" fmla="*/ 0 w 167241"/>
                      <a:gd name="connsiteY0" fmla="*/ 142975 h 142975"/>
                      <a:gd name="connsiteX1" fmla="*/ 0 w 167241"/>
                      <a:gd name="connsiteY1" fmla="*/ 10453 h 142975"/>
                      <a:gd name="connsiteX2" fmla="*/ 71549 w 167241"/>
                      <a:gd name="connsiteY2" fmla="*/ 11882 h 142975"/>
                      <a:gd name="connsiteX3" fmla="*/ 120540 w 167241"/>
                      <a:gd name="connsiteY3" fmla="*/ 39607 h 142975"/>
                      <a:gd name="connsiteX4" fmla="*/ 150130 w 167241"/>
                      <a:gd name="connsiteY4" fmla="*/ 85700 h 142975"/>
                      <a:gd name="connsiteX5" fmla="*/ 154996 w 167241"/>
                      <a:gd name="connsiteY5" fmla="*/ 142975 h 142975"/>
                      <a:gd name="connsiteX6" fmla="*/ 0 w 167241"/>
                      <a:gd name="connsiteY6" fmla="*/ 142975 h 142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7241" h="142975">
                        <a:moveTo>
                          <a:pt x="0" y="142975"/>
                        </a:moveTo>
                        <a:lnTo>
                          <a:pt x="0" y="10453"/>
                        </a:lnTo>
                        <a:cubicBezTo>
                          <a:pt x="11925" y="-11396"/>
                          <a:pt x="56221" y="7023"/>
                          <a:pt x="71549" y="11882"/>
                        </a:cubicBezTo>
                        <a:cubicBezTo>
                          <a:pt x="86877" y="16741"/>
                          <a:pt x="107443" y="27304"/>
                          <a:pt x="120540" y="39607"/>
                        </a:cubicBezTo>
                        <a:cubicBezTo>
                          <a:pt x="133637" y="51910"/>
                          <a:pt x="139625" y="63710"/>
                          <a:pt x="150130" y="85700"/>
                        </a:cubicBezTo>
                        <a:cubicBezTo>
                          <a:pt x="160635" y="107690"/>
                          <a:pt x="180018" y="133429"/>
                          <a:pt x="154996" y="142975"/>
                        </a:cubicBezTo>
                        <a:lnTo>
                          <a:pt x="0" y="142975"/>
                        </a:lnTo>
                        <a:close/>
                      </a:path>
                    </a:pathLst>
                  </a:custGeom>
                  <a:grpFill/>
                  <a:ln w="12700"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B0AC00B1-4C95-FB11-E20F-4F7E16A62629}"/>
                    </a:ext>
                  </a:extLst>
                </p:cNvPr>
                <p:cNvSpPr/>
                <p:nvPr/>
              </p:nvSpPr>
              <p:spPr>
                <a:xfrm rot="16200000">
                  <a:off x="7781359" y="810386"/>
                  <a:ext cx="1061849" cy="204955"/>
                </a:xfrm>
                <a:prstGeom prst="rect">
                  <a:avLst/>
                </a:prstGeom>
                <a:grpFill/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0426C80A-7C18-D2CA-8945-C73A82263D16}"/>
                  </a:ext>
                </a:extLst>
              </p:cNvPr>
              <p:cNvSpPr/>
              <p:nvPr/>
            </p:nvSpPr>
            <p:spPr>
              <a:xfrm>
                <a:off x="7458635" y="2193365"/>
                <a:ext cx="1048653" cy="21168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A41ADDD5-C4C6-B213-F256-91F41438E6C2}"/>
                </a:ext>
              </a:extLst>
            </p:cNvPr>
            <p:cNvGrpSpPr/>
            <p:nvPr/>
          </p:nvGrpSpPr>
          <p:grpSpPr>
            <a:xfrm>
              <a:off x="7471474" y="2405942"/>
              <a:ext cx="460472" cy="2273024"/>
              <a:chOff x="7114728" y="3253771"/>
              <a:chExt cx="908653" cy="1411228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9009446C-F72C-A7D0-00D3-EAF3F68A6FA4}"/>
                  </a:ext>
                </a:extLst>
              </p:cNvPr>
              <p:cNvSpPr/>
              <p:nvPr/>
            </p:nvSpPr>
            <p:spPr>
              <a:xfrm>
                <a:off x="7114728" y="3253771"/>
                <a:ext cx="908653" cy="1365937"/>
              </a:xfrm>
              <a:prstGeom prst="rect">
                <a:avLst/>
              </a:prstGeom>
              <a:grp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C886F43C-32D6-E065-17D9-981D44603E03}"/>
                  </a:ext>
                </a:extLst>
              </p:cNvPr>
              <p:cNvGrpSpPr/>
              <p:nvPr/>
            </p:nvGrpSpPr>
            <p:grpSpPr>
              <a:xfrm rot="10800000">
                <a:off x="7564763" y="4369061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153" name="Isosceles Triangle 10">
                  <a:extLst>
                    <a:ext uri="{FF2B5EF4-FFF2-40B4-BE49-F238E27FC236}">
                      <a16:creationId xmlns:a16="http://schemas.microsoft.com/office/drawing/2014/main" id="{84291A55-C1B8-B452-A20F-34A22C28DF44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854397B3-B9EA-5F07-F730-7B64CDD066E7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8363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9F0F842-C056-4C4B-C291-72594152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6D2476C7-5C31-BC57-3354-306C2FFC3973}"/>
              </a:ext>
            </a:extLst>
          </p:cNvPr>
          <p:cNvGrpSpPr/>
          <p:nvPr/>
        </p:nvGrpSpPr>
        <p:grpSpPr>
          <a:xfrm>
            <a:off x="2309811" y="4610707"/>
            <a:ext cx="7334373" cy="666239"/>
            <a:chOff x="1522645" y="2315044"/>
            <a:chExt cx="7334373" cy="666239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8CBF2BF-DF8E-2E04-9D7E-4B64042CD5D5}"/>
                </a:ext>
              </a:extLst>
            </p:cNvPr>
            <p:cNvGrpSpPr/>
            <p:nvPr/>
          </p:nvGrpSpPr>
          <p:grpSpPr>
            <a:xfrm>
              <a:off x="1522645" y="2315044"/>
              <a:ext cx="7334373" cy="666239"/>
              <a:chOff x="2394861" y="4931164"/>
              <a:chExt cx="7334373" cy="66623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4EA8A66-5079-F138-3541-47767EE26314}"/>
                  </a:ext>
                </a:extLst>
              </p:cNvPr>
              <p:cNvSpPr/>
              <p:nvPr/>
            </p:nvSpPr>
            <p:spPr>
              <a:xfrm>
                <a:off x="2414040" y="4931164"/>
                <a:ext cx="7315194" cy="66623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E42D4EDF-BC78-CBD7-1453-F3E0F3F315B4}"/>
                  </a:ext>
                </a:extLst>
              </p:cNvPr>
              <p:cNvGrpSpPr/>
              <p:nvPr/>
            </p:nvGrpSpPr>
            <p:grpSpPr>
              <a:xfrm rot="16200000">
                <a:off x="2423052" y="5148921"/>
                <a:ext cx="239556" cy="295938"/>
                <a:chOff x="9076361" y="2963878"/>
                <a:chExt cx="239556" cy="295938"/>
              </a:xfrm>
            </p:grpSpPr>
            <p:sp>
              <p:nvSpPr>
                <p:cNvPr id="47" name="Isosceles Triangle 10">
                  <a:extLst>
                    <a:ext uri="{FF2B5EF4-FFF2-40B4-BE49-F238E27FC236}">
                      <a16:creationId xmlns:a16="http://schemas.microsoft.com/office/drawing/2014/main" id="{38598D99-E4FF-02AF-299C-34C1CF273E14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CF8B96F0-6351-7E14-3B6B-4B7B95038011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B3BDB57-266F-2D7D-BD2A-5F247608F6B3}"/>
                  </a:ext>
                </a:extLst>
              </p:cNvPr>
              <p:cNvSpPr/>
              <p:nvPr/>
            </p:nvSpPr>
            <p:spPr>
              <a:xfrm>
                <a:off x="3173375" y="4952844"/>
                <a:ext cx="1372279" cy="20495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5000"/>
                      <a:lumOff val="9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  <a:gs pos="79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783256C-EEF0-A99C-337E-ECEE630DF93A}"/>
                </a:ext>
              </a:extLst>
            </p:cNvPr>
            <p:cNvSpPr/>
            <p:nvPr/>
          </p:nvSpPr>
          <p:spPr>
            <a:xfrm>
              <a:off x="4311905" y="2392361"/>
              <a:ext cx="2969952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Servant’s Passage</a:t>
              </a:r>
              <a:endPara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F030AE6-1B59-3293-E647-73C6F1153DBF}"/>
              </a:ext>
            </a:extLst>
          </p:cNvPr>
          <p:cNvSpPr/>
          <p:nvPr/>
        </p:nvSpPr>
        <p:spPr>
          <a:xfrm>
            <a:off x="-565430" y="5792713"/>
            <a:ext cx="456404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Basement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F67E30F-2792-6017-45C1-C358C14CC9D5}"/>
              </a:ext>
            </a:extLst>
          </p:cNvPr>
          <p:cNvGrpSpPr/>
          <p:nvPr/>
        </p:nvGrpSpPr>
        <p:grpSpPr>
          <a:xfrm>
            <a:off x="2187376" y="3248092"/>
            <a:ext cx="2182644" cy="1384783"/>
            <a:chOff x="1929667" y="1993528"/>
            <a:chExt cx="2182644" cy="138478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419AC6F-EE2D-449D-DB81-8C796DEE61A6}"/>
                </a:ext>
              </a:extLst>
            </p:cNvPr>
            <p:cNvSpPr/>
            <p:nvPr/>
          </p:nvSpPr>
          <p:spPr>
            <a:xfrm>
              <a:off x="2071281" y="1993528"/>
              <a:ext cx="2021589" cy="135416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C37F836-8AFF-2CE1-8288-3D67B5BF2C76}"/>
                </a:ext>
              </a:extLst>
            </p:cNvPr>
            <p:cNvGrpSpPr/>
            <p:nvPr/>
          </p:nvGrpSpPr>
          <p:grpSpPr>
            <a:xfrm rot="5400000">
              <a:off x="3844564" y="2522640"/>
              <a:ext cx="239556" cy="295938"/>
              <a:chOff x="9076361" y="2963878"/>
              <a:chExt cx="239556" cy="295938"/>
            </a:xfrm>
          </p:grpSpPr>
          <p:sp>
            <p:nvSpPr>
              <p:cNvPr id="26" name="Isosceles Triangle 10">
                <a:extLst>
                  <a:ext uri="{FF2B5EF4-FFF2-40B4-BE49-F238E27FC236}">
                    <a16:creationId xmlns:a16="http://schemas.microsoft.com/office/drawing/2014/main" id="{83B81FA1-19C5-B48C-53C3-4E8BB7024531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5E3EA1F-4B66-97D6-18D7-E5E322D595F3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6497FD4-9CC7-875F-FAF4-8BEEC4E2A945}"/>
                </a:ext>
              </a:extLst>
            </p:cNvPr>
            <p:cNvSpPr/>
            <p:nvPr/>
          </p:nvSpPr>
          <p:spPr>
            <a:xfrm>
              <a:off x="2433544" y="2259438"/>
              <a:ext cx="1344872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Old Kitchen</a:t>
              </a:r>
              <a:endPara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42BE162-4B2A-EC55-711D-FAF64ED03FC9}"/>
                </a:ext>
              </a:extLst>
            </p:cNvPr>
            <p:cNvSpPr/>
            <p:nvPr/>
          </p:nvSpPr>
          <p:spPr>
            <a:xfrm>
              <a:off x="1929667" y="2505556"/>
              <a:ext cx="219992" cy="30202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2A828C0-1B8E-202C-A029-45E47D031490}"/>
                </a:ext>
              </a:extLst>
            </p:cNvPr>
            <p:cNvSpPr/>
            <p:nvPr/>
          </p:nvSpPr>
          <p:spPr>
            <a:xfrm>
              <a:off x="2158746" y="2550831"/>
              <a:ext cx="45719" cy="2321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B65690D-35FF-E6B2-C5B0-1240A2512962}"/>
                </a:ext>
              </a:extLst>
            </p:cNvPr>
            <p:cNvGrpSpPr/>
            <p:nvPr/>
          </p:nvGrpSpPr>
          <p:grpSpPr>
            <a:xfrm>
              <a:off x="2334833" y="3079925"/>
              <a:ext cx="465051" cy="298386"/>
              <a:chOff x="656321" y="2822285"/>
              <a:chExt cx="465051" cy="298386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36D8BE75-067F-E61A-B580-94B5213B35FD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295938"/>
                <a:chOff x="9076361" y="2963878"/>
                <a:chExt cx="239556" cy="295938"/>
              </a:xfrm>
            </p:grpSpPr>
            <p:sp>
              <p:nvSpPr>
                <p:cNvPr id="43" name="Isosceles Triangle 10">
                  <a:extLst>
                    <a:ext uri="{FF2B5EF4-FFF2-40B4-BE49-F238E27FC236}">
                      <a16:creationId xmlns:a16="http://schemas.microsoft.com/office/drawing/2014/main" id="{B6EDF11A-DAE6-19EC-B27F-E0503C22ED7D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349B75C-3F0E-D4A1-FA03-6D3D2B381086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5D95F016-081A-6121-92DE-DA9D44579B08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295938"/>
                <a:chOff x="9076361" y="2963878"/>
                <a:chExt cx="239556" cy="295938"/>
              </a:xfrm>
            </p:grpSpPr>
            <p:sp>
              <p:nvSpPr>
                <p:cNvPr id="41" name="Isosceles Triangle 10">
                  <a:extLst>
                    <a:ext uri="{FF2B5EF4-FFF2-40B4-BE49-F238E27FC236}">
                      <a16:creationId xmlns:a16="http://schemas.microsoft.com/office/drawing/2014/main" id="{F692F09D-670A-7966-1EBE-0073C380693C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E2199A8A-58F1-4549-65F5-D7118A9246C2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A2BA33-9EBB-3100-7BD2-5D05D7CDE086}"/>
              </a:ext>
            </a:extLst>
          </p:cNvPr>
          <p:cNvGrpSpPr/>
          <p:nvPr/>
        </p:nvGrpSpPr>
        <p:grpSpPr>
          <a:xfrm>
            <a:off x="4311905" y="3242292"/>
            <a:ext cx="1053151" cy="1409085"/>
            <a:chOff x="4311905" y="3242292"/>
            <a:chExt cx="1053151" cy="140908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C5DD1B2-628B-941D-8225-91BA223F1406}"/>
                </a:ext>
              </a:extLst>
            </p:cNvPr>
            <p:cNvSpPr/>
            <p:nvPr/>
          </p:nvSpPr>
          <p:spPr>
            <a:xfrm>
              <a:off x="4349306" y="3242292"/>
              <a:ext cx="1015750" cy="136593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5EAE5A6-5E46-37C9-BBDF-408020381088}"/>
                </a:ext>
              </a:extLst>
            </p:cNvPr>
            <p:cNvGrpSpPr/>
            <p:nvPr/>
          </p:nvGrpSpPr>
          <p:grpSpPr>
            <a:xfrm>
              <a:off x="4609325" y="4352991"/>
              <a:ext cx="465051" cy="298386"/>
              <a:chOff x="656321" y="2822285"/>
              <a:chExt cx="465051" cy="298386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8231DD2E-71C2-7211-1086-C029F1AB7509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295938"/>
                <a:chOff x="9076361" y="2963878"/>
                <a:chExt cx="239556" cy="295938"/>
              </a:xfrm>
            </p:grpSpPr>
            <p:sp>
              <p:nvSpPr>
                <p:cNvPr id="61" name="Isosceles Triangle 10">
                  <a:extLst>
                    <a:ext uri="{FF2B5EF4-FFF2-40B4-BE49-F238E27FC236}">
                      <a16:creationId xmlns:a16="http://schemas.microsoft.com/office/drawing/2014/main" id="{7D555177-2744-21F5-89A9-9AB394B7D791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D784B157-34DD-1B6A-3AA5-A316BA709DDF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AB544DA8-5D43-2691-79AF-A1B92F933652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295938"/>
                <a:chOff x="9076361" y="2963878"/>
                <a:chExt cx="239556" cy="295938"/>
              </a:xfrm>
            </p:grpSpPr>
            <p:sp>
              <p:nvSpPr>
                <p:cNvPr id="59" name="Isosceles Triangle 10">
                  <a:extLst>
                    <a:ext uri="{FF2B5EF4-FFF2-40B4-BE49-F238E27FC236}">
                      <a16:creationId xmlns:a16="http://schemas.microsoft.com/office/drawing/2014/main" id="{74F379A9-165A-E4AE-BEEE-2410D71ADDE5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3EA54FC-0099-A0A3-3977-4F3136221CAC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F20391A-288F-1654-DEDF-E19AF6A9AE39}"/>
                </a:ext>
              </a:extLst>
            </p:cNvPr>
            <p:cNvSpPr/>
            <p:nvPr/>
          </p:nvSpPr>
          <p:spPr>
            <a:xfrm>
              <a:off x="4311905" y="3475166"/>
              <a:ext cx="1048653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Root Cellar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29752FD-54B8-5346-CB15-90C874C52FC4}"/>
              </a:ext>
            </a:extLst>
          </p:cNvPr>
          <p:cNvGrpSpPr/>
          <p:nvPr/>
        </p:nvGrpSpPr>
        <p:grpSpPr>
          <a:xfrm>
            <a:off x="5184038" y="3247114"/>
            <a:ext cx="1048653" cy="1407308"/>
            <a:chOff x="5184038" y="3247114"/>
            <a:chExt cx="1048653" cy="140730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037BA14-F685-3DFE-6BD6-3B32C1AE02CB}"/>
                </a:ext>
              </a:extLst>
            </p:cNvPr>
            <p:cNvSpPr/>
            <p:nvPr/>
          </p:nvSpPr>
          <p:spPr>
            <a:xfrm>
              <a:off x="5374353" y="3247114"/>
              <a:ext cx="669824" cy="136593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404067C-9C4D-C504-3C29-80DB29E76C98}"/>
                </a:ext>
              </a:extLst>
            </p:cNvPr>
            <p:cNvGrpSpPr/>
            <p:nvPr/>
          </p:nvGrpSpPr>
          <p:grpSpPr>
            <a:xfrm>
              <a:off x="5482871" y="4356036"/>
              <a:ext cx="465051" cy="298386"/>
              <a:chOff x="656321" y="2822285"/>
              <a:chExt cx="465051" cy="298386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E052C55B-68DF-DCC1-8354-E58EC06F04F2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295938"/>
                <a:chOff x="9076361" y="2963878"/>
                <a:chExt cx="239556" cy="295938"/>
              </a:xfrm>
            </p:grpSpPr>
            <p:sp>
              <p:nvSpPr>
                <p:cNvPr id="70" name="Isosceles Triangle 10">
                  <a:extLst>
                    <a:ext uri="{FF2B5EF4-FFF2-40B4-BE49-F238E27FC236}">
                      <a16:creationId xmlns:a16="http://schemas.microsoft.com/office/drawing/2014/main" id="{F5C74308-F111-140B-87E0-5D1C3287CDE6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F5B2B21-D76C-E6AD-BCEF-811BE35CCD1B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F08857E0-9F59-470D-4C35-A503706E2B93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295938"/>
                <a:chOff x="9076361" y="2963878"/>
                <a:chExt cx="239556" cy="295938"/>
              </a:xfrm>
            </p:grpSpPr>
            <p:sp>
              <p:nvSpPr>
                <p:cNvPr id="68" name="Isosceles Triangle 10">
                  <a:extLst>
                    <a:ext uri="{FF2B5EF4-FFF2-40B4-BE49-F238E27FC236}">
                      <a16:creationId xmlns:a16="http://schemas.microsoft.com/office/drawing/2014/main" id="{4BDAAC6C-EC8A-1051-36B6-99FA1DD08A9B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935BCF5-29EC-7CAF-8A08-1CDDFB9F3362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DA3162F-3C2E-27FC-8FBA-50042A85403B}"/>
                </a:ext>
              </a:extLst>
            </p:cNvPr>
            <p:cNvSpPr/>
            <p:nvPr/>
          </p:nvSpPr>
          <p:spPr>
            <a:xfrm>
              <a:off x="5184038" y="3461219"/>
              <a:ext cx="1048653" cy="70788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Wine Cellar</a:t>
              </a:r>
              <a:endPara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7DB6144-50C6-7E63-6B3B-00350BFD4DEE}"/>
              </a:ext>
            </a:extLst>
          </p:cNvPr>
          <p:cNvGrpSpPr/>
          <p:nvPr/>
        </p:nvGrpSpPr>
        <p:grpSpPr>
          <a:xfrm>
            <a:off x="6063356" y="3242292"/>
            <a:ext cx="1424922" cy="1404032"/>
            <a:chOff x="6051916" y="3244897"/>
            <a:chExt cx="1055629" cy="1404032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4F325590-E587-DAED-8DAB-DDCEB686FCCE}"/>
                </a:ext>
              </a:extLst>
            </p:cNvPr>
            <p:cNvGrpSpPr/>
            <p:nvPr/>
          </p:nvGrpSpPr>
          <p:grpSpPr>
            <a:xfrm>
              <a:off x="6051916" y="3244897"/>
              <a:ext cx="1055629" cy="1404032"/>
              <a:chOff x="6051916" y="3244897"/>
              <a:chExt cx="1055629" cy="1404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51AEFAE-7CBC-6588-A255-82AC30CED56D}"/>
                  </a:ext>
                </a:extLst>
              </p:cNvPr>
              <p:cNvSpPr/>
              <p:nvPr/>
            </p:nvSpPr>
            <p:spPr>
              <a:xfrm>
                <a:off x="6051916" y="3244897"/>
                <a:ext cx="1055629" cy="136593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64878F3E-6E20-20BE-AD83-B96ABD8B7915}"/>
                  </a:ext>
                </a:extLst>
              </p:cNvPr>
              <p:cNvGrpSpPr/>
              <p:nvPr/>
            </p:nvGrpSpPr>
            <p:grpSpPr>
              <a:xfrm rot="10800000">
                <a:off x="6585819" y="4352991"/>
                <a:ext cx="239556" cy="295938"/>
                <a:chOff x="9076361" y="2963878"/>
                <a:chExt cx="239556" cy="295938"/>
              </a:xfrm>
            </p:grpSpPr>
            <p:sp>
              <p:nvSpPr>
                <p:cNvPr id="54" name="Isosceles Triangle 10">
                  <a:extLst>
                    <a:ext uri="{FF2B5EF4-FFF2-40B4-BE49-F238E27FC236}">
                      <a16:creationId xmlns:a16="http://schemas.microsoft.com/office/drawing/2014/main" id="{38F3AF4E-B1F7-B32D-00DB-7387274465D6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E1C17F3-35AE-C389-A9A3-130A4549F4C3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38EFD6E-7330-7E21-E59C-7AAD296FBD77}"/>
                </a:ext>
              </a:extLst>
            </p:cNvPr>
            <p:cNvSpPr/>
            <p:nvPr/>
          </p:nvSpPr>
          <p:spPr>
            <a:xfrm>
              <a:off x="6055239" y="3540458"/>
              <a:ext cx="104964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East</a:t>
              </a:r>
            </a:p>
            <a:p>
              <a:pPr algn="ctr"/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Quarters</a:t>
              </a:r>
              <a:endPara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AF769D6-F105-74F7-A749-B67EB8178F8C}"/>
              </a:ext>
            </a:extLst>
          </p:cNvPr>
          <p:cNvSpPr/>
          <p:nvPr/>
        </p:nvSpPr>
        <p:spPr>
          <a:xfrm>
            <a:off x="7903555" y="3225924"/>
            <a:ext cx="1755441" cy="136593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DF95C7-3F8D-0325-B531-7D0BA52F5707}"/>
              </a:ext>
            </a:extLst>
          </p:cNvPr>
          <p:cNvSpPr/>
          <p:nvPr/>
        </p:nvSpPr>
        <p:spPr>
          <a:xfrm>
            <a:off x="7506722" y="1878774"/>
            <a:ext cx="378388" cy="136593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80E61E-B036-39A1-619E-33105C8836AF}"/>
              </a:ext>
            </a:extLst>
          </p:cNvPr>
          <p:cNvSpPr/>
          <p:nvPr/>
        </p:nvSpPr>
        <p:spPr>
          <a:xfrm>
            <a:off x="7518379" y="3220453"/>
            <a:ext cx="378388" cy="136593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99A9EC-31F1-ECB0-489D-B0160854AFA0}"/>
              </a:ext>
            </a:extLst>
          </p:cNvPr>
          <p:cNvSpPr/>
          <p:nvPr/>
        </p:nvSpPr>
        <p:spPr>
          <a:xfrm>
            <a:off x="7040646" y="602024"/>
            <a:ext cx="1318467" cy="2624833"/>
          </a:xfrm>
          <a:custGeom>
            <a:avLst/>
            <a:gdLst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9383 w 1309383"/>
              <a:gd name="connsiteY2" fmla="*/ 2624833 h 2624833"/>
              <a:gd name="connsiteX3" fmla="*/ 0 w 1309383"/>
              <a:gd name="connsiteY3" fmla="*/ 2624833 h 2624833"/>
              <a:gd name="connsiteX4" fmla="*/ 0 w 1309383"/>
              <a:gd name="connsiteY4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1309383 w 1309383"/>
              <a:gd name="connsiteY3" fmla="*/ 2624833 h 2624833"/>
              <a:gd name="connsiteX4" fmla="*/ 0 w 1309383"/>
              <a:gd name="connsiteY4" fmla="*/ 2624833 h 2624833"/>
              <a:gd name="connsiteX5" fmla="*/ 0 w 1309383"/>
              <a:gd name="connsiteY5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1309383 w 1309383"/>
              <a:gd name="connsiteY3" fmla="*/ 2624833 h 2624833"/>
              <a:gd name="connsiteX4" fmla="*/ 0 w 1309383"/>
              <a:gd name="connsiteY4" fmla="*/ 2624833 h 2624833"/>
              <a:gd name="connsiteX5" fmla="*/ 0 w 1309383"/>
              <a:gd name="connsiteY5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268289 w 1309383"/>
              <a:gd name="connsiteY3" fmla="*/ 2558732 h 2624833"/>
              <a:gd name="connsiteX4" fmla="*/ 0 w 1309383"/>
              <a:gd name="connsiteY4" fmla="*/ 2624833 h 2624833"/>
              <a:gd name="connsiteX5" fmla="*/ 0 w 1309383"/>
              <a:gd name="connsiteY5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383966 w 1309383"/>
              <a:gd name="connsiteY3" fmla="*/ 2624833 h 2624833"/>
              <a:gd name="connsiteX4" fmla="*/ 0 w 1309383"/>
              <a:gd name="connsiteY4" fmla="*/ 2624833 h 2624833"/>
              <a:gd name="connsiteX5" fmla="*/ 0 w 1309383"/>
              <a:gd name="connsiteY5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706709 w 1309383"/>
              <a:gd name="connsiteY3" fmla="*/ 2040371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304593 w 1309383"/>
              <a:gd name="connsiteY3" fmla="*/ 1522579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387220 w 1309383"/>
              <a:gd name="connsiteY3" fmla="*/ 1682324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387220 w 1309383"/>
              <a:gd name="connsiteY3" fmla="*/ 1682324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387220 w 1309383"/>
              <a:gd name="connsiteY3" fmla="*/ 1682324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301620 w 1309383"/>
              <a:gd name="connsiteY2" fmla="*/ 1660290 h 2624833"/>
              <a:gd name="connsiteX3" fmla="*/ 387220 w 1309383"/>
              <a:gd name="connsiteY3" fmla="*/ 1682324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09383"/>
              <a:gd name="connsiteY0" fmla="*/ 0 h 2624833"/>
              <a:gd name="connsiteX1" fmla="*/ 1309383 w 1309383"/>
              <a:gd name="connsiteY1" fmla="*/ 0 h 2624833"/>
              <a:gd name="connsiteX2" fmla="*/ 1285095 w 1309383"/>
              <a:gd name="connsiteY2" fmla="*/ 1654782 h 2624833"/>
              <a:gd name="connsiteX3" fmla="*/ 387220 w 1309383"/>
              <a:gd name="connsiteY3" fmla="*/ 1682324 h 2624833"/>
              <a:gd name="connsiteX4" fmla="*/ 383966 w 1309383"/>
              <a:gd name="connsiteY4" fmla="*/ 2624833 h 2624833"/>
              <a:gd name="connsiteX5" fmla="*/ 0 w 1309383"/>
              <a:gd name="connsiteY5" fmla="*/ 2624833 h 2624833"/>
              <a:gd name="connsiteX6" fmla="*/ 0 w 1309383"/>
              <a:gd name="connsiteY6" fmla="*/ 0 h 2624833"/>
              <a:gd name="connsiteX0" fmla="*/ 0 w 1318467"/>
              <a:gd name="connsiteY0" fmla="*/ 0 h 2624833"/>
              <a:gd name="connsiteX1" fmla="*/ 1309383 w 1318467"/>
              <a:gd name="connsiteY1" fmla="*/ 0 h 2624833"/>
              <a:gd name="connsiteX2" fmla="*/ 1318145 w 1318467"/>
              <a:gd name="connsiteY2" fmla="*/ 1654782 h 2624833"/>
              <a:gd name="connsiteX3" fmla="*/ 387220 w 1318467"/>
              <a:gd name="connsiteY3" fmla="*/ 1682324 h 2624833"/>
              <a:gd name="connsiteX4" fmla="*/ 383966 w 1318467"/>
              <a:gd name="connsiteY4" fmla="*/ 2624833 h 2624833"/>
              <a:gd name="connsiteX5" fmla="*/ 0 w 1318467"/>
              <a:gd name="connsiteY5" fmla="*/ 2624833 h 2624833"/>
              <a:gd name="connsiteX6" fmla="*/ 0 w 1318467"/>
              <a:gd name="connsiteY6" fmla="*/ 0 h 2624833"/>
              <a:gd name="connsiteX0" fmla="*/ 0 w 1318467"/>
              <a:gd name="connsiteY0" fmla="*/ 0 h 2624833"/>
              <a:gd name="connsiteX1" fmla="*/ 1309383 w 1318467"/>
              <a:gd name="connsiteY1" fmla="*/ 0 h 2624833"/>
              <a:gd name="connsiteX2" fmla="*/ 1318145 w 1318467"/>
              <a:gd name="connsiteY2" fmla="*/ 1654782 h 2624833"/>
              <a:gd name="connsiteX3" fmla="*/ 387220 w 1318467"/>
              <a:gd name="connsiteY3" fmla="*/ 1682324 h 2624833"/>
              <a:gd name="connsiteX4" fmla="*/ 383966 w 1318467"/>
              <a:gd name="connsiteY4" fmla="*/ 2624833 h 2624833"/>
              <a:gd name="connsiteX5" fmla="*/ 0 w 1318467"/>
              <a:gd name="connsiteY5" fmla="*/ 2624833 h 2624833"/>
              <a:gd name="connsiteX6" fmla="*/ 0 w 1318467"/>
              <a:gd name="connsiteY6" fmla="*/ 0 h 2624833"/>
              <a:gd name="connsiteX0" fmla="*/ 0 w 1318467"/>
              <a:gd name="connsiteY0" fmla="*/ 0 h 2624833"/>
              <a:gd name="connsiteX1" fmla="*/ 1309383 w 1318467"/>
              <a:gd name="connsiteY1" fmla="*/ 0 h 2624833"/>
              <a:gd name="connsiteX2" fmla="*/ 1318145 w 1318467"/>
              <a:gd name="connsiteY2" fmla="*/ 1676815 h 2624833"/>
              <a:gd name="connsiteX3" fmla="*/ 387220 w 1318467"/>
              <a:gd name="connsiteY3" fmla="*/ 1682324 h 2624833"/>
              <a:gd name="connsiteX4" fmla="*/ 383966 w 1318467"/>
              <a:gd name="connsiteY4" fmla="*/ 2624833 h 2624833"/>
              <a:gd name="connsiteX5" fmla="*/ 0 w 1318467"/>
              <a:gd name="connsiteY5" fmla="*/ 2624833 h 2624833"/>
              <a:gd name="connsiteX6" fmla="*/ 0 w 1318467"/>
              <a:gd name="connsiteY6" fmla="*/ 0 h 2624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18467" h="2624833">
                <a:moveTo>
                  <a:pt x="0" y="0"/>
                </a:moveTo>
                <a:lnTo>
                  <a:pt x="1309383" y="0"/>
                </a:lnTo>
                <a:cubicBezTo>
                  <a:pt x="1306795" y="553430"/>
                  <a:pt x="1320733" y="1123385"/>
                  <a:pt x="1318145" y="1676815"/>
                </a:cubicBezTo>
                <a:lnTo>
                  <a:pt x="387220" y="1682324"/>
                </a:lnTo>
                <a:cubicBezTo>
                  <a:pt x="360972" y="2101977"/>
                  <a:pt x="380566" y="2268526"/>
                  <a:pt x="383966" y="2624833"/>
                </a:cubicBezTo>
                <a:lnTo>
                  <a:pt x="0" y="262483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Isosceles Triangle 10">
            <a:extLst>
              <a:ext uri="{FF2B5EF4-FFF2-40B4-BE49-F238E27FC236}">
                <a16:creationId xmlns:a16="http://schemas.microsoft.com/office/drawing/2014/main" id="{944C9906-45B3-B335-C655-4C45AB36A632}"/>
              </a:ext>
            </a:extLst>
          </p:cNvPr>
          <p:cNvSpPr/>
          <p:nvPr/>
        </p:nvSpPr>
        <p:spPr>
          <a:xfrm rot="5400000" flipH="1" flipV="1">
            <a:off x="7625528" y="3865501"/>
            <a:ext cx="239556" cy="257980"/>
          </a:xfrm>
          <a:custGeom>
            <a:avLst/>
            <a:gdLst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54996 w 154996"/>
              <a:gd name="connsiteY2" fmla="*/ 132522 h 132522"/>
              <a:gd name="connsiteX3" fmla="*/ 0 w 154996"/>
              <a:gd name="connsiteY3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56930 w 154996"/>
              <a:gd name="connsiteY2" fmla="*/ 45057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12589 w 154996"/>
              <a:gd name="connsiteY2" fmla="*/ 18553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60273"/>
              <a:gd name="connsiteY0" fmla="*/ 141085 h 141085"/>
              <a:gd name="connsiteX1" fmla="*/ 0 w 160273"/>
              <a:gd name="connsiteY1" fmla="*/ 8563 h 141085"/>
              <a:gd name="connsiteX2" fmla="*/ 112589 w 160273"/>
              <a:gd name="connsiteY2" fmla="*/ 27116 h 141085"/>
              <a:gd name="connsiteX3" fmla="*/ 154996 w 160273"/>
              <a:gd name="connsiteY3" fmla="*/ 141085 h 141085"/>
              <a:gd name="connsiteX4" fmla="*/ 0 w 160273"/>
              <a:gd name="connsiteY4" fmla="*/ 141085 h 141085"/>
              <a:gd name="connsiteX0" fmla="*/ 0 w 158940"/>
              <a:gd name="connsiteY0" fmla="*/ 138889 h 138889"/>
              <a:gd name="connsiteX1" fmla="*/ 0 w 158940"/>
              <a:gd name="connsiteY1" fmla="*/ 6367 h 138889"/>
              <a:gd name="connsiteX2" fmla="*/ 112589 w 158940"/>
              <a:gd name="connsiteY2" fmla="*/ 24920 h 138889"/>
              <a:gd name="connsiteX3" fmla="*/ 154996 w 158940"/>
              <a:gd name="connsiteY3" fmla="*/ 138889 h 138889"/>
              <a:gd name="connsiteX4" fmla="*/ 0 w 158940"/>
              <a:gd name="connsiteY4" fmla="*/ 138889 h 138889"/>
              <a:gd name="connsiteX0" fmla="*/ 0 w 159464"/>
              <a:gd name="connsiteY0" fmla="*/ 137644 h 137644"/>
              <a:gd name="connsiteX1" fmla="*/ 0 w 159464"/>
              <a:gd name="connsiteY1" fmla="*/ 5122 h 137644"/>
              <a:gd name="connsiteX2" fmla="*/ 120540 w 159464"/>
              <a:gd name="connsiteY2" fmla="*/ 34276 h 137644"/>
              <a:gd name="connsiteX3" fmla="*/ 154996 w 159464"/>
              <a:gd name="connsiteY3" fmla="*/ 137644 h 137644"/>
              <a:gd name="connsiteX4" fmla="*/ 0 w 159464"/>
              <a:gd name="connsiteY4" fmla="*/ 137644 h 137644"/>
              <a:gd name="connsiteX0" fmla="*/ 0 w 159976"/>
              <a:gd name="connsiteY0" fmla="*/ 142975 h 142975"/>
              <a:gd name="connsiteX1" fmla="*/ 0 w 159976"/>
              <a:gd name="connsiteY1" fmla="*/ 10453 h 142975"/>
              <a:gd name="connsiteX2" fmla="*/ 71549 w 159976"/>
              <a:gd name="connsiteY2" fmla="*/ 11882 h 142975"/>
              <a:gd name="connsiteX3" fmla="*/ 120540 w 159976"/>
              <a:gd name="connsiteY3" fmla="*/ 39607 h 142975"/>
              <a:gd name="connsiteX4" fmla="*/ 154996 w 159976"/>
              <a:gd name="connsiteY4" fmla="*/ 142975 h 142975"/>
              <a:gd name="connsiteX5" fmla="*/ 0 w 159976"/>
              <a:gd name="connsiteY5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7850"/>
              <a:gd name="connsiteY0" fmla="*/ 142975 h 142975"/>
              <a:gd name="connsiteX1" fmla="*/ 0 w 167850"/>
              <a:gd name="connsiteY1" fmla="*/ 10453 h 142975"/>
              <a:gd name="connsiteX2" fmla="*/ 71549 w 167850"/>
              <a:gd name="connsiteY2" fmla="*/ 11882 h 142975"/>
              <a:gd name="connsiteX3" fmla="*/ 120540 w 167850"/>
              <a:gd name="connsiteY3" fmla="*/ 39607 h 142975"/>
              <a:gd name="connsiteX4" fmla="*/ 150130 w 167850"/>
              <a:gd name="connsiteY4" fmla="*/ 85700 h 142975"/>
              <a:gd name="connsiteX5" fmla="*/ 154996 w 167850"/>
              <a:gd name="connsiteY5" fmla="*/ 142975 h 142975"/>
              <a:gd name="connsiteX6" fmla="*/ 0 w 167850"/>
              <a:gd name="connsiteY6" fmla="*/ 142975 h 142975"/>
              <a:gd name="connsiteX0" fmla="*/ 0 w 167241"/>
              <a:gd name="connsiteY0" fmla="*/ 142975 h 142975"/>
              <a:gd name="connsiteX1" fmla="*/ 0 w 167241"/>
              <a:gd name="connsiteY1" fmla="*/ 10453 h 142975"/>
              <a:gd name="connsiteX2" fmla="*/ 71549 w 167241"/>
              <a:gd name="connsiteY2" fmla="*/ 11882 h 142975"/>
              <a:gd name="connsiteX3" fmla="*/ 120540 w 167241"/>
              <a:gd name="connsiteY3" fmla="*/ 39607 h 142975"/>
              <a:gd name="connsiteX4" fmla="*/ 150130 w 167241"/>
              <a:gd name="connsiteY4" fmla="*/ 85700 h 142975"/>
              <a:gd name="connsiteX5" fmla="*/ 154996 w 167241"/>
              <a:gd name="connsiteY5" fmla="*/ 142975 h 142975"/>
              <a:gd name="connsiteX6" fmla="*/ 0 w 167241"/>
              <a:gd name="connsiteY6" fmla="*/ 142975 h 1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241" h="142975">
                <a:moveTo>
                  <a:pt x="0" y="142975"/>
                </a:moveTo>
                <a:lnTo>
                  <a:pt x="0" y="10453"/>
                </a:lnTo>
                <a:cubicBezTo>
                  <a:pt x="11925" y="-11396"/>
                  <a:pt x="56221" y="7023"/>
                  <a:pt x="71549" y="11882"/>
                </a:cubicBezTo>
                <a:cubicBezTo>
                  <a:pt x="86877" y="16741"/>
                  <a:pt x="107443" y="27304"/>
                  <a:pt x="120540" y="39607"/>
                </a:cubicBezTo>
                <a:cubicBezTo>
                  <a:pt x="133637" y="51910"/>
                  <a:pt x="139625" y="63710"/>
                  <a:pt x="150130" y="85700"/>
                </a:cubicBezTo>
                <a:cubicBezTo>
                  <a:pt x="160635" y="107690"/>
                  <a:pt x="180018" y="133429"/>
                  <a:pt x="154996" y="142975"/>
                </a:cubicBezTo>
                <a:lnTo>
                  <a:pt x="0" y="142975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3656BF4-BF70-71F9-D2FA-4DA4755EF9ED}"/>
              </a:ext>
            </a:extLst>
          </p:cNvPr>
          <p:cNvSpPr/>
          <p:nvPr/>
        </p:nvSpPr>
        <p:spPr>
          <a:xfrm>
            <a:off x="7175552" y="1077506"/>
            <a:ext cx="104865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Ritual Room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47B9DCE-E859-AD93-84EB-866344692DC5}"/>
              </a:ext>
            </a:extLst>
          </p:cNvPr>
          <p:cNvSpPr/>
          <p:nvPr/>
        </p:nvSpPr>
        <p:spPr>
          <a:xfrm rot="16200000">
            <a:off x="6612197" y="1027993"/>
            <a:ext cx="1061849" cy="20495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  <a:gs pos="79000">
                <a:schemeClr val="bg1">
                  <a:lumMod val="5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Isosceles Triangle 10">
            <a:extLst>
              <a:ext uri="{FF2B5EF4-FFF2-40B4-BE49-F238E27FC236}">
                <a16:creationId xmlns:a16="http://schemas.microsoft.com/office/drawing/2014/main" id="{2B745081-2EA2-DB37-DF96-751C6C0788E0}"/>
              </a:ext>
            </a:extLst>
          </p:cNvPr>
          <p:cNvSpPr/>
          <p:nvPr/>
        </p:nvSpPr>
        <p:spPr>
          <a:xfrm rot="5400000" flipH="1" flipV="1">
            <a:off x="8203115" y="4329445"/>
            <a:ext cx="311996" cy="257980"/>
          </a:xfrm>
          <a:custGeom>
            <a:avLst/>
            <a:gdLst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54996 w 154996"/>
              <a:gd name="connsiteY2" fmla="*/ 132522 h 132522"/>
              <a:gd name="connsiteX3" fmla="*/ 0 w 154996"/>
              <a:gd name="connsiteY3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56930 w 154996"/>
              <a:gd name="connsiteY2" fmla="*/ 45057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54996"/>
              <a:gd name="connsiteY0" fmla="*/ 132522 h 132522"/>
              <a:gd name="connsiteX1" fmla="*/ 0 w 154996"/>
              <a:gd name="connsiteY1" fmla="*/ 0 h 132522"/>
              <a:gd name="connsiteX2" fmla="*/ 112589 w 154996"/>
              <a:gd name="connsiteY2" fmla="*/ 18553 h 132522"/>
              <a:gd name="connsiteX3" fmla="*/ 154996 w 154996"/>
              <a:gd name="connsiteY3" fmla="*/ 132522 h 132522"/>
              <a:gd name="connsiteX4" fmla="*/ 0 w 154996"/>
              <a:gd name="connsiteY4" fmla="*/ 132522 h 132522"/>
              <a:gd name="connsiteX0" fmla="*/ 0 w 160273"/>
              <a:gd name="connsiteY0" fmla="*/ 141085 h 141085"/>
              <a:gd name="connsiteX1" fmla="*/ 0 w 160273"/>
              <a:gd name="connsiteY1" fmla="*/ 8563 h 141085"/>
              <a:gd name="connsiteX2" fmla="*/ 112589 w 160273"/>
              <a:gd name="connsiteY2" fmla="*/ 27116 h 141085"/>
              <a:gd name="connsiteX3" fmla="*/ 154996 w 160273"/>
              <a:gd name="connsiteY3" fmla="*/ 141085 h 141085"/>
              <a:gd name="connsiteX4" fmla="*/ 0 w 160273"/>
              <a:gd name="connsiteY4" fmla="*/ 141085 h 141085"/>
              <a:gd name="connsiteX0" fmla="*/ 0 w 158940"/>
              <a:gd name="connsiteY0" fmla="*/ 138889 h 138889"/>
              <a:gd name="connsiteX1" fmla="*/ 0 w 158940"/>
              <a:gd name="connsiteY1" fmla="*/ 6367 h 138889"/>
              <a:gd name="connsiteX2" fmla="*/ 112589 w 158940"/>
              <a:gd name="connsiteY2" fmla="*/ 24920 h 138889"/>
              <a:gd name="connsiteX3" fmla="*/ 154996 w 158940"/>
              <a:gd name="connsiteY3" fmla="*/ 138889 h 138889"/>
              <a:gd name="connsiteX4" fmla="*/ 0 w 158940"/>
              <a:gd name="connsiteY4" fmla="*/ 138889 h 138889"/>
              <a:gd name="connsiteX0" fmla="*/ 0 w 159464"/>
              <a:gd name="connsiteY0" fmla="*/ 137644 h 137644"/>
              <a:gd name="connsiteX1" fmla="*/ 0 w 159464"/>
              <a:gd name="connsiteY1" fmla="*/ 5122 h 137644"/>
              <a:gd name="connsiteX2" fmla="*/ 120540 w 159464"/>
              <a:gd name="connsiteY2" fmla="*/ 34276 h 137644"/>
              <a:gd name="connsiteX3" fmla="*/ 154996 w 159464"/>
              <a:gd name="connsiteY3" fmla="*/ 137644 h 137644"/>
              <a:gd name="connsiteX4" fmla="*/ 0 w 159464"/>
              <a:gd name="connsiteY4" fmla="*/ 137644 h 137644"/>
              <a:gd name="connsiteX0" fmla="*/ 0 w 159976"/>
              <a:gd name="connsiteY0" fmla="*/ 142975 h 142975"/>
              <a:gd name="connsiteX1" fmla="*/ 0 w 159976"/>
              <a:gd name="connsiteY1" fmla="*/ 10453 h 142975"/>
              <a:gd name="connsiteX2" fmla="*/ 71549 w 159976"/>
              <a:gd name="connsiteY2" fmla="*/ 11882 h 142975"/>
              <a:gd name="connsiteX3" fmla="*/ 120540 w 159976"/>
              <a:gd name="connsiteY3" fmla="*/ 39607 h 142975"/>
              <a:gd name="connsiteX4" fmla="*/ 154996 w 159976"/>
              <a:gd name="connsiteY4" fmla="*/ 142975 h 142975"/>
              <a:gd name="connsiteX5" fmla="*/ 0 w 159976"/>
              <a:gd name="connsiteY5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6133"/>
              <a:gd name="connsiteY0" fmla="*/ 142975 h 142975"/>
              <a:gd name="connsiteX1" fmla="*/ 0 w 166133"/>
              <a:gd name="connsiteY1" fmla="*/ 10453 h 142975"/>
              <a:gd name="connsiteX2" fmla="*/ 71549 w 166133"/>
              <a:gd name="connsiteY2" fmla="*/ 11882 h 142975"/>
              <a:gd name="connsiteX3" fmla="*/ 120540 w 166133"/>
              <a:gd name="connsiteY3" fmla="*/ 39607 h 142975"/>
              <a:gd name="connsiteX4" fmla="*/ 150130 w 166133"/>
              <a:gd name="connsiteY4" fmla="*/ 85700 h 142975"/>
              <a:gd name="connsiteX5" fmla="*/ 154996 w 166133"/>
              <a:gd name="connsiteY5" fmla="*/ 142975 h 142975"/>
              <a:gd name="connsiteX6" fmla="*/ 0 w 166133"/>
              <a:gd name="connsiteY6" fmla="*/ 142975 h 142975"/>
              <a:gd name="connsiteX0" fmla="*/ 0 w 167850"/>
              <a:gd name="connsiteY0" fmla="*/ 142975 h 142975"/>
              <a:gd name="connsiteX1" fmla="*/ 0 w 167850"/>
              <a:gd name="connsiteY1" fmla="*/ 10453 h 142975"/>
              <a:gd name="connsiteX2" fmla="*/ 71549 w 167850"/>
              <a:gd name="connsiteY2" fmla="*/ 11882 h 142975"/>
              <a:gd name="connsiteX3" fmla="*/ 120540 w 167850"/>
              <a:gd name="connsiteY3" fmla="*/ 39607 h 142975"/>
              <a:gd name="connsiteX4" fmla="*/ 150130 w 167850"/>
              <a:gd name="connsiteY4" fmla="*/ 85700 h 142975"/>
              <a:gd name="connsiteX5" fmla="*/ 154996 w 167850"/>
              <a:gd name="connsiteY5" fmla="*/ 142975 h 142975"/>
              <a:gd name="connsiteX6" fmla="*/ 0 w 167850"/>
              <a:gd name="connsiteY6" fmla="*/ 142975 h 142975"/>
              <a:gd name="connsiteX0" fmla="*/ 0 w 167241"/>
              <a:gd name="connsiteY0" fmla="*/ 142975 h 142975"/>
              <a:gd name="connsiteX1" fmla="*/ 0 w 167241"/>
              <a:gd name="connsiteY1" fmla="*/ 10453 h 142975"/>
              <a:gd name="connsiteX2" fmla="*/ 71549 w 167241"/>
              <a:gd name="connsiteY2" fmla="*/ 11882 h 142975"/>
              <a:gd name="connsiteX3" fmla="*/ 120540 w 167241"/>
              <a:gd name="connsiteY3" fmla="*/ 39607 h 142975"/>
              <a:gd name="connsiteX4" fmla="*/ 150130 w 167241"/>
              <a:gd name="connsiteY4" fmla="*/ 85700 h 142975"/>
              <a:gd name="connsiteX5" fmla="*/ 154996 w 167241"/>
              <a:gd name="connsiteY5" fmla="*/ 142975 h 142975"/>
              <a:gd name="connsiteX6" fmla="*/ 0 w 167241"/>
              <a:gd name="connsiteY6" fmla="*/ 142975 h 1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241" h="142975">
                <a:moveTo>
                  <a:pt x="0" y="142975"/>
                </a:moveTo>
                <a:lnTo>
                  <a:pt x="0" y="10453"/>
                </a:lnTo>
                <a:cubicBezTo>
                  <a:pt x="11925" y="-11396"/>
                  <a:pt x="56221" y="7023"/>
                  <a:pt x="71549" y="11882"/>
                </a:cubicBezTo>
                <a:cubicBezTo>
                  <a:pt x="86877" y="16741"/>
                  <a:pt x="107443" y="27304"/>
                  <a:pt x="120540" y="39607"/>
                </a:cubicBezTo>
                <a:cubicBezTo>
                  <a:pt x="133637" y="51910"/>
                  <a:pt x="139625" y="63710"/>
                  <a:pt x="150130" y="85700"/>
                </a:cubicBezTo>
                <a:cubicBezTo>
                  <a:pt x="160635" y="107690"/>
                  <a:pt x="180018" y="133429"/>
                  <a:pt x="154996" y="142975"/>
                </a:cubicBezTo>
                <a:lnTo>
                  <a:pt x="0" y="142975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62E2AB0-5D64-76EA-4D50-F4311EDE2994}"/>
              </a:ext>
            </a:extLst>
          </p:cNvPr>
          <p:cNvSpPr/>
          <p:nvPr/>
        </p:nvSpPr>
        <p:spPr>
          <a:xfrm rot="5400000" flipH="1">
            <a:off x="8319051" y="4465256"/>
            <a:ext cx="90808" cy="24729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75807CB-E154-8390-36D7-332109DFD378}"/>
              </a:ext>
            </a:extLst>
          </p:cNvPr>
          <p:cNvSpPr/>
          <p:nvPr/>
        </p:nvSpPr>
        <p:spPr>
          <a:xfrm>
            <a:off x="7628097" y="3514002"/>
            <a:ext cx="187265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West </a:t>
            </a:r>
          </a:p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Quarters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3A2A8D-89CC-6127-D614-0A1CAA9B5D07}"/>
              </a:ext>
            </a:extLst>
          </p:cNvPr>
          <p:cNvSpPr/>
          <p:nvPr/>
        </p:nvSpPr>
        <p:spPr>
          <a:xfrm>
            <a:off x="6945714" y="2285999"/>
            <a:ext cx="538968" cy="94931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629CF9-819C-DADA-A2FD-9292B2E10606}"/>
              </a:ext>
            </a:extLst>
          </p:cNvPr>
          <p:cNvSpPr/>
          <p:nvPr/>
        </p:nvSpPr>
        <p:spPr>
          <a:xfrm rot="5400000">
            <a:off x="7672359" y="3082110"/>
            <a:ext cx="75913" cy="30396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EC9B88-A10D-DE71-D39A-2088B5E3EA70}"/>
              </a:ext>
            </a:extLst>
          </p:cNvPr>
          <p:cNvSpPr/>
          <p:nvPr/>
        </p:nvSpPr>
        <p:spPr>
          <a:xfrm rot="5400000">
            <a:off x="7669616" y="2134016"/>
            <a:ext cx="75913" cy="30396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1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C26B33D-5399-5227-5A93-B3E42C7EE066}"/>
              </a:ext>
            </a:extLst>
          </p:cNvPr>
          <p:cNvSpPr/>
          <p:nvPr/>
        </p:nvSpPr>
        <p:spPr>
          <a:xfrm>
            <a:off x="-37714" y="5891253"/>
            <a:ext cx="456404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Second</a:t>
            </a:r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Floor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AE5474-E714-0313-AAC2-01C27937E806}"/>
              </a:ext>
            </a:extLst>
          </p:cNvPr>
          <p:cNvGrpSpPr/>
          <p:nvPr/>
        </p:nvGrpSpPr>
        <p:grpSpPr>
          <a:xfrm flipH="1">
            <a:off x="5920449" y="1016427"/>
            <a:ext cx="239556" cy="295938"/>
            <a:chOff x="9076361" y="2963878"/>
            <a:chExt cx="239556" cy="295938"/>
          </a:xfrm>
        </p:grpSpPr>
        <p:sp>
          <p:nvSpPr>
            <p:cNvPr id="40" name="Isosceles Triangle 10">
              <a:extLst>
                <a:ext uri="{FF2B5EF4-FFF2-40B4-BE49-F238E27FC236}">
                  <a16:creationId xmlns:a16="http://schemas.microsoft.com/office/drawing/2014/main" id="{64A7DD6C-87A4-A95E-7B7E-7707C3519CE4}"/>
                </a:ext>
              </a:extLst>
            </p:cNvPr>
            <p:cNvSpPr/>
            <p:nvPr/>
          </p:nvSpPr>
          <p:spPr>
            <a:xfrm flipH="1" flipV="1">
              <a:off x="9076361" y="3001836"/>
              <a:ext cx="239556" cy="257980"/>
            </a:xfrm>
            <a:custGeom>
              <a:avLst/>
              <a:gdLst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154996 w 154996"/>
                <a:gd name="connsiteY2" fmla="*/ 132522 h 132522"/>
                <a:gd name="connsiteX3" fmla="*/ 0 w 154996"/>
                <a:gd name="connsiteY3" fmla="*/ 132522 h 132522"/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56930 w 154996"/>
                <a:gd name="connsiteY2" fmla="*/ 45057 h 132522"/>
                <a:gd name="connsiteX3" fmla="*/ 154996 w 154996"/>
                <a:gd name="connsiteY3" fmla="*/ 132522 h 132522"/>
                <a:gd name="connsiteX4" fmla="*/ 0 w 154996"/>
                <a:gd name="connsiteY4" fmla="*/ 132522 h 132522"/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112589 w 154996"/>
                <a:gd name="connsiteY2" fmla="*/ 18553 h 132522"/>
                <a:gd name="connsiteX3" fmla="*/ 154996 w 154996"/>
                <a:gd name="connsiteY3" fmla="*/ 132522 h 132522"/>
                <a:gd name="connsiteX4" fmla="*/ 0 w 154996"/>
                <a:gd name="connsiteY4" fmla="*/ 132522 h 132522"/>
                <a:gd name="connsiteX0" fmla="*/ 0 w 160273"/>
                <a:gd name="connsiteY0" fmla="*/ 141085 h 141085"/>
                <a:gd name="connsiteX1" fmla="*/ 0 w 160273"/>
                <a:gd name="connsiteY1" fmla="*/ 8563 h 141085"/>
                <a:gd name="connsiteX2" fmla="*/ 112589 w 160273"/>
                <a:gd name="connsiteY2" fmla="*/ 27116 h 141085"/>
                <a:gd name="connsiteX3" fmla="*/ 154996 w 160273"/>
                <a:gd name="connsiteY3" fmla="*/ 141085 h 141085"/>
                <a:gd name="connsiteX4" fmla="*/ 0 w 160273"/>
                <a:gd name="connsiteY4" fmla="*/ 141085 h 141085"/>
                <a:gd name="connsiteX0" fmla="*/ 0 w 158940"/>
                <a:gd name="connsiteY0" fmla="*/ 138889 h 138889"/>
                <a:gd name="connsiteX1" fmla="*/ 0 w 158940"/>
                <a:gd name="connsiteY1" fmla="*/ 6367 h 138889"/>
                <a:gd name="connsiteX2" fmla="*/ 112589 w 158940"/>
                <a:gd name="connsiteY2" fmla="*/ 24920 h 138889"/>
                <a:gd name="connsiteX3" fmla="*/ 154996 w 158940"/>
                <a:gd name="connsiteY3" fmla="*/ 138889 h 138889"/>
                <a:gd name="connsiteX4" fmla="*/ 0 w 158940"/>
                <a:gd name="connsiteY4" fmla="*/ 138889 h 138889"/>
                <a:gd name="connsiteX0" fmla="*/ 0 w 159464"/>
                <a:gd name="connsiteY0" fmla="*/ 137644 h 137644"/>
                <a:gd name="connsiteX1" fmla="*/ 0 w 159464"/>
                <a:gd name="connsiteY1" fmla="*/ 5122 h 137644"/>
                <a:gd name="connsiteX2" fmla="*/ 120540 w 159464"/>
                <a:gd name="connsiteY2" fmla="*/ 34276 h 137644"/>
                <a:gd name="connsiteX3" fmla="*/ 154996 w 159464"/>
                <a:gd name="connsiteY3" fmla="*/ 137644 h 137644"/>
                <a:gd name="connsiteX4" fmla="*/ 0 w 159464"/>
                <a:gd name="connsiteY4" fmla="*/ 137644 h 137644"/>
                <a:gd name="connsiteX0" fmla="*/ 0 w 159976"/>
                <a:gd name="connsiteY0" fmla="*/ 142975 h 142975"/>
                <a:gd name="connsiteX1" fmla="*/ 0 w 159976"/>
                <a:gd name="connsiteY1" fmla="*/ 10453 h 142975"/>
                <a:gd name="connsiteX2" fmla="*/ 71549 w 159976"/>
                <a:gd name="connsiteY2" fmla="*/ 11882 h 142975"/>
                <a:gd name="connsiteX3" fmla="*/ 120540 w 159976"/>
                <a:gd name="connsiteY3" fmla="*/ 39607 h 142975"/>
                <a:gd name="connsiteX4" fmla="*/ 154996 w 159976"/>
                <a:gd name="connsiteY4" fmla="*/ 142975 h 142975"/>
                <a:gd name="connsiteX5" fmla="*/ 0 w 159976"/>
                <a:gd name="connsiteY5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7850"/>
                <a:gd name="connsiteY0" fmla="*/ 142975 h 142975"/>
                <a:gd name="connsiteX1" fmla="*/ 0 w 167850"/>
                <a:gd name="connsiteY1" fmla="*/ 10453 h 142975"/>
                <a:gd name="connsiteX2" fmla="*/ 71549 w 167850"/>
                <a:gd name="connsiteY2" fmla="*/ 11882 h 142975"/>
                <a:gd name="connsiteX3" fmla="*/ 120540 w 167850"/>
                <a:gd name="connsiteY3" fmla="*/ 39607 h 142975"/>
                <a:gd name="connsiteX4" fmla="*/ 150130 w 167850"/>
                <a:gd name="connsiteY4" fmla="*/ 85700 h 142975"/>
                <a:gd name="connsiteX5" fmla="*/ 154996 w 167850"/>
                <a:gd name="connsiteY5" fmla="*/ 142975 h 142975"/>
                <a:gd name="connsiteX6" fmla="*/ 0 w 167850"/>
                <a:gd name="connsiteY6" fmla="*/ 142975 h 142975"/>
                <a:gd name="connsiteX0" fmla="*/ 0 w 167241"/>
                <a:gd name="connsiteY0" fmla="*/ 142975 h 142975"/>
                <a:gd name="connsiteX1" fmla="*/ 0 w 167241"/>
                <a:gd name="connsiteY1" fmla="*/ 10453 h 142975"/>
                <a:gd name="connsiteX2" fmla="*/ 71549 w 167241"/>
                <a:gd name="connsiteY2" fmla="*/ 11882 h 142975"/>
                <a:gd name="connsiteX3" fmla="*/ 120540 w 167241"/>
                <a:gd name="connsiteY3" fmla="*/ 39607 h 142975"/>
                <a:gd name="connsiteX4" fmla="*/ 150130 w 167241"/>
                <a:gd name="connsiteY4" fmla="*/ 85700 h 142975"/>
                <a:gd name="connsiteX5" fmla="*/ 154996 w 167241"/>
                <a:gd name="connsiteY5" fmla="*/ 142975 h 142975"/>
                <a:gd name="connsiteX6" fmla="*/ 0 w 167241"/>
                <a:gd name="connsiteY6" fmla="*/ 142975 h 1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241" h="142975">
                  <a:moveTo>
                    <a:pt x="0" y="142975"/>
                  </a:moveTo>
                  <a:lnTo>
                    <a:pt x="0" y="10453"/>
                  </a:lnTo>
                  <a:cubicBezTo>
                    <a:pt x="11925" y="-11396"/>
                    <a:pt x="56221" y="7023"/>
                    <a:pt x="71549" y="11882"/>
                  </a:cubicBezTo>
                  <a:cubicBezTo>
                    <a:pt x="86877" y="16741"/>
                    <a:pt x="107443" y="27304"/>
                    <a:pt x="120540" y="39607"/>
                  </a:cubicBezTo>
                  <a:cubicBezTo>
                    <a:pt x="133637" y="51910"/>
                    <a:pt x="139625" y="63710"/>
                    <a:pt x="150130" y="85700"/>
                  </a:cubicBezTo>
                  <a:cubicBezTo>
                    <a:pt x="160635" y="107690"/>
                    <a:pt x="180018" y="133429"/>
                    <a:pt x="154996" y="142975"/>
                  </a:cubicBezTo>
                  <a:lnTo>
                    <a:pt x="0" y="142975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F8426E1-B5DD-A2C4-0349-762EFA05C7B9}"/>
                </a:ext>
              </a:extLst>
            </p:cNvPr>
            <p:cNvSpPr/>
            <p:nvPr/>
          </p:nvSpPr>
          <p:spPr>
            <a:xfrm rot="16200000">
              <a:off x="9158183" y="2889241"/>
              <a:ext cx="75913" cy="225188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B7CE8AF-8A2F-543F-67DF-C1C84A334B17}"/>
              </a:ext>
            </a:extLst>
          </p:cNvPr>
          <p:cNvGrpSpPr/>
          <p:nvPr/>
        </p:nvGrpSpPr>
        <p:grpSpPr>
          <a:xfrm>
            <a:off x="6145944" y="1013979"/>
            <a:ext cx="239556" cy="295938"/>
            <a:chOff x="9076361" y="2963878"/>
            <a:chExt cx="239556" cy="295938"/>
          </a:xfrm>
        </p:grpSpPr>
        <p:sp>
          <p:nvSpPr>
            <p:cNvPr id="38" name="Isosceles Triangle 10">
              <a:extLst>
                <a:ext uri="{FF2B5EF4-FFF2-40B4-BE49-F238E27FC236}">
                  <a16:creationId xmlns:a16="http://schemas.microsoft.com/office/drawing/2014/main" id="{54DBE0D8-F4A3-BEF2-CD7F-E1FDCC1713E6}"/>
                </a:ext>
              </a:extLst>
            </p:cNvPr>
            <p:cNvSpPr/>
            <p:nvPr/>
          </p:nvSpPr>
          <p:spPr>
            <a:xfrm flipH="1" flipV="1">
              <a:off x="9076361" y="3001836"/>
              <a:ext cx="239556" cy="257980"/>
            </a:xfrm>
            <a:custGeom>
              <a:avLst/>
              <a:gdLst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154996 w 154996"/>
                <a:gd name="connsiteY2" fmla="*/ 132522 h 132522"/>
                <a:gd name="connsiteX3" fmla="*/ 0 w 154996"/>
                <a:gd name="connsiteY3" fmla="*/ 132522 h 132522"/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56930 w 154996"/>
                <a:gd name="connsiteY2" fmla="*/ 45057 h 132522"/>
                <a:gd name="connsiteX3" fmla="*/ 154996 w 154996"/>
                <a:gd name="connsiteY3" fmla="*/ 132522 h 132522"/>
                <a:gd name="connsiteX4" fmla="*/ 0 w 154996"/>
                <a:gd name="connsiteY4" fmla="*/ 132522 h 132522"/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112589 w 154996"/>
                <a:gd name="connsiteY2" fmla="*/ 18553 h 132522"/>
                <a:gd name="connsiteX3" fmla="*/ 154996 w 154996"/>
                <a:gd name="connsiteY3" fmla="*/ 132522 h 132522"/>
                <a:gd name="connsiteX4" fmla="*/ 0 w 154996"/>
                <a:gd name="connsiteY4" fmla="*/ 132522 h 132522"/>
                <a:gd name="connsiteX0" fmla="*/ 0 w 160273"/>
                <a:gd name="connsiteY0" fmla="*/ 141085 h 141085"/>
                <a:gd name="connsiteX1" fmla="*/ 0 w 160273"/>
                <a:gd name="connsiteY1" fmla="*/ 8563 h 141085"/>
                <a:gd name="connsiteX2" fmla="*/ 112589 w 160273"/>
                <a:gd name="connsiteY2" fmla="*/ 27116 h 141085"/>
                <a:gd name="connsiteX3" fmla="*/ 154996 w 160273"/>
                <a:gd name="connsiteY3" fmla="*/ 141085 h 141085"/>
                <a:gd name="connsiteX4" fmla="*/ 0 w 160273"/>
                <a:gd name="connsiteY4" fmla="*/ 141085 h 141085"/>
                <a:gd name="connsiteX0" fmla="*/ 0 w 158940"/>
                <a:gd name="connsiteY0" fmla="*/ 138889 h 138889"/>
                <a:gd name="connsiteX1" fmla="*/ 0 w 158940"/>
                <a:gd name="connsiteY1" fmla="*/ 6367 h 138889"/>
                <a:gd name="connsiteX2" fmla="*/ 112589 w 158940"/>
                <a:gd name="connsiteY2" fmla="*/ 24920 h 138889"/>
                <a:gd name="connsiteX3" fmla="*/ 154996 w 158940"/>
                <a:gd name="connsiteY3" fmla="*/ 138889 h 138889"/>
                <a:gd name="connsiteX4" fmla="*/ 0 w 158940"/>
                <a:gd name="connsiteY4" fmla="*/ 138889 h 138889"/>
                <a:gd name="connsiteX0" fmla="*/ 0 w 159464"/>
                <a:gd name="connsiteY0" fmla="*/ 137644 h 137644"/>
                <a:gd name="connsiteX1" fmla="*/ 0 w 159464"/>
                <a:gd name="connsiteY1" fmla="*/ 5122 h 137644"/>
                <a:gd name="connsiteX2" fmla="*/ 120540 w 159464"/>
                <a:gd name="connsiteY2" fmla="*/ 34276 h 137644"/>
                <a:gd name="connsiteX3" fmla="*/ 154996 w 159464"/>
                <a:gd name="connsiteY3" fmla="*/ 137644 h 137644"/>
                <a:gd name="connsiteX4" fmla="*/ 0 w 159464"/>
                <a:gd name="connsiteY4" fmla="*/ 137644 h 137644"/>
                <a:gd name="connsiteX0" fmla="*/ 0 w 159976"/>
                <a:gd name="connsiteY0" fmla="*/ 142975 h 142975"/>
                <a:gd name="connsiteX1" fmla="*/ 0 w 159976"/>
                <a:gd name="connsiteY1" fmla="*/ 10453 h 142975"/>
                <a:gd name="connsiteX2" fmla="*/ 71549 w 159976"/>
                <a:gd name="connsiteY2" fmla="*/ 11882 h 142975"/>
                <a:gd name="connsiteX3" fmla="*/ 120540 w 159976"/>
                <a:gd name="connsiteY3" fmla="*/ 39607 h 142975"/>
                <a:gd name="connsiteX4" fmla="*/ 154996 w 159976"/>
                <a:gd name="connsiteY4" fmla="*/ 142975 h 142975"/>
                <a:gd name="connsiteX5" fmla="*/ 0 w 159976"/>
                <a:gd name="connsiteY5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7850"/>
                <a:gd name="connsiteY0" fmla="*/ 142975 h 142975"/>
                <a:gd name="connsiteX1" fmla="*/ 0 w 167850"/>
                <a:gd name="connsiteY1" fmla="*/ 10453 h 142975"/>
                <a:gd name="connsiteX2" fmla="*/ 71549 w 167850"/>
                <a:gd name="connsiteY2" fmla="*/ 11882 h 142975"/>
                <a:gd name="connsiteX3" fmla="*/ 120540 w 167850"/>
                <a:gd name="connsiteY3" fmla="*/ 39607 h 142975"/>
                <a:gd name="connsiteX4" fmla="*/ 150130 w 167850"/>
                <a:gd name="connsiteY4" fmla="*/ 85700 h 142975"/>
                <a:gd name="connsiteX5" fmla="*/ 154996 w 167850"/>
                <a:gd name="connsiteY5" fmla="*/ 142975 h 142975"/>
                <a:gd name="connsiteX6" fmla="*/ 0 w 167850"/>
                <a:gd name="connsiteY6" fmla="*/ 142975 h 142975"/>
                <a:gd name="connsiteX0" fmla="*/ 0 w 167241"/>
                <a:gd name="connsiteY0" fmla="*/ 142975 h 142975"/>
                <a:gd name="connsiteX1" fmla="*/ 0 w 167241"/>
                <a:gd name="connsiteY1" fmla="*/ 10453 h 142975"/>
                <a:gd name="connsiteX2" fmla="*/ 71549 w 167241"/>
                <a:gd name="connsiteY2" fmla="*/ 11882 h 142975"/>
                <a:gd name="connsiteX3" fmla="*/ 120540 w 167241"/>
                <a:gd name="connsiteY3" fmla="*/ 39607 h 142975"/>
                <a:gd name="connsiteX4" fmla="*/ 150130 w 167241"/>
                <a:gd name="connsiteY4" fmla="*/ 85700 h 142975"/>
                <a:gd name="connsiteX5" fmla="*/ 154996 w 167241"/>
                <a:gd name="connsiteY5" fmla="*/ 142975 h 142975"/>
                <a:gd name="connsiteX6" fmla="*/ 0 w 167241"/>
                <a:gd name="connsiteY6" fmla="*/ 142975 h 1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241" h="142975">
                  <a:moveTo>
                    <a:pt x="0" y="142975"/>
                  </a:moveTo>
                  <a:lnTo>
                    <a:pt x="0" y="10453"/>
                  </a:lnTo>
                  <a:cubicBezTo>
                    <a:pt x="11925" y="-11396"/>
                    <a:pt x="56221" y="7023"/>
                    <a:pt x="71549" y="11882"/>
                  </a:cubicBezTo>
                  <a:cubicBezTo>
                    <a:pt x="86877" y="16741"/>
                    <a:pt x="107443" y="27304"/>
                    <a:pt x="120540" y="39607"/>
                  </a:cubicBezTo>
                  <a:cubicBezTo>
                    <a:pt x="133637" y="51910"/>
                    <a:pt x="139625" y="63710"/>
                    <a:pt x="150130" y="85700"/>
                  </a:cubicBezTo>
                  <a:cubicBezTo>
                    <a:pt x="160635" y="107690"/>
                    <a:pt x="180018" y="133429"/>
                    <a:pt x="154996" y="142975"/>
                  </a:cubicBezTo>
                  <a:lnTo>
                    <a:pt x="0" y="142975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BF88F26-5AD6-A423-4ACA-905D0E9BCF3A}"/>
                </a:ext>
              </a:extLst>
            </p:cNvPr>
            <p:cNvSpPr/>
            <p:nvPr/>
          </p:nvSpPr>
          <p:spPr>
            <a:xfrm rot="16200000">
              <a:off x="9158183" y="2889241"/>
              <a:ext cx="75913" cy="225188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5AC90D2-B87F-23D5-03D1-C14F49F387CD}"/>
              </a:ext>
            </a:extLst>
          </p:cNvPr>
          <p:cNvGrpSpPr/>
          <p:nvPr/>
        </p:nvGrpSpPr>
        <p:grpSpPr>
          <a:xfrm>
            <a:off x="3563792" y="367533"/>
            <a:ext cx="5152446" cy="6238610"/>
            <a:chOff x="3563792" y="367533"/>
            <a:chExt cx="5152446" cy="623861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85B6A4A-3E03-38DC-DAC2-8D4836A39496}"/>
                </a:ext>
              </a:extLst>
            </p:cNvPr>
            <p:cNvSpPr/>
            <p:nvPr/>
          </p:nvSpPr>
          <p:spPr>
            <a:xfrm>
              <a:off x="3563792" y="367533"/>
              <a:ext cx="5152446" cy="69971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E70C4AA4-7592-8176-1E05-FFA5B86BA7D7}"/>
                </a:ext>
              </a:extLst>
            </p:cNvPr>
            <p:cNvSpPr/>
            <p:nvPr/>
          </p:nvSpPr>
          <p:spPr>
            <a:xfrm>
              <a:off x="3614010" y="426901"/>
              <a:ext cx="121767" cy="1178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E953CCE3-29C3-2C7B-D651-7F6F7F469623}"/>
                </a:ext>
              </a:extLst>
            </p:cNvPr>
            <p:cNvSpPr/>
            <p:nvPr/>
          </p:nvSpPr>
          <p:spPr>
            <a:xfrm>
              <a:off x="8540193" y="457628"/>
              <a:ext cx="121767" cy="1178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2A192E3-C817-8FF4-4AF3-39E3C35514AB}"/>
                </a:ext>
              </a:extLst>
            </p:cNvPr>
            <p:cNvSpPr/>
            <p:nvPr/>
          </p:nvSpPr>
          <p:spPr>
            <a:xfrm>
              <a:off x="5507100" y="426901"/>
              <a:ext cx="121767" cy="1178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EE6F66A-7272-C878-5E1A-228F1434DABB}"/>
                </a:ext>
              </a:extLst>
            </p:cNvPr>
            <p:cNvSpPr/>
            <p:nvPr/>
          </p:nvSpPr>
          <p:spPr>
            <a:xfrm>
              <a:off x="6646379" y="425107"/>
              <a:ext cx="121767" cy="1178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0A00C7B-7132-204B-0F19-95D7F4FE5F55}"/>
                </a:ext>
              </a:extLst>
            </p:cNvPr>
            <p:cNvSpPr/>
            <p:nvPr/>
          </p:nvSpPr>
          <p:spPr>
            <a:xfrm>
              <a:off x="4843211" y="528852"/>
              <a:ext cx="2486997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North Balcony</a:t>
              </a:r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B29D073E-2B77-26C4-639C-9353C34FC8BD}"/>
                </a:ext>
              </a:extLst>
            </p:cNvPr>
            <p:cNvGrpSpPr/>
            <p:nvPr/>
          </p:nvGrpSpPr>
          <p:grpSpPr>
            <a:xfrm>
              <a:off x="4943110" y="1048508"/>
              <a:ext cx="2450619" cy="5557635"/>
              <a:chOff x="4943110" y="1048508"/>
              <a:chExt cx="2450619" cy="5557635"/>
            </a:xfrm>
          </p:grpSpPr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0756D912-489F-CC33-99AB-44A76AF2CDBE}"/>
                  </a:ext>
                </a:extLst>
              </p:cNvPr>
              <p:cNvGrpSpPr/>
              <p:nvPr/>
            </p:nvGrpSpPr>
            <p:grpSpPr>
              <a:xfrm>
                <a:off x="4943110" y="1048508"/>
                <a:ext cx="2450619" cy="5557635"/>
                <a:chOff x="4943110" y="1048508"/>
                <a:chExt cx="2450619" cy="5557635"/>
              </a:xfrm>
            </p:grpSpPr>
            <p:grpSp>
              <p:nvGrpSpPr>
                <p:cNvPr id="120" name="Group 119">
                  <a:extLst>
                    <a:ext uri="{FF2B5EF4-FFF2-40B4-BE49-F238E27FC236}">
                      <a16:creationId xmlns:a16="http://schemas.microsoft.com/office/drawing/2014/main" id="{5913BAB1-ED40-6830-7CAE-FFEBE37BAE9E}"/>
                    </a:ext>
                  </a:extLst>
                </p:cNvPr>
                <p:cNvGrpSpPr/>
                <p:nvPr/>
              </p:nvGrpSpPr>
              <p:grpSpPr>
                <a:xfrm>
                  <a:off x="4943110" y="1048508"/>
                  <a:ext cx="2450619" cy="5557635"/>
                  <a:chOff x="4943110" y="1048508"/>
                  <a:chExt cx="2450619" cy="5557635"/>
                </a:xfrm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BB7C0A2F-0C0F-73DF-C4ED-B456801A290C}"/>
                      </a:ext>
                    </a:extLst>
                  </p:cNvPr>
                  <p:cNvGrpSpPr/>
                  <p:nvPr/>
                </p:nvGrpSpPr>
                <p:grpSpPr>
                  <a:xfrm>
                    <a:off x="4943110" y="5620656"/>
                    <a:ext cx="2450619" cy="985487"/>
                    <a:chOff x="4943110" y="5620656"/>
                    <a:chExt cx="2450619" cy="985487"/>
                  </a:xfrm>
                </p:grpSpPr>
                <p:sp>
                  <p:nvSpPr>
                    <p:cNvPr id="31" name="Rectangle 30">
                      <a:extLst>
                        <a:ext uri="{FF2B5EF4-FFF2-40B4-BE49-F238E27FC236}">
                          <a16:creationId xmlns:a16="http://schemas.microsoft.com/office/drawing/2014/main" id="{917B5DF6-F243-CA0A-7371-CD122111A9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43110" y="5641697"/>
                      <a:ext cx="2450619" cy="96444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1" name="Rectangle 80">
                      <a:extLst>
                        <a:ext uri="{FF2B5EF4-FFF2-40B4-BE49-F238E27FC236}">
                          <a16:creationId xmlns:a16="http://schemas.microsoft.com/office/drawing/2014/main" id="{0E2BE462-2168-8E3A-006A-6D499E70D9CB}"/>
                        </a:ext>
                      </a:extLst>
                    </p:cNvPr>
                    <p:cNvSpPr/>
                    <p:nvPr/>
                  </p:nvSpPr>
                  <p:spPr>
                    <a:xfrm rot="13125526">
                      <a:off x="6505446" y="5620656"/>
                      <a:ext cx="50327" cy="30715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32" name="Group 31">
                      <a:extLst>
                        <a:ext uri="{FF2B5EF4-FFF2-40B4-BE49-F238E27FC236}">
                          <a16:creationId xmlns:a16="http://schemas.microsoft.com/office/drawing/2014/main" id="{54BD08D3-4DB0-9243-96A5-730D9923FB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67095" y="5893871"/>
                      <a:ext cx="239556" cy="295938"/>
                      <a:chOff x="9076361" y="2963878"/>
                      <a:chExt cx="239556" cy="295938"/>
                    </a:xfrm>
                  </p:grpSpPr>
                  <p:sp>
                    <p:nvSpPr>
                      <p:cNvPr id="33" name="Isosceles Triangle 10">
                        <a:extLst>
                          <a:ext uri="{FF2B5EF4-FFF2-40B4-BE49-F238E27FC236}">
                            <a16:creationId xmlns:a16="http://schemas.microsoft.com/office/drawing/2014/main" id="{3D377D80-D7B2-61C5-519A-81F099BA561A}"/>
                          </a:ext>
                        </a:extLst>
                      </p:cNvPr>
                      <p:cNvSpPr/>
                      <p:nvPr/>
                    </p:nvSpPr>
                    <p:spPr>
                      <a:xfrm flipH="1" flipV="1">
                        <a:off x="9076361" y="3001836"/>
                        <a:ext cx="239556" cy="257980"/>
                      </a:xfrm>
                      <a:custGeom>
                        <a:avLst/>
                        <a:gdLst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54996 w 154996"/>
                          <a:gd name="connsiteY2" fmla="*/ 132522 h 132522"/>
                          <a:gd name="connsiteX3" fmla="*/ 0 w 154996"/>
                          <a:gd name="connsiteY3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56930 w 154996"/>
                          <a:gd name="connsiteY2" fmla="*/ 45057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12589 w 154996"/>
                          <a:gd name="connsiteY2" fmla="*/ 18553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60273"/>
                          <a:gd name="connsiteY0" fmla="*/ 141085 h 141085"/>
                          <a:gd name="connsiteX1" fmla="*/ 0 w 160273"/>
                          <a:gd name="connsiteY1" fmla="*/ 8563 h 141085"/>
                          <a:gd name="connsiteX2" fmla="*/ 112589 w 160273"/>
                          <a:gd name="connsiteY2" fmla="*/ 27116 h 141085"/>
                          <a:gd name="connsiteX3" fmla="*/ 154996 w 160273"/>
                          <a:gd name="connsiteY3" fmla="*/ 141085 h 141085"/>
                          <a:gd name="connsiteX4" fmla="*/ 0 w 160273"/>
                          <a:gd name="connsiteY4" fmla="*/ 141085 h 141085"/>
                          <a:gd name="connsiteX0" fmla="*/ 0 w 158940"/>
                          <a:gd name="connsiteY0" fmla="*/ 138889 h 138889"/>
                          <a:gd name="connsiteX1" fmla="*/ 0 w 158940"/>
                          <a:gd name="connsiteY1" fmla="*/ 6367 h 138889"/>
                          <a:gd name="connsiteX2" fmla="*/ 112589 w 158940"/>
                          <a:gd name="connsiteY2" fmla="*/ 24920 h 138889"/>
                          <a:gd name="connsiteX3" fmla="*/ 154996 w 158940"/>
                          <a:gd name="connsiteY3" fmla="*/ 138889 h 138889"/>
                          <a:gd name="connsiteX4" fmla="*/ 0 w 158940"/>
                          <a:gd name="connsiteY4" fmla="*/ 138889 h 138889"/>
                          <a:gd name="connsiteX0" fmla="*/ 0 w 159464"/>
                          <a:gd name="connsiteY0" fmla="*/ 137644 h 137644"/>
                          <a:gd name="connsiteX1" fmla="*/ 0 w 159464"/>
                          <a:gd name="connsiteY1" fmla="*/ 5122 h 137644"/>
                          <a:gd name="connsiteX2" fmla="*/ 120540 w 159464"/>
                          <a:gd name="connsiteY2" fmla="*/ 34276 h 137644"/>
                          <a:gd name="connsiteX3" fmla="*/ 154996 w 159464"/>
                          <a:gd name="connsiteY3" fmla="*/ 137644 h 137644"/>
                          <a:gd name="connsiteX4" fmla="*/ 0 w 159464"/>
                          <a:gd name="connsiteY4" fmla="*/ 137644 h 137644"/>
                          <a:gd name="connsiteX0" fmla="*/ 0 w 159976"/>
                          <a:gd name="connsiteY0" fmla="*/ 142975 h 142975"/>
                          <a:gd name="connsiteX1" fmla="*/ 0 w 159976"/>
                          <a:gd name="connsiteY1" fmla="*/ 10453 h 142975"/>
                          <a:gd name="connsiteX2" fmla="*/ 71549 w 159976"/>
                          <a:gd name="connsiteY2" fmla="*/ 11882 h 142975"/>
                          <a:gd name="connsiteX3" fmla="*/ 120540 w 159976"/>
                          <a:gd name="connsiteY3" fmla="*/ 39607 h 142975"/>
                          <a:gd name="connsiteX4" fmla="*/ 154996 w 159976"/>
                          <a:gd name="connsiteY4" fmla="*/ 142975 h 142975"/>
                          <a:gd name="connsiteX5" fmla="*/ 0 w 159976"/>
                          <a:gd name="connsiteY5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7850"/>
                          <a:gd name="connsiteY0" fmla="*/ 142975 h 142975"/>
                          <a:gd name="connsiteX1" fmla="*/ 0 w 167850"/>
                          <a:gd name="connsiteY1" fmla="*/ 10453 h 142975"/>
                          <a:gd name="connsiteX2" fmla="*/ 71549 w 167850"/>
                          <a:gd name="connsiteY2" fmla="*/ 11882 h 142975"/>
                          <a:gd name="connsiteX3" fmla="*/ 120540 w 167850"/>
                          <a:gd name="connsiteY3" fmla="*/ 39607 h 142975"/>
                          <a:gd name="connsiteX4" fmla="*/ 150130 w 167850"/>
                          <a:gd name="connsiteY4" fmla="*/ 85700 h 142975"/>
                          <a:gd name="connsiteX5" fmla="*/ 154996 w 167850"/>
                          <a:gd name="connsiteY5" fmla="*/ 142975 h 142975"/>
                          <a:gd name="connsiteX6" fmla="*/ 0 w 167850"/>
                          <a:gd name="connsiteY6" fmla="*/ 142975 h 142975"/>
                          <a:gd name="connsiteX0" fmla="*/ 0 w 167241"/>
                          <a:gd name="connsiteY0" fmla="*/ 142975 h 142975"/>
                          <a:gd name="connsiteX1" fmla="*/ 0 w 167241"/>
                          <a:gd name="connsiteY1" fmla="*/ 10453 h 142975"/>
                          <a:gd name="connsiteX2" fmla="*/ 71549 w 167241"/>
                          <a:gd name="connsiteY2" fmla="*/ 11882 h 142975"/>
                          <a:gd name="connsiteX3" fmla="*/ 120540 w 167241"/>
                          <a:gd name="connsiteY3" fmla="*/ 39607 h 142975"/>
                          <a:gd name="connsiteX4" fmla="*/ 150130 w 167241"/>
                          <a:gd name="connsiteY4" fmla="*/ 85700 h 142975"/>
                          <a:gd name="connsiteX5" fmla="*/ 154996 w 167241"/>
                          <a:gd name="connsiteY5" fmla="*/ 142975 h 142975"/>
                          <a:gd name="connsiteX6" fmla="*/ 0 w 167241"/>
                          <a:gd name="connsiteY6" fmla="*/ 142975 h 1429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67241" h="142975">
                            <a:moveTo>
                              <a:pt x="0" y="142975"/>
                            </a:moveTo>
                            <a:lnTo>
                              <a:pt x="0" y="10453"/>
                            </a:lnTo>
                            <a:cubicBezTo>
                              <a:pt x="11925" y="-11396"/>
                              <a:pt x="56221" y="7023"/>
                              <a:pt x="71549" y="11882"/>
                            </a:cubicBezTo>
                            <a:cubicBezTo>
                              <a:pt x="86877" y="16741"/>
                              <a:pt x="107443" y="27304"/>
                              <a:pt x="120540" y="39607"/>
                            </a:cubicBezTo>
                            <a:cubicBezTo>
                              <a:pt x="133637" y="51910"/>
                              <a:pt x="139625" y="63710"/>
                              <a:pt x="150130" y="85700"/>
                            </a:cubicBezTo>
                            <a:cubicBezTo>
                              <a:pt x="160635" y="107690"/>
                              <a:pt x="180018" y="133429"/>
                              <a:pt x="154996" y="142975"/>
                            </a:cubicBezTo>
                            <a:lnTo>
                              <a:pt x="0" y="142975"/>
                            </a:lnTo>
                            <a:close/>
                          </a:path>
                        </a:pathLst>
                      </a:custGeom>
                      <a:noFill/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:a16="http://schemas.microsoft.com/office/drawing/2014/main" id="{4799E651-9701-413A-AF34-0556166DCA6A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9158183" y="2889241"/>
                        <a:ext cx="75913" cy="225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91" name="Oval 90">
                      <a:extLst>
                        <a:ext uri="{FF2B5EF4-FFF2-40B4-BE49-F238E27FC236}">
                          <a16:creationId xmlns:a16="http://schemas.microsoft.com/office/drawing/2014/main" id="{E568C48C-E68C-C612-BE8C-6AD0735029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79291" y="6380102"/>
                      <a:ext cx="121767" cy="117806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0" name="Oval 89">
                      <a:extLst>
                        <a:ext uri="{FF2B5EF4-FFF2-40B4-BE49-F238E27FC236}">
                          <a16:creationId xmlns:a16="http://schemas.microsoft.com/office/drawing/2014/main" id="{DDF76846-84A1-CBED-EE92-BE64A82604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2224" y="6380102"/>
                      <a:ext cx="121767" cy="117806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9" name="Oval 88">
                      <a:extLst>
                        <a:ext uri="{FF2B5EF4-FFF2-40B4-BE49-F238E27FC236}">
                          <a16:creationId xmlns:a16="http://schemas.microsoft.com/office/drawing/2014/main" id="{8212C010-58F7-4685-CD25-50F74DF9A2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29545" y="6381460"/>
                      <a:ext cx="121767" cy="117806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8" name="Oval 87">
                      <a:extLst>
                        <a:ext uri="{FF2B5EF4-FFF2-40B4-BE49-F238E27FC236}">
                          <a16:creationId xmlns:a16="http://schemas.microsoft.com/office/drawing/2014/main" id="{DFF01DE0-98D2-2CC6-A89B-E617FE2572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68621" y="6388042"/>
                      <a:ext cx="121767" cy="117806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2" name="Rectangle 81">
                      <a:extLst>
                        <a:ext uri="{FF2B5EF4-FFF2-40B4-BE49-F238E27FC236}">
                          <a16:creationId xmlns:a16="http://schemas.microsoft.com/office/drawing/2014/main" id="{46D36763-658E-6CAF-0B98-D20A1F356E98}"/>
                        </a:ext>
                      </a:extLst>
                    </p:cNvPr>
                    <p:cNvSpPr/>
                    <p:nvPr/>
                  </p:nvSpPr>
                  <p:spPr>
                    <a:xfrm rot="8088437">
                      <a:off x="5791952" y="5617891"/>
                      <a:ext cx="50327" cy="30715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450A72A3-6A22-E2D5-6F5D-8661C7CA13B7}"/>
                      </a:ext>
                    </a:extLst>
                  </p:cNvPr>
                  <p:cNvGrpSpPr/>
                  <p:nvPr/>
                </p:nvGrpSpPr>
                <p:grpSpPr>
                  <a:xfrm>
                    <a:off x="5625924" y="1048508"/>
                    <a:ext cx="1759839" cy="4884649"/>
                    <a:chOff x="5625924" y="1048508"/>
                    <a:chExt cx="1759839" cy="4884649"/>
                  </a:xfrm>
                </p:grpSpPr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B47AA7B5-67F4-828F-063D-A43880BA0A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25924" y="1067248"/>
                      <a:ext cx="1759839" cy="4865909"/>
                    </a:xfrm>
                    <a:custGeom>
                      <a:avLst/>
                      <a:gdLst>
                        <a:gd name="connsiteX0" fmla="*/ 0 w 995981"/>
                        <a:gd name="connsiteY0" fmla="*/ 0 h 4882101"/>
                        <a:gd name="connsiteX1" fmla="*/ 995981 w 995981"/>
                        <a:gd name="connsiteY1" fmla="*/ 0 h 4882101"/>
                        <a:gd name="connsiteX2" fmla="*/ 995981 w 995981"/>
                        <a:gd name="connsiteY2" fmla="*/ 4882101 h 4882101"/>
                        <a:gd name="connsiteX3" fmla="*/ 0 w 995981"/>
                        <a:gd name="connsiteY3" fmla="*/ 4882101 h 4882101"/>
                        <a:gd name="connsiteX4" fmla="*/ 0 w 995981"/>
                        <a:gd name="connsiteY4" fmla="*/ 0 h 4882101"/>
                        <a:gd name="connsiteX0" fmla="*/ 0 w 995981"/>
                        <a:gd name="connsiteY0" fmla="*/ 0 h 4882101"/>
                        <a:gd name="connsiteX1" fmla="*/ 995981 w 995981"/>
                        <a:gd name="connsiteY1" fmla="*/ 0 h 4882101"/>
                        <a:gd name="connsiteX2" fmla="*/ 988645 w 995981"/>
                        <a:gd name="connsiteY2" fmla="*/ 2820713 h 4882101"/>
                        <a:gd name="connsiteX3" fmla="*/ 995981 w 995981"/>
                        <a:gd name="connsiteY3" fmla="*/ 4882101 h 4882101"/>
                        <a:gd name="connsiteX4" fmla="*/ 0 w 995981"/>
                        <a:gd name="connsiteY4" fmla="*/ 4882101 h 4882101"/>
                        <a:gd name="connsiteX5" fmla="*/ 0 w 995981"/>
                        <a:gd name="connsiteY5" fmla="*/ 0 h 4882101"/>
                        <a:gd name="connsiteX0" fmla="*/ 0 w 995981"/>
                        <a:gd name="connsiteY0" fmla="*/ 0 h 4882101"/>
                        <a:gd name="connsiteX1" fmla="*/ 995981 w 995981"/>
                        <a:gd name="connsiteY1" fmla="*/ 0 h 4882101"/>
                        <a:gd name="connsiteX2" fmla="*/ 994255 w 995981"/>
                        <a:gd name="connsiteY2" fmla="*/ 3449012 h 4882101"/>
                        <a:gd name="connsiteX3" fmla="*/ 995981 w 995981"/>
                        <a:gd name="connsiteY3" fmla="*/ 4882101 h 4882101"/>
                        <a:gd name="connsiteX4" fmla="*/ 0 w 995981"/>
                        <a:gd name="connsiteY4" fmla="*/ 4882101 h 4882101"/>
                        <a:gd name="connsiteX5" fmla="*/ 0 w 995981"/>
                        <a:gd name="connsiteY5" fmla="*/ 0 h 4882101"/>
                        <a:gd name="connsiteX0" fmla="*/ 0 w 1069247"/>
                        <a:gd name="connsiteY0" fmla="*/ 0 h 4882101"/>
                        <a:gd name="connsiteX1" fmla="*/ 995981 w 1069247"/>
                        <a:gd name="connsiteY1" fmla="*/ 0 h 4882101"/>
                        <a:gd name="connsiteX2" fmla="*/ 994255 w 1069247"/>
                        <a:gd name="connsiteY2" fmla="*/ 2921689 h 4882101"/>
                        <a:gd name="connsiteX3" fmla="*/ 994255 w 1069247"/>
                        <a:gd name="connsiteY3" fmla="*/ 3449012 h 4882101"/>
                        <a:gd name="connsiteX4" fmla="*/ 995981 w 1069247"/>
                        <a:gd name="connsiteY4" fmla="*/ 4882101 h 4882101"/>
                        <a:gd name="connsiteX5" fmla="*/ 0 w 1069247"/>
                        <a:gd name="connsiteY5" fmla="*/ 4882101 h 4882101"/>
                        <a:gd name="connsiteX6" fmla="*/ 0 w 1069247"/>
                        <a:gd name="connsiteY6" fmla="*/ 0 h 4882101"/>
                        <a:gd name="connsiteX0" fmla="*/ 0 w 1745970"/>
                        <a:gd name="connsiteY0" fmla="*/ 0 h 4882101"/>
                        <a:gd name="connsiteX1" fmla="*/ 995981 w 1745970"/>
                        <a:gd name="connsiteY1" fmla="*/ 0 h 4882101"/>
                        <a:gd name="connsiteX2" fmla="*/ 1745970 w 1745970"/>
                        <a:gd name="connsiteY2" fmla="*/ 3420963 h 4882101"/>
                        <a:gd name="connsiteX3" fmla="*/ 994255 w 1745970"/>
                        <a:gd name="connsiteY3" fmla="*/ 3449012 h 4882101"/>
                        <a:gd name="connsiteX4" fmla="*/ 995981 w 1745970"/>
                        <a:gd name="connsiteY4" fmla="*/ 4882101 h 4882101"/>
                        <a:gd name="connsiteX5" fmla="*/ 0 w 1745970"/>
                        <a:gd name="connsiteY5" fmla="*/ 4882101 h 4882101"/>
                        <a:gd name="connsiteX6" fmla="*/ 0 w 1745970"/>
                        <a:gd name="connsiteY6" fmla="*/ 0 h 4882101"/>
                        <a:gd name="connsiteX0" fmla="*/ 0 w 1778417"/>
                        <a:gd name="connsiteY0" fmla="*/ 0 h 4882101"/>
                        <a:gd name="connsiteX1" fmla="*/ 995981 w 1778417"/>
                        <a:gd name="connsiteY1" fmla="*/ 0 h 4882101"/>
                        <a:gd name="connsiteX2" fmla="*/ 1577675 w 1778417"/>
                        <a:gd name="connsiteY2" fmla="*/ 2366318 h 4882101"/>
                        <a:gd name="connsiteX3" fmla="*/ 1745970 w 1778417"/>
                        <a:gd name="connsiteY3" fmla="*/ 3420963 h 4882101"/>
                        <a:gd name="connsiteX4" fmla="*/ 994255 w 1778417"/>
                        <a:gd name="connsiteY4" fmla="*/ 3449012 h 4882101"/>
                        <a:gd name="connsiteX5" fmla="*/ 995981 w 1778417"/>
                        <a:gd name="connsiteY5" fmla="*/ 4882101 h 4882101"/>
                        <a:gd name="connsiteX6" fmla="*/ 0 w 1778417"/>
                        <a:gd name="connsiteY6" fmla="*/ 4882101 h 4882101"/>
                        <a:gd name="connsiteX7" fmla="*/ 0 w 1778417"/>
                        <a:gd name="connsiteY7" fmla="*/ 0 h 4882101"/>
                        <a:gd name="connsiteX0" fmla="*/ 0 w 1752802"/>
                        <a:gd name="connsiteY0" fmla="*/ 0 h 4882101"/>
                        <a:gd name="connsiteX1" fmla="*/ 995981 w 1752802"/>
                        <a:gd name="connsiteY1" fmla="*/ 0 h 4882101"/>
                        <a:gd name="connsiteX2" fmla="*/ 747422 w 1752802"/>
                        <a:gd name="connsiteY2" fmla="*/ 1777287 h 4882101"/>
                        <a:gd name="connsiteX3" fmla="*/ 1745970 w 1752802"/>
                        <a:gd name="connsiteY3" fmla="*/ 3420963 h 4882101"/>
                        <a:gd name="connsiteX4" fmla="*/ 994255 w 1752802"/>
                        <a:gd name="connsiteY4" fmla="*/ 3449012 h 4882101"/>
                        <a:gd name="connsiteX5" fmla="*/ 995981 w 1752802"/>
                        <a:gd name="connsiteY5" fmla="*/ 4882101 h 4882101"/>
                        <a:gd name="connsiteX6" fmla="*/ 0 w 1752802"/>
                        <a:gd name="connsiteY6" fmla="*/ 4882101 h 4882101"/>
                        <a:gd name="connsiteX7" fmla="*/ 0 w 1752802"/>
                        <a:gd name="connsiteY7" fmla="*/ 0 h 4882101"/>
                        <a:gd name="connsiteX0" fmla="*/ 0 w 1748433"/>
                        <a:gd name="connsiteY0" fmla="*/ 0 h 4882101"/>
                        <a:gd name="connsiteX1" fmla="*/ 995981 w 1748433"/>
                        <a:gd name="connsiteY1" fmla="*/ 0 h 4882101"/>
                        <a:gd name="connsiteX2" fmla="*/ 747422 w 1748433"/>
                        <a:gd name="connsiteY2" fmla="*/ 1777287 h 4882101"/>
                        <a:gd name="connsiteX3" fmla="*/ 1218647 w 1748433"/>
                        <a:gd name="connsiteY3" fmla="*/ 2596320 h 4882101"/>
                        <a:gd name="connsiteX4" fmla="*/ 1745970 w 1748433"/>
                        <a:gd name="connsiteY4" fmla="*/ 3420963 h 4882101"/>
                        <a:gd name="connsiteX5" fmla="*/ 994255 w 1748433"/>
                        <a:gd name="connsiteY5" fmla="*/ 3449012 h 4882101"/>
                        <a:gd name="connsiteX6" fmla="*/ 995981 w 1748433"/>
                        <a:gd name="connsiteY6" fmla="*/ 4882101 h 4882101"/>
                        <a:gd name="connsiteX7" fmla="*/ 0 w 1748433"/>
                        <a:gd name="connsiteY7" fmla="*/ 4882101 h 4882101"/>
                        <a:gd name="connsiteX8" fmla="*/ 0 w 1748433"/>
                        <a:gd name="connsiteY8" fmla="*/ 0 h 4882101"/>
                        <a:gd name="connsiteX0" fmla="*/ 0 w 1817730"/>
                        <a:gd name="connsiteY0" fmla="*/ 0 h 4882101"/>
                        <a:gd name="connsiteX1" fmla="*/ 995981 w 1817730"/>
                        <a:gd name="connsiteY1" fmla="*/ 0 h 4882101"/>
                        <a:gd name="connsiteX2" fmla="*/ 747422 w 1817730"/>
                        <a:gd name="connsiteY2" fmla="*/ 1777287 h 4882101"/>
                        <a:gd name="connsiteX3" fmla="*/ 1729140 w 1817730"/>
                        <a:gd name="connsiteY3" fmla="*/ 1743628 h 4882101"/>
                        <a:gd name="connsiteX4" fmla="*/ 1745970 w 1817730"/>
                        <a:gd name="connsiteY4" fmla="*/ 3420963 h 4882101"/>
                        <a:gd name="connsiteX5" fmla="*/ 994255 w 1817730"/>
                        <a:gd name="connsiteY5" fmla="*/ 3449012 h 4882101"/>
                        <a:gd name="connsiteX6" fmla="*/ 995981 w 1817730"/>
                        <a:gd name="connsiteY6" fmla="*/ 4882101 h 4882101"/>
                        <a:gd name="connsiteX7" fmla="*/ 0 w 1817730"/>
                        <a:gd name="connsiteY7" fmla="*/ 4882101 h 4882101"/>
                        <a:gd name="connsiteX8" fmla="*/ 0 w 1817730"/>
                        <a:gd name="connsiteY8" fmla="*/ 0 h 4882101"/>
                        <a:gd name="connsiteX0" fmla="*/ 0 w 1817730"/>
                        <a:gd name="connsiteY0" fmla="*/ 0 h 4882101"/>
                        <a:gd name="connsiteX1" fmla="*/ 995981 w 1817730"/>
                        <a:gd name="connsiteY1" fmla="*/ 0 h 4882101"/>
                        <a:gd name="connsiteX2" fmla="*/ 747422 w 1817730"/>
                        <a:gd name="connsiteY2" fmla="*/ 1777287 h 4882101"/>
                        <a:gd name="connsiteX3" fmla="*/ 1729140 w 1817730"/>
                        <a:gd name="connsiteY3" fmla="*/ 1743628 h 4882101"/>
                        <a:gd name="connsiteX4" fmla="*/ 1745970 w 1817730"/>
                        <a:gd name="connsiteY4" fmla="*/ 3420963 h 4882101"/>
                        <a:gd name="connsiteX5" fmla="*/ 994255 w 1817730"/>
                        <a:gd name="connsiteY5" fmla="*/ 3449012 h 4882101"/>
                        <a:gd name="connsiteX6" fmla="*/ 995981 w 1817730"/>
                        <a:gd name="connsiteY6" fmla="*/ 4882101 h 4882101"/>
                        <a:gd name="connsiteX7" fmla="*/ 0 w 1817730"/>
                        <a:gd name="connsiteY7" fmla="*/ 4882101 h 4882101"/>
                        <a:gd name="connsiteX8" fmla="*/ 0 w 1817730"/>
                        <a:gd name="connsiteY8" fmla="*/ 0 h 4882101"/>
                        <a:gd name="connsiteX0" fmla="*/ 0 w 1762806"/>
                        <a:gd name="connsiteY0" fmla="*/ 0 h 4882101"/>
                        <a:gd name="connsiteX1" fmla="*/ 995981 w 1762806"/>
                        <a:gd name="connsiteY1" fmla="*/ 0 h 4882101"/>
                        <a:gd name="connsiteX2" fmla="*/ 747422 w 1762806"/>
                        <a:gd name="connsiteY2" fmla="*/ 1777287 h 4882101"/>
                        <a:gd name="connsiteX3" fmla="*/ 1729140 w 1762806"/>
                        <a:gd name="connsiteY3" fmla="*/ 1743628 h 4882101"/>
                        <a:gd name="connsiteX4" fmla="*/ 1745970 w 1762806"/>
                        <a:gd name="connsiteY4" fmla="*/ 3420963 h 4882101"/>
                        <a:gd name="connsiteX5" fmla="*/ 994255 w 1762806"/>
                        <a:gd name="connsiteY5" fmla="*/ 3449012 h 4882101"/>
                        <a:gd name="connsiteX6" fmla="*/ 995981 w 1762806"/>
                        <a:gd name="connsiteY6" fmla="*/ 4882101 h 4882101"/>
                        <a:gd name="connsiteX7" fmla="*/ 0 w 1762806"/>
                        <a:gd name="connsiteY7" fmla="*/ 4882101 h 4882101"/>
                        <a:gd name="connsiteX8" fmla="*/ 0 w 1762806"/>
                        <a:gd name="connsiteY8" fmla="*/ 0 h 4882101"/>
                        <a:gd name="connsiteX0" fmla="*/ 0 w 1762806"/>
                        <a:gd name="connsiteY0" fmla="*/ 0 h 4882101"/>
                        <a:gd name="connsiteX1" fmla="*/ 995981 w 1762806"/>
                        <a:gd name="connsiteY1" fmla="*/ 0 h 4882101"/>
                        <a:gd name="connsiteX2" fmla="*/ 747422 w 1762806"/>
                        <a:gd name="connsiteY2" fmla="*/ 1777287 h 4882101"/>
                        <a:gd name="connsiteX3" fmla="*/ 1729140 w 1762806"/>
                        <a:gd name="connsiteY3" fmla="*/ 1743628 h 4882101"/>
                        <a:gd name="connsiteX4" fmla="*/ 1745970 w 1762806"/>
                        <a:gd name="connsiteY4" fmla="*/ 3420963 h 4882101"/>
                        <a:gd name="connsiteX5" fmla="*/ 994255 w 1762806"/>
                        <a:gd name="connsiteY5" fmla="*/ 3449012 h 4882101"/>
                        <a:gd name="connsiteX6" fmla="*/ 995981 w 1762806"/>
                        <a:gd name="connsiteY6" fmla="*/ 4882101 h 4882101"/>
                        <a:gd name="connsiteX7" fmla="*/ 0 w 1762806"/>
                        <a:gd name="connsiteY7" fmla="*/ 4882101 h 4882101"/>
                        <a:gd name="connsiteX8" fmla="*/ 0 w 1762806"/>
                        <a:gd name="connsiteY8" fmla="*/ 0 h 4882101"/>
                        <a:gd name="connsiteX0" fmla="*/ 0 w 1771594"/>
                        <a:gd name="connsiteY0" fmla="*/ 0 h 4882101"/>
                        <a:gd name="connsiteX1" fmla="*/ 995981 w 1771594"/>
                        <a:gd name="connsiteY1" fmla="*/ 0 h 4882101"/>
                        <a:gd name="connsiteX2" fmla="*/ 747422 w 1771594"/>
                        <a:gd name="connsiteY2" fmla="*/ 1777287 h 4882101"/>
                        <a:gd name="connsiteX3" fmla="*/ 1729140 w 1771594"/>
                        <a:gd name="connsiteY3" fmla="*/ 1743628 h 4882101"/>
                        <a:gd name="connsiteX4" fmla="*/ 1757190 w 1771594"/>
                        <a:gd name="connsiteY4" fmla="*/ 3420963 h 4882101"/>
                        <a:gd name="connsiteX5" fmla="*/ 994255 w 1771594"/>
                        <a:gd name="connsiteY5" fmla="*/ 3449012 h 4882101"/>
                        <a:gd name="connsiteX6" fmla="*/ 995981 w 1771594"/>
                        <a:gd name="connsiteY6" fmla="*/ 4882101 h 4882101"/>
                        <a:gd name="connsiteX7" fmla="*/ 0 w 1771594"/>
                        <a:gd name="connsiteY7" fmla="*/ 4882101 h 4882101"/>
                        <a:gd name="connsiteX8" fmla="*/ 0 w 1771594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747422 w 1759839"/>
                        <a:gd name="connsiteY2" fmla="*/ 1777287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0 w 1759839"/>
                        <a:gd name="connsiteY7" fmla="*/ 4882101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747422 w 1759839"/>
                        <a:gd name="connsiteY2" fmla="*/ 1777287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0 w 1759839"/>
                        <a:gd name="connsiteY7" fmla="*/ 4882101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0 w 1759839"/>
                        <a:gd name="connsiteY7" fmla="*/ 4882101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0 w 1759839"/>
                        <a:gd name="connsiteY7" fmla="*/ 4882101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0 w 1759839"/>
                        <a:gd name="connsiteY7" fmla="*/ 4882101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0 w 1759839"/>
                        <a:gd name="connsiteY7" fmla="*/ 4882101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438912 w 1759839"/>
                        <a:gd name="connsiteY7" fmla="*/ 4878776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438912 w 1759839"/>
                        <a:gd name="connsiteY7" fmla="*/ 4878776 h 4882101"/>
                        <a:gd name="connsiteX8" fmla="*/ 411589 w 1759839"/>
                        <a:gd name="connsiteY8" fmla="*/ 4573301 h 4882101"/>
                        <a:gd name="connsiteX9" fmla="*/ 0 w 1759839"/>
                        <a:gd name="connsiteY9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438912 w 1759839"/>
                        <a:gd name="connsiteY7" fmla="*/ 4878776 h 4882101"/>
                        <a:gd name="connsiteX8" fmla="*/ 9253 w 1759839"/>
                        <a:gd name="connsiteY8" fmla="*/ 4550025 h 4882101"/>
                        <a:gd name="connsiteX9" fmla="*/ 0 w 1759839"/>
                        <a:gd name="connsiteY9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325859 w 1759839"/>
                        <a:gd name="connsiteY7" fmla="*/ 4858826 h 4882101"/>
                        <a:gd name="connsiteX8" fmla="*/ 9253 w 1759839"/>
                        <a:gd name="connsiteY8" fmla="*/ 4550025 h 4882101"/>
                        <a:gd name="connsiteX9" fmla="*/ 0 w 1759839"/>
                        <a:gd name="connsiteY9" fmla="*/ 0 h 4882101"/>
                        <a:gd name="connsiteX0" fmla="*/ 0 w 1759839"/>
                        <a:gd name="connsiteY0" fmla="*/ 0 h 4858826"/>
                        <a:gd name="connsiteX1" fmla="*/ 995981 w 1759839"/>
                        <a:gd name="connsiteY1" fmla="*/ 0 h 4858826"/>
                        <a:gd name="connsiteX2" fmla="*/ 1005474 w 1759839"/>
                        <a:gd name="connsiteY2" fmla="*/ 1715579 h 4858826"/>
                        <a:gd name="connsiteX3" fmla="*/ 1729140 w 1759839"/>
                        <a:gd name="connsiteY3" fmla="*/ 1743628 h 4858826"/>
                        <a:gd name="connsiteX4" fmla="*/ 1757190 w 1759839"/>
                        <a:gd name="connsiteY4" fmla="*/ 3420963 h 4858826"/>
                        <a:gd name="connsiteX5" fmla="*/ 994255 w 1759839"/>
                        <a:gd name="connsiteY5" fmla="*/ 3449012 h 4858826"/>
                        <a:gd name="connsiteX6" fmla="*/ 995981 w 1759839"/>
                        <a:gd name="connsiteY6" fmla="*/ 4546267 h 4858826"/>
                        <a:gd name="connsiteX7" fmla="*/ 325859 w 1759839"/>
                        <a:gd name="connsiteY7" fmla="*/ 4858826 h 4858826"/>
                        <a:gd name="connsiteX8" fmla="*/ 9253 w 1759839"/>
                        <a:gd name="connsiteY8" fmla="*/ 4550025 h 4858826"/>
                        <a:gd name="connsiteX9" fmla="*/ 0 w 1759839"/>
                        <a:gd name="connsiteY9" fmla="*/ 0 h 4858826"/>
                        <a:gd name="connsiteX0" fmla="*/ 0 w 1759839"/>
                        <a:gd name="connsiteY0" fmla="*/ 0 h 4858826"/>
                        <a:gd name="connsiteX1" fmla="*/ 995981 w 1759839"/>
                        <a:gd name="connsiteY1" fmla="*/ 0 h 4858826"/>
                        <a:gd name="connsiteX2" fmla="*/ 1005474 w 1759839"/>
                        <a:gd name="connsiteY2" fmla="*/ 1715579 h 4858826"/>
                        <a:gd name="connsiteX3" fmla="*/ 1729140 w 1759839"/>
                        <a:gd name="connsiteY3" fmla="*/ 1743628 h 4858826"/>
                        <a:gd name="connsiteX4" fmla="*/ 1757190 w 1759839"/>
                        <a:gd name="connsiteY4" fmla="*/ 3420963 h 4858826"/>
                        <a:gd name="connsiteX5" fmla="*/ 994255 w 1759839"/>
                        <a:gd name="connsiteY5" fmla="*/ 3449012 h 4858826"/>
                        <a:gd name="connsiteX6" fmla="*/ 995981 w 1759839"/>
                        <a:gd name="connsiteY6" fmla="*/ 4546267 h 4858826"/>
                        <a:gd name="connsiteX7" fmla="*/ 634370 w 1759839"/>
                        <a:gd name="connsiteY7" fmla="*/ 4716280 h 4858826"/>
                        <a:gd name="connsiteX8" fmla="*/ 325859 w 1759839"/>
                        <a:gd name="connsiteY8" fmla="*/ 4858826 h 4858826"/>
                        <a:gd name="connsiteX9" fmla="*/ 9253 w 1759839"/>
                        <a:gd name="connsiteY9" fmla="*/ 4550025 h 4858826"/>
                        <a:gd name="connsiteX10" fmla="*/ 0 w 1759839"/>
                        <a:gd name="connsiteY10" fmla="*/ 0 h 4858826"/>
                        <a:gd name="connsiteX0" fmla="*/ 0 w 1759839"/>
                        <a:gd name="connsiteY0" fmla="*/ 0 h 4862584"/>
                        <a:gd name="connsiteX1" fmla="*/ 995981 w 1759839"/>
                        <a:gd name="connsiteY1" fmla="*/ 0 h 4862584"/>
                        <a:gd name="connsiteX2" fmla="*/ 1005474 w 1759839"/>
                        <a:gd name="connsiteY2" fmla="*/ 1715579 h 4862584"/>
                        <a:gd name="connsiteX3" fmla="*/ 1729140 w 1759839"/>
                        <a:gd name="connsiteY3" fmla="*/ 1743628 h 4862584"/>
                        <a:gd name="connsiteX4" fmla="*/ 1757190 w 1759839"/>
                        <a:gd name="connsiteY4" fmla="*/ 3420963 h 4862584"/>
                        <a:gd name="connsiteX5" fmla="*/ 994255 w 1759839"/>
                        <a:gd name="connsiteY5" fmla="*/ 3449012 h 4862584"/>
                        <a:gd name="connsiteX6" fmla="*/ 995981 w 1759839"/>
                        <a:gd name="connsiteY6" fmla="*/ 4546267 h 4862584"/>
                        <a:gd name="connsiteX7" fmla="*/ 667621 w 1759839"/>
                        <a:gd name="connsiteY7" fmla="*/ 4862584 h 4862584"/>
                        <a:gd name="connsiteX8" fmla="*/ 325859 w 1759839"/>
                        <a:gd name="connsiteY8" fmla="*/ 4858826 h 4862584"/>
                        <a:gd name="connsiteX9" fmla="*/ 9253 w 1759839"/>
                        <a:gd name="connsiteY9" fmla="*/ 4550025 h 4862584"/>
                        <a:gd name="connsiteX10" fmla="*/ 0 w 1759839"/>
                        <a:gd name="connsiteY10" fmla="*/ 0 h 4862584"/>
                        <a:gd name="connsiteX0" fmla="*/ 0 w 1759839"/>
                        <a:gd name="connsiteY0" fmla="*/ 0 h 4865909"/>
                        <a:gd name="connsiteX1" fmla="*/ 995981 w 1759839"/>
                        <a:gd name="connsiteY1" fmla="*/ 0 h 4865909"/>
                        <a:gd name="connsiteX2" fmla="*/ 1005474 w 1759839"/>
                        <a:gd name="connsiteY2" fmla="*/ 1715579 h 4865909"/>
                        <a:gd name="connsiteX3" fmla="*/ 1729140 w 1759839"/>
                        <a:gd name="connsiteY3" fmla="*/ 1743628 h 4865909"/>
                        <a:gd name="connsiteX4" fmla="*/ 1757190 w 1759839"/>
                        <a:gd name="connsiteY4" fmla="*/ 3420963 h 4865909"/>
                        <a:gd name="connsiteX5" fmla="*/ 994255 w 1759839"/>
                        <a:gd name="connsiteY5" fmla="*/ 3449012 h 4865909"/>
                        <a:gd name="connsiteX6" fmla="*/ 995981 w 1759839"/>
                        <a:gd name="connsiteY6" fmla="*/ 4546267 h 4865909"/>
                        <a:gd name="connsiteX7" fmla="*/ 744098 w 1759839"/>
                        <a:gd name="connsiteY7" fmla="*/ 4865909 h 4865909"/>
                        <a:gd name="connsiteX8" fmla="*/ 325859 w 1759839"/>
                        <a:gd name="connsiteY8" fmla="*/ 4858826 h 4865909"/>
                        <a:gd name="connsiteX9" fmla="*/ 9253 w 1759839"/>
                        <a:gd name="connsiteY9" fmla="*/ 4550025 h 4865909"/>
                        <a:gd name="connsiteX10" fmla="*/ 0 w 1759839"/>
                        <a:gd name="connsiteY10" fmla="*/ 0 h 4865909"/>
                        <a:gd name="connsiteX0" fmla="*/ 0 w 1759839"/>
                        <a:gd name="connsiteY0" fmla="*/ 0 h 4865909"/>
                        <a:gd name="connsiteX1" fmla="*/ 995981 w 1759839"/>
                        <a:gd name="connsiteY1" fmla="*/ 0 h 4865909"/>
                        <a:gd name="connsiteX2" fmla="*/ 1020223 w 1759839"/>
                        <a:gd name="connsiteY2" fmla="*/ 1759824 h 4865909"/>
                        <a:gd name="connsiteX3" fmla="*/ 1729140 w 1759839"/>
                        <a:gd name="connsiteY3" fmla="*/ 1743628 h 4865909"/>
                        <a:gd name="connsiteX4" fmla="*/ 1757190 w 1759839"/>
                        <a:gd name="connsiteY4" fmla="*/ 3420963 h 4865909"/>
                        <a:gd name="connsiteX5" fmla="*/ 994255 w 1759839"/>
                        <a:gd name="connsiteY5" fmla="*/ 3449012 h 4865909"/>
                        <a:gd name="connsiteX6" fmla="*/ 995981 w 1759839"/>
                        <a:gd name="connsiteY6" fmla="*/ 4546267 h 4865909"/>
                        <a:gd name="connsiteX7" fmla="*/ 744098 w 1759839"/>
                        <a:gd name="connsiteY7" fmla="*/ 4865909 h 4865909"/>
                        <a:gd name="connsiteX8" fmla="*/ 325859 w 1759839"/>
                        <a:gd name="connsiteY8" fmla="*/ 4858826 h 4865909"/>
                        <a:gd name="connsiteX9" fmla="*/ 9253 w 1759839"/>
                        <a:gd name="connsiteY9" fmla="*/ 4550025 h 4865909"/>
                        <a:gd name="connsiteX10" fmla="*/ 0 w 1759839"/>
                        <a:gd name="connsiteY10" fmla="*/ 0 h 4865909"/>
                        <a:gd name="connsiteX0" fmla="*/ 0 w 1759839"/>
                        <a:gd name="connsiteY0" fmla="*/ 0 h 4865909"/>
                        <a:gd name="connsiteX1" fmla="*/ 995981 w 1759839"/>
                        <a:gd name="connsiteY1" fmla="*/ 0 h 4865909"/>
                        <a:gd name="connsiteX2" fmla="*/ 1020223 w 1759839"/>
                        <a:gd name="connsiteY2" fmla="*/ 1759824 h 4865909"/>
                        <a:gd name="connsiteX3" fmla="*/ 1729140 w 1759839"/>
                        <a:gd name="connsiteY3" fmla="*/ 1743628 h 4865909"/>
                        <a:gd name="connsiteX4" fmla="*/ 1757190 w 1759839"/>
                        <a:gd name="connsiteY4" fmla="*/ 3420963 h 4865909"/>
                        <a:gd name="connsiteX5" fmla="*/ 994255 w 1759839"/>
                        <a:gd name="connsiteY5" fmla="*/ 3449012 h 4865909"/>
                        <a:gd name="connsiteX6" fmla="*/ 995981 w 1759839"/>
                        <a:gd name="connsiteY6" fmla="*/ 4546267 h 4865909"/>
                        <a:gd name="connsiteX7" fmla="*/ 744098 w 1759839"/>
                        <a:gd name="connsiteY7" fmla="*/ 4865909 h 4865909"/>
                        <a:gd name="connsiteX8" fmla="*/ 325859 w 1759839"/>
                        <a:gd name="connsiteY8" fmla="*/ 4858826 h 4865909"/>
                        <a:gd name="connsiteX9" fmla="*/ 9253 w 1759839"/>
                        <a:gd name="connsiteY9" fmla="*/ 4550025 h 4865909"/>
                        <a:gd name="connsiteX10" fmla="*/ 0 w 1759839"/>
                        <a:gd name="connsiteY10" fmla="*/ 0 h 4865909"/>
                        <a:gd name="connsiteX0" fmla="*/ 0 w 1759839"/>
                        <a:gd name="connsiteY0" fmla="*/ 0 h 4865909"/>
                        <a:gd name="connsiteX1" fmla="*/ 995981 w 1759839"/>
                        <a:gd name="connsiteY1" fmla="*/ 0 h 4865909"/>
                        <a:gd name="connsiteX2" fmla="*/ 1020223 w 1759839"/>
                        <a:gd name="connsiteY2" fmla="*/ 1752450 h 4865909"/>
                        <a:gd name="connsiteX3" fmla="*/ 1729140 w 1759839"/>
                        <a:gd name="connsiteY3" fmla="*/ 1743628 h 4865909"/>
                        <a:gd name="connsiteX4" fmla="*/ 1757190 w 1759839"/>
                        <a:gd name="connsiteY4" fmla="*/ 3420963 h 4865909"/>
                        <a:gd name="connsiteX5" fmla="*/ 994255 w 1759839"/>
                        <a:gd name="connsiteY5" fmla="*/ 3449012 h 4865909"/>
                        <a:gd name="connsiteX6" fmla="*/ 995981 w 1759839"/>
                        <a:gd name="connsiteY6" fmla="*/ 4546267 h 4865909"/>
                        <a:gd name="connsiteX7" fmla="*/ 744098 w 1759839"/>
                        <a:gd name="connsiteY7" fmla="*/ 4865909 h 4865909"/>
                        <a:gd name="connsiteX8" fmla="*/ 325859 w 1759839"/>
                        <a:gd name="connsiteY8" fmla="*/ 4858826 h 4865909"/>
                        <a:gd name="connsiteX9" fmla="*/ 9253 w 1759839"/>
                        <a:gd name="connsiteY9" fmla="*/ 4550025 h 4865909"/>
                        <a:gd name="connsiteX10" fmla="*/ 0 w 1759839"/>
                        <a:gd name="connsiteY10" fmla="*/ 0 h 4865909"/>
                        <a:gd name="connsiteX0" fmla="*/ 0 w 1759839"/>
                        <a:gd name="connsiteY0" fmla="*/ 0 h 4865909"/>
                        <a:gd name="connsiteX1" fmla="*/ 995981 w 1759839"/>
                        <a:gd name="connsiteY1" fmla="*/ 0 h 4865909"/>
                        <a:gd name="connsiteX2" fmla="*/ 1020223 w 1759839"/>
                        <a:gd name="connsiteY2" fmla="*/ 1752450 h 4865909"/>
                        <a:gd name="connsiteX3" fmla="*/ 1729140 w 1759839"/>
                        <a:gd name="connsiteY3" fmla="*/ 1743628 h 4865909"/>
                        <a:gd name="connsiteX4" fmla="*/ 1757190 w 1759839"/>
                        <a:gd name="connsiteY4" fmla="*/ 3420963 h 4865909"/>
                        <a:gd name="connsiteX5" fmla="*/ 994255 w 1759839"/>
                        <a:gd name="connsiteY5" fmla="*/ 3449012 h 4865909"/>
                        <a:gd name="connsiteX6" fmla="*/ 995981 w 1759839"/>
                        <a:gd name="connsiteY6" fmla="*/ 4546267 h 4865909"/>
                        <a:gd name="connsiteX7" fmla="*/ 744098 w 1759839"/>
                        <a:gd name="connsiteY7" fmla="*/ 4865909 h 4865909"/>
                        <a:gd name="connsiteX8" fmla="*/ 325859 w 1759839"/>
                        <a:gd name="connsiteY8" fmla="*/ 4858826 h 4865909"/>
                        <a:gd name="connsiteX9" fmla="*/ 9253 w 1759839"/>
                        <a:gd name="connsiteY9" fmla="*/ 4550025 h 4865909"/>
                        <a:gd name="connsiteX10" fmla="*/ 0 w 1759839"/>
                        <a:gd name="connsiteY10" fmla="*/ 0 h 48659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759839" h="4865909">
                          <a:moveTo>
                            <a:pt x="0" y="0"/>
                          </a:moveTo>
                          <a:lnTo>
                            <a:pt x="995981" y="0"/>
                          </a:lnTo>
                          <a:cubicBezTo>
                            <a:pt x="995963" y="573680"/>
                            <a:pt x="1018007" y="1217713"/>
                            <a:pt x="1020223" y="1752450"/>
                          </a:cubicBezTo>
                          <a:cubicBezTo>
                            <a:pt x="1473907" y="1746156"/>
                            <a:pt x="1394420" y="1727733"/>
                            <a:pt x="1729140" y="1743628"/>
                          </a:cubicBezTo>
                          <a:cubicBezTo>
                            <a:pt x="1749710" y="2084892"/>
                            <a:pt x="1766540" y="3065675"/>
                            <a:pt x="1757190" y="3420963"/>
                          </a:cubicBezTo>
                          <a:cubicBezTo>
                            <a:pt x="1377592" y="3439662"/>
                            <a:pt x="1369824" y="3442036"/>
                            <a:pt x="994255" y="3449012"/>
                          </a:cubicBezTo>
                          <a:cubicBezTo>
                            <a:pt x="996700" y="4136141"/>
                            <a:pt x="993536" y="3859138"/>
                            <a:pt x="995981" y="4546267"/>
                          </a:cubicBezTo>
                          <a:lnTo>
                            <a:pt x="744098" y="4865909"/>
                          </a:lnTo>
                          <a:lnTo>
                            <a:pt x="325859" y="4858826"/>
                          </a:lnTo>
                          <a:lnTo>
                            <a:pt x="9253" y="4550025"/>
                          </a:lnTo>
                          <a:cubicBezTo>
                            <a:pt x="6169" y="3033350"/>
                            <a:pt x="3084" y="1516675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8" name="Rectangle 107">
                      <a:extLst>
                        <a:ext uri="{FF2B5EF4-FFF2-40B4-BE49-F238E27FC236}">
                          <a16:creationId xmlns:a16="http://schemas.microsoft.com/office/drawing/2014/main" id="{E41FBB48-6C1B-FFB5-8B08-99ECC0891D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4583" y="2866683"/>
                      <a:ext cx="1244710" cy="830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91440" tIns="45720" rIns="91440" bIns="45720">
                      <a:spAutoFit/>
                    </a:bodyPr>
                    <a:lstStyle/>
                    <a:p>
                      <a:pPr algn="ctr"/>
                      <a:r>
                        <a:rPr lang="en-US" sz="24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Upstairs Hall</a:t>
                      </a:r>
                    </a:p>
                  </p:txBody>
                </p:sp>
                <p:grpSp>
                  <p:nvGrpSpPr>
                    <p:cNvPr id="13" name="Group 12">
                      <a:extLst>
                        <a:ext uri="{FF2B5EF4-FFF2-40B4-BE49-F238E27FC236}">
                          <a16:creationId xmlns:a16="http://schemas.microsoft.com/office/drawing/2014/main" id="{3540AEFB-5FBF-E27F-CC62-BFE2E79FC21B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5909827" y="1048508"/>
                      <a:ext cx="465051" cy="298386"/>
                      <a:chOff x="656321" y="2822285"/>
                      <a:chExt cx="465051" cy="298386"/>
                    </a:xfrm>
                  </p:grpSpPr>
                  <p:grpSp>
                    <p:nvGrpSpPr>
                      <p:cNvPr id="14" name="Group 13">
                        <a:extLst>
                          <a:ext uri="{FF2B5EF4-FFF2-40B4-BE49-F238E27FC236}">
                            <a16:creationId xmlns:a16="http://schemas.microsoft.com/office/drawing/2014/main" id="{A66B19D8-5D0B-5A4F-4BF3-5ECCB86516A4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0800000" flipH="1">
                        <a:off x="881816" y="2822285"/>
                        <a:ext cx="239556" cy="295938"/>
                        <a:chOff x="9076361" y="2963878"/>
                        <a:chExt cx="239556" cy="295938"/>
                      </a:xfrm>
                    </p:grpSpPr>
                    <p:sp>
                      <p:nvSpPr>
                        <p:cNvPr id="18" name="Isosceles Triangle 10">
                          <a:extLst>
                            <a:ext uri="{FF2B5EF4-FFF2-40B4-BE49-F238E27FC236}">
                              <a16:creationId xmlns:a16="http://schemas.microsoft.com/office/drawing/2014/main" id="{13CDE3E5-7B93-F146-9DA5-2D46673F5F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 flipV="1">
                          <a:off x="9076361" y="3001836"/>
                          <a:ext cx="239556" cy="257980"/>
                        </a:xfrm>
                        <a:custGeom>
                          <a:avLst/>
                          <a:gdLst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54996 w 154996"/>
                            <a:gd name="connsiteY2" fmla="*/ 132522 h 132522"/>
                            <a:gd name="connsiteX3" fmla="*/ 0 w 154996"/>
                            <a:gd name="connsiteY3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56930 w 154996"/>
                            <a:gd name="connsiteY2" fmla="*/ 45057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12589 w 154996"/>
                            <a:gd name="connsiteY2" fmla="*/ 18553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60273"/>
                            <a:gd name="connsiteY0" fmla="*/ 141085 h 141085"/>
                            <a:gd name="connsiteX1" fmla="*/ 0 w 160273"/>
                            <a:gd name="connsiteY1" fmla="*/ 8563 h 141085"/>
                            <a:gd name="connsiteX2" fmla="*/ 112589 w 160273"/>
                            <a:gd name="connsiteY2" fmla="*/ 27116 h 141085"/>
                            <a:gd name="connsiteX3" fmla="*/ 154996 w 160273"/>
                            <a:gd name="connsiteY3" fmla="*/ 141085 h 141085"/>
                            <a:gd name="connsiteX4" fmla="*/ 0 w 160273"/>
                            <a:gd name="connsiteY4" fmla="*/ 141085 h 141085"/>
                            <a:gd name="connsiteX0" fmla="*/ 0 w 158940"/>
                            <a:gd name="connsiteY0" fmla="*/ 138889 h 138889"/>
                            <a:gd name="connsiteX1" fmla="*/ 0 w 158940"/>
                            <a:gd name="connsiteY1" fmla="*/ 6367 h 138889"/>
                            <a:gd name="connsiteX2" fmla="*/ 112589 w 158940"/>
                            <a:gd name="connsiteY2" fmla="*/ 24920 h 138889"/>
                            <a:gd name="connsiteX3" fmla="*/ 154996 w 158940"/>
                            <a:gd name="connsiteY3" fmla="*/ 138889 h 138889"/>
                            <a:gd name="connsiteX4" fmla="*/ 0 w 158940"/>
                            <a:gd name="connsiteY4" fmla="*/ 138889 h 138889"/>
                            <a:gd name="connsiteX0" fmla="*/ 0 w 159464"/>
                            <a:gd name="connsiteY0" fmla="*/ 137644 h 137644"/>
                            <a:gd name="connsiteX1" fmla="*/ 0 w 159464"/>
                            <a:gd name="connsiteY1" fmla="*/ 5122 h 137644"/>
                            <a:gd name="connsiteX2" fmla="*/ 120540 w 159464"/>
                            <a:gd name="connsiteY2" fmla="*/ 34276 h 137644"/>
                            <a:gd name="connsiteX3" fmla="*/ 154996 w 159464"/>
                            <a:gd name="connsiteY3" fmla="*/ 137644 h 137644"/>
                            <a:gd name="connsiteX4" fmla="*/ 0 w 159464"/>
                            <a:gd name="connsiteY4" fmla="*/ 137644 h 137644"/>
                            <a:gd name="connsiteX0" fmla="*/ 0 w 159976"/>
                            <a:gd name="connsiteY0" fmla="*/ 142975 h 142975"/>
                            <a:gd name="connsiteX1" fmla="*/ 0 w 159976"/>
                            <a:gd name="connsiteY1" fmla="*/ 10453 h 142975"/>
                            <a:gd name="connsiteX2" fmla="*/ 71549 w 159976"/>
                            <a:gd name="connsiteY2" fmla="*/ 11882 h 142975"/>
                            <a:gd name="connsiteX3" fmla="*/ 120540 w 159976"/>
                            <a:gd name="connsiteY3" fmla="*/ 39607 h 142975"/>
                            <a:gd name="connsiteX4" fmla="*/ 154996 w 159976"/>
                            <a:gd name="connsiteY4" fmla="*/ 142975 h 142975"/>
                            <a:gd name="connsiteX5" fmla="*/ 0 w 159976"/>
                            <a:gd name="connsiteY5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7850"/>
                            <a:gd name="connsiteY0" fmla="*/ 142975 h 142975"/>
                            <a:gd name="connsiteX1" fmla="*/ 0 w 167850"/>
                            <a:gd name="connsiteY1" fmla="*/ 10453 h 142975"/>
                            <a:gd name="connsiteX2" fmla="*/ 71549 w 167850"/>
                            <a:gd name="connsiteY2" fmla="*/ 11882 h 142975"/>
                            <a:gd name="connsiteX3" fmla="*/ 120540 w 167850"/>
                            <a:gd name="connsiteY3" fmla="*/ 39607 h 142975"/>
                            <a:gd name="connsiteX4" fmla="*/ 150130 w 167850"/>
                            <a:gd name="connsiteY4" fmla="*/ 85700 h 142975"/>
                            <a:gd name="connsiteX5" fmla="*/ 154996 w 167850"/>
                            <a:gd name="connsiteY5" fmla="*/ 142975 h 142975"/>
                            <a:gd name="connsiteX6" fmla="*/ 0 w 167850"/>
                            <a:gd name="connsiteY6" fmla="*/ 142975 h 142975"/>
                            <a:gd name="connsiteX0" fmla="*/ 0 w 167241"/>
                            <a:gd name="connsiteY0" fmla="*/ 142975 h 142975"/>
                            <a:gd name="connsiteX1" fmla="*/ 0 w 167241"/>
                            <a:gd name="connsiteY1" fmla="*/ 10453 h 142975"/>
                            <a:gd name="connsiteX2" fmla="*/ 71549 w 167241"/>
                            <a:gd name="connsiteY2" fmla="*/ 11882 h 142975"/>
                            <a:gd name="connsiteX3" fmla="*/ 120540 w 167241"/>
                            <a:gd name="connsiteY3" fmla="*/ 39607 h 142975"/>
                            <a:gd name="connsiteX4" fmla="*/ 150130 w 167241"/>
                            <a:gd name="connsiteY4" fmla="*/ 85700 h 142975"/>
                            <a:gd name="connsiteX5" fmla="*/ 154996 w 167241"/>
                            <a:gd name="connsiteY5" fmla="*/ 142975 h 142975"/>
                            <a:gd name="connsiteX6" fmla="*/ 0 w 167241"/>
                            <a:gd name="connsiteY6" fmla="*/ 142975 h 14297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7241" h="142975">
                              <a:moveTo>
                                <a:pt x="0" y="142975"/>
                              </a:moveTo>
                              <a:lnTo>
                                <a:pt x="0" y="10453"/>
                              </a:lnTo>
                              <a:cubicBezTo>
                                <a:pt x="11925" y="-11396"/>
                                <a:pt x="56221" y="7023"/>
                                <a:pt x="71549" y="11882"/>
                              </a:cubicBezTo>
                              <a:cubicBezTo>
                                <a:pt x="86877" y="16741"/>
                                <a:pt x="107443" y="27304"/>
                                <a:pt x="120540" y="39607"/>
                              </a:cubicBezTo>
                              <a:cubicBezTo>
                                <a:pt x="133637" y="51910"/>
                                <a:pt x="139625" y="63710"/>
                                <a:pt x="150130" y="85700"/>
                              </a:cubicBezTo>
                              <a:cubicBezTo>
                                <a:pt x="160635" y="107690"/>
                                <a:pt x="180018" y="133429"/>
                                <a:pt x="154996" y="142975"/>
                              </a:cubicBezTo>
                              <a:lnTo>
                                <a:pt x="0" y="142975"/>
                              </a:lnTo>
                              <a:close/>
                            </a:path>
                          </a:pathLst>
                        </a:custGeom>
                        <a:noFill/>
                        <a:ln w="127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9" name="Rectangle 18">
                          <a:extLst>
                            <a:ext uri="{FF2B5EF4-FFF2-40B4-BE49-F238E27FC236}">
                              <a16:creationId xmlns:a16="http://schemas.microsoft.com/office/drawing/2014/main" id="{6EABEEAC-5F07-1CBC-762E-03DFC9D735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9158183" y="2889241"/>
                          <a:ext cx="75913" cy="22518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" name="Group 14">
                        <a:extLst>
                          <a:ext uri="{FF2B5EF4-FFF2-40B4-BE49-F238E27FC236}">
                            <a16:creationId xmlns:a16="http://schemas.microsoft.com/office/drawing/2014/main" id="{502FE719-A62D-A66E-361D-2AA3C799288E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0800000">
                        <a:off x="656321" y="2824733"/>
                        <a:ext cx="239556" cy="295938"/>
                        <a:chOff x="9076361" y="2963878"/>
                        <a:chExt cx="239556" cy="295938"/>
                      </a:xfrm>
                    </p:grpSpPr>
                    <p:sp>
                      <p:nvSpPr>
                        <p:cNvPr id="16" name="Isosceles Triangle 10">
                          <a:extLst>
                            <a:ext uri="{FF2B5EF4-FFF2-40B4-BE49-F238E27FC236}">
                              <a16:creationId xmlns:a16="http://schemas.microsoft.com/office/drawing/2014/main" id="{F2A07694-9C81-5F9A-771D-77A57EE4869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 flipV="1">
                          <a:off x="9076361" y="3001836"/>
                          <a:ext cx="239556" cy="257980"/>
                        </a:xfrm>
                        <a:custGeom>
                          <a:avLst/>
                          <a:gdLst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54996 w 154996"/>
                            <a:gd name="connsiteY2" fmla="*/ 132522 h 132522"/>
                            <a:gd name="connsiteX3" fmla="*/ 0 w 154996"/>
                            <a:gd name="connsiteY3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56930 w 154996"/>
                            <a:gd name="connsiteY2" fmla="*/ 45057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12589 w 154996"/>
                            <a:gd name="connsiteY2" fmla="*/ 18553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60273"/>
                            <a:gd name="connsiteY0" fmla="*/ 141085 h 141085"/>
                            <a:gd name="connsiteX1" fmla="*/ 0 w 160273"/>
                            <a:gd name="connsiteY1" fmla="*/ 8563 h 141085"/>
                            <a:gd name="connsiteX2" fmla="*/ 112589 w 160273"/>
                            <a:gd name="connsiteY2" fmla="*/ 27116 h 141085"/>
                            <a:gd name="connsiteX3" fmla="*/ 154996 w 160273"/>
                            <a:gd name="connsiteY3" fmla="*/ 141085 h 141085"/>
                            <a:gd name="connsiteX4" fmla="*/ 0 w 160273"/>
                            <a:gd name="connsiteY4" fmla="*/ 141085 h 141085"/>
                            <a:gd name="connsiteX0" fmla="*/ 0 w 158940"/>
                            <a:gd name="connsiteY0" fmla="*/ 138889 h 138889"/>
                            <a:gd name="connsiteX1" fmla="*/ 0 w 158940"/>
                            <a:gd name="connsiteY1" fmla="*/ 6367 h 138889"/>
                            <a:gd name="connsiteX2" fmla="*/ 112589 w 158940"/>
                            <a:gd name="connsiteY2" fmla="*/ 24920 h 138889"/>
                            <a:gd name="connsiteX3" fmla="*/ 154996 w 158940"/>
                            <a:gd name="connsiteY3" fmla="*/ 138889 h 138889"/>
                            <a:gd name="connsiteX4" fmla="*/ 0 w 158940"/>
                            <a:gd name="connsiteY4" fmla="*/ 138889 h 138889"/>
                            <a:gd name="connsiteX0" fmla="*/ 0 w 159464"/>
                            <a:gd name="connsiteY0" fmla="*/ 137644 h 137644"/>
                            <a:gd name="connsiteX1" fmla="*/ 0 w 159464"/>
                            <a:gd name="connsiteY1" fmla="*/ 5122 h 137644"/>
                            <a:gd name="connsiteX2" fmla="*/ 120540 w 159464"/>
                            <a:gd name="connsiteY2" fmla="*/ 34276 h 137644"/>
                            <a:gd name="connsiteX3" fmla="*/ 154996 w 159464"/>
                            <a:gd name="connsiteY3" fmla="*/ 137644 h 137644"/>
                            <a:gd name="connsiteX4" fmla="*/ 0 w 159464"/>
                            <a:gd name="connsiteY4" fmla="*/ 137644 h 137644"/>
                            <a:gd name="connsiteX0" fmla="*/ 0 w 159976"/>
                            <a:gd name="connsiteY0" fmla="*/ 142975 h 142975"/>
                            <a:gd name="connsiteX1" fmla="*/ 0 w 159976"/>
                            <a:gd name="connsiteY1" fmla="*/ 10453 h 142975"/>
                            <a:gd name="connsiteX2" fmla="*/ 71549 w 159976"/>
                            <a:gd name="connsiteY2" fmla="*/ 11882 h 142975"/>
                            <a:gd name="connsiteX3" fmla="*/ 120540 w 159976"/>
                            <a:gd name="connsiteY3" fmla="*/ 39607 h 142975"/>
                            <a:gd name="connsiteX4" fmla="*/ 154996 w 159976"/>
                            <a:gd name="connsiteY4" fmla="*/ 142975 h 142975"/>
                            <a:gd name="connsiteX5" fmla="*/ 0 w 159976"/>
                            <a:gd name="connsiteY5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7850"/>
                            <a:gd name="connsiteY0" fmla="*/ 142975 h 142975"/>
                            <a:gd name="connsiteX1" fmla="*/ 0 w 167850"/>
                            <a:gd name="connsiteY1" fmla="*/ 10453 h 142975"/>
                            <a:gd name="connsiteX2" fmla="*/ 71549 w 167850"/>
                            <a:gd name="connsiteY2" fmla="*/ 11882 h 142975"/>
                            <a:gd name="connsiteX3" fmla="*/ 120540 w 167850"/>
                            <a:gd name="connsiteY3" fmla="*/ 39607 h 142975"/>
                            <a:gd name="connsiteX4" fmla="*/ 150130 w 167850"/>
                            <a:gd name="connsiteY4" fmla="*/ 85700 h 142975"/>
                            <a:gd name="connsiteX5" fmla="*/ 154996 w 167850"/>
                            <a:gd name="connsiteY5" fmla="*/ 142975 h 142975"/>
                            <a:gd name="connsiteX6" fmla="*/ 0 w 167850"/>
                            <a:gd name="connsiteY6" fmla="*/ 142975 h 142975"/>
                            <a:gd name="connsiteX0" fmla="*/ 0 w 167241"/>
                            <a:gd name="connsiteY0" fmla="*/ 142975 h 142975"/>
                            <a:gd name="connsiteX1" fmla="*/ 0 w 167241"/>
                            <a:gd name="connsiteY1" fmla="*/ 10453 h 142975"/>
                            <a:gd name="connsiteX2" fmla="*/ 71549 w 167241"/>
                            <a:gd name="connsiteY2" fmla="*/ 11882 h 142975"/>
                            <a:gd name="connsiteX3" fmla="*/ 120540 w 167241"/>
                            <a:gd name="connsiteY3" fmla="*/ 39607 h 142975"/>
                            <a:gd name="connsiteX4" fmla="*/ 150130 w 167241"/>
                            <a:gd name="connsiteY4" fmla="*/ 85700 h 142975"/>
                            <a:gd name="connsiteX5" fmla="*/ 154996 w 167241"/>
                            <a:gd name="connsiteY5" fmla="*/ 142975 h 142975"/>
                            <a:gd name="connsiteX6" fmla="*/ 0 w 167241"/>
                            <a:gd name="connsiteY6" fmla="*/ 142975 h 14297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7241" h="142975">
                              <a:moveTo>
                                <a:pt x="0" y="142975"/>
                              </a:moveTo>
                              <a:lnTo>
                                <a:pt x="0" y="10453"/>
                              </a:lnTo>
                              <a:cubicBezTo>
                                <a:pt x="11925" y="-11396"/>
                                <a:pt x="56221" y="7023"/>
                                <a:pt x="71549" y="11882"/>
                              </a:cubicBezTo>
                              <a:cubicBezTo>
                                <a:pt x="86877" y="16741"/>
                                <a:pt x="107443" y="27304"/>
                                <a:pt x="120540" y="39607"/>
                              </a:cubicBezTo>
                              <a:cubicBezTo>
                                <a:pt x="133637" y="51910"/>
                                <a:pt x="139625" y="63710"/>
                                <a:pt x="150130" y="85700"/>
                              </a:cubicBezTo>
                              <a:cubicBezTo>
                                <a:pt x="160635" y="107690"/>
                                <a:pt x="180018" y="133429"/>
                                <a:pt x="154996" y="142975"/>
                              </a:cubicBezTo>
                              <a:lnTo>
                                <a:pt x="0" y="142975"/>
                              </a:lnTo>
                              <a:close/>
                            </a:path>
                          </a:pathLst>
                        </a:custGeom>
                        <a:noFill/>
                        <a:ln w="127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7" name="Rectangle 16">
                          <a:extLst>
                            <a:ext uri="{FF2B5EF4-FFF2-40B4-BE49-F238E27FC236}">
                              <a16:creationId xmlns:a16="http://schemas.microsoft.com/office/drawing/2014/main" id="{6B78EE17-2C28-D839-F684-447926822C1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9158183" y="2889241"/>
                          <a:ext cx="75913" cy="22518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D57B151C-EF9B-4338-B0CD-948C34E41CAF}"/>
                    </a:ext>
                  </a:extLst>
                </p:cNvPr>
                <p:cNvSpPr/>
                <p:nvPr/>
              </p:nvSpPr>
              <p:spPr>
                <a:xfrm rot="18877311">
                  <a:off x="5798906" y="5600120"/>
                  <a:ext cx="49650" cy="361211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CE070DDC-CE18-1662-22A0-8399B790FFBD}"/>
                    </a:ext>
                  </a:extLst>
                </p:cNvPr>
                <p:cNvSpPr/>
                <p:nvPr/>
              </p:nvSpPr>
              <p:spPr>
                <a:xfrm rot="2434037">
                  <a:off x="6502586" y="5592185"/>
                  <a:ext cx="65078" cy="361986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3F3CE85E-EC3F-BD0A-445E-DE89991F4E59}"/>
                  </a:ext>
                </a:extLst>
              </p:cNvPr>
              <p:cNvSpPr/>
              <p:nvPr/>
            </p:nvSpPr>
            <p:spPr>
              <a:xfrm rot="5400000">
                <a:off x="6109236" y="5818026"/>
                <a:ext cx="135628" cy="2006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00CC89B-06B8-F096-7A08-52F5DFE8C88D}"/>
              </a:ext>
            </a:extLst>
          </p:cNvPr>
          <p:cNvGrpSpPr/>
          <p:nvPr/>
        </p:nvGrpSpPr>
        <p:grpSpPr>
          <a:xfrm>
            <a:off x="4070612" y="2902860"/>
            <a:ext cx="1652305" cy="830997"/>
            <a:chOff x="4070612" y="2902860"/>
            <a:chExt cx="1652305" cy="83099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0A69436-1468-F6FC-DDBF-B9534A344D36}"/>
                </a:ext>
              </a:extLst>
            </p:cNvPr>
            <p:cNvSpPr/>
            <p:nvPr/>
          </p:nvSpPr>
          <p:spPr>
            <a:xfrm>
              <a:off x="4070612" y="2948894"/>
              <a:ext cx="1582308" cy="73005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1ADF1257-84BD-A476-D887-C8CEE16BACC2}"/>
                </a:ext>
              </a:extLst>
            </p:cNvPr>
            <p:cNvSpPr/>
            <p:nvPr/>
          </p:nvSpPr>
          <p:spPr>
            <a:xfrm>
              <a:off x="4317277" y="2902860"/>
              <a:ext cx="1048653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Linen Closet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3959E9B-D579-A9A5-FF1B-A1573D5BDF2B}"/>
                </a:ext>
              </a:extLst>
            </p:cNvPr>
            <p:cNvGrpSpPr/>
            <p:nvPr/>
          </p:nvGrpSpPr>
          <p:grpSpPr>
            <a:xfrm rot="5400000">
              <a:off x="5455170" y="3222915"/>
              <a:ext cx="239556" cy="295938"/>
              <a:chOff x="9076361" y="2963878"/>
              <a:chExt cx="239556" cy="295938"/>
            </a:xfrm>
          </p:grpSpPr>
          <p:sp>
            <p:nvSpPr>
              <p:cNvPr id="43" name="Isosceles Triangle 10">
                <a:extLst>
                  <a:ext uri="{FF2B5EF4-FFF2-40B4-BE49-F238E27FC236}">
                    <a16:creationId xmlns:a16="http://schemas.microsoft.com/office/drawing/2014/main" id="{F3A6570F-02DE-9D09-B6CD-AC2E1C909469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AE27AFC5-570A-88EB-D929-8B5A6B37D07F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998223B-05D7-3490-325E-125291BA666A}"/>
              </a:ext>
            </a:extLst>
          </p:cNvPr>
          <p:cNvGrpSpPr/>
          <p:nvPr/>
        </p:nvGrpSpPr>
        <p:grpSpPr>
          <a:xfrm>
            <a:off x="2820691" y="1046059"/>
            <a:ext cx="2874298" cy="1942472"/>
            <a:chOff x="2820691" y="1046059"/>
            <a:chExt cx="2874298" cy="194247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3DB3A79-6CA5-0D43-6995-08A5F76B99B5}"/>
                </a:ext>
              </a:extLst>
            </p:cNvPr>
            <p:cNvSpPr/>
            <p:nvPr/>
          </p:nvSpPr>
          <p:spPr>
            <a:xfrm>
              <a:off x="2871746" y="1089329"/>
              <a:ext cx="2781631" cy="186241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051B5A6-6D20-3B5D-7762-AB36DE16252D}"/>
                </a:ext>
              </a:extLst>
            </p:cNvPr>
            <p:cNvGrpSpPr/>
            <p:nvPr/>
          </p:nvGrpSpPr>
          <p:grpSpPr>
            <a:xfrm rot="10800000">
              <a:off x="3311469" y="2692593"/>
              <a:ext cx="239556" cy="295938"/>
              <a:chOff x="9076361" y="2963878"/>
              <a:chExt cx="239556" cy="295938"/>
            </a:xfrm>
          </p:grpSpPr>
          <p:sp>
            <p:nvSpPr>
              <p:cNvPr id="49" name="Isosceles Triangle 10">
                <a:extLst>
                  <a:ext uri="{FF2B5EF4-FFF2-40B4-BE49-F238E27FC236}">
                    <a16:creationId xmlns:a16="http://schemas.microsoft.com/office/drawing/2014/main" id="{D9F678BE-4AD4-CFA3-D913-B5C9CDE58D15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D7D7428-75C4-1B4C-9F2C-D7137393F1A1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ECC1C28-B177-DD72-8786-5FF3D8069E53}"/>
                </a:ext>
              </a:extLst>
            </p:cNvPr>
            <p:cNvGrpSpPr/>
            <p:nvPr/>
          </p:nvGrpSpPr>
          <p:grpSpPr>
            <a:xfrm rot="10800000">
              <a:off x="4279053" y="1046059"/>
              <a:ext cx="465051" cy="326296"/>
              <a:chOff x="656321" y="2822285"/>
              <a:chExt cx="465051" cy="326296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5BAD7294-9EF9-A017-FB1A-C3BDB2A6ECAB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323848"/>
                <a:chOff x="9076361" y="2935968"/>
                <a:chExt cx="239556" cy="323848"/>
              </a:xfrm>
            </p:grpSpPr>
            <p:sp>
              <p:nvSpPr>
                <p:cNvPr id="56" name="Isosceles Triangle 10">
                  <a:extLst>
                    <a:ext uri="{FF2B5EF4-FFF2-40B4-BE49-F238E27FC236}">
                      <a16:creationId xmlns:a16="http://schemas.microsoft.com/office/drawing/2014/main" id="{1B28BD65-C9A9-39CB-1529-297F303C2EE1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095855F8-0E0B-79D2-36C7-B797DB9E8A61}"/>
                    </a:ext>
                  </a:extLst>
                </p:cNvPr>
                <p:cNvSpPr/>
                <p:nvPr/>
              </p:nvSpPr>
              <p:spPr>
                <a:xfrm rot="16200000">
                  <a:off x="9144228" y="2875286"/>
                  <a:ext cx="10382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1BA2362F-1549-8934-A987-C109551AC630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323848"/>
                <a:chOff x="9076361" y="2935968"/>
                <a:chExt cx="239556" cy="323848"/>
              </a:xfrm>
            </p:grpSpPr>
            <p:sp>
              <p:nvSpPr>
                <p:cNvPr id="54" name="Isosceles Triangle 10">
                  <a:extLst>
                    <a:ext uri="{FF2B5EF4-FFF2-40B4-BE49-F238E27FC236}">
                      <a16:creationId xmlns:a16="http://schemas.microsoft.com/office/drawing/2014/main" id="{C9B1C558-CB3C-4A69-3BF9-64F683F0A41A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B5593E7-CEA5-7D7E-6B39-42498DECC858}"/>
                    </a:ext>
                  </a:extLst>
                </p:cNvPr>
                <p:cNvSpPr/>
                <p:nvPr/>
              </p:nvSpPr>
              <p:spPr>
                <a:xfrm rot="16200000">
                  <a:off x="9144228" y="2875286"/>
                  <a:ext cx="10382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D153F05-5F04-0BF8-610E-DA4E44E49925}"/>
                </a:ext>
              </a:extLst>
            </p:cNvPr>
            <p:cNvSpPr/>
            <p:nvPr/>
          </p:nvSpPr>
          <p:spPr>
            <a:xfrm rot="16200000">
              <a:off x="3859246" y="873607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7BD3A73-6CBD-C10F-30E5-EBA285DF8D56}"/>
                </a:ext>
              </a:extLst>
            </p:cNvPr>
            <p:cNvSpPr/>
            <p:nvPr/>
          </p:nvSpPr>
          <p:spPr>
            <a:xfrm rot="16200000">
              <a:off x="5142529" y="888009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C402412-3781-A78A-5504-61B44D35F2EC}"/>
                </a:ext>
              </a:extLst>
            </p:cNvPr>
            <p:cNvSpPr/>
            <p:nvPr/>
          </p:nvSpPr>
          <p:spPr>
            <a:xfrm>
              <a:off x="2843551" y="1371217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2E0377A-3A48-0EA0-CA7E-1A29DA671775}"/>
                </a:ext>
              </a:extLst>
            </p:cNvPr>
            <p:cNvSpPr/>
            <p:nvPr/>
          </p:nvSpPr>
          <p:spPr>
            <a:xfrm>
              <a:off x="2820691" y="2231640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819F727A-DA76-D1F0-5D3C-EA4B03514177}"/>
                </a:ext>
              </a:extLst>
            </p:cNvPr>
            <p:cNvSpPr/>
            <p:nvPr/>
          </p:nvSpPr>
          <p:spPr>
            <a:xfrm>
              <a:off x="3288489" y="1662330"/>
              <a:ext cx="1867542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Purple Bedchamber</a:t>
              </a: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7CEE23B-7E46-D19A-DAB8-80EBC5DCCDFA}"/>
                </a:ext>
              </a:extLst>
            </p:cNvPr>
            <p:cNvGrpSpPr/>
            <p:nvPr/>
          </p:nvGrpSpPr>
          <p:grpSpPr>
            <a:xfrm rot="5400000">
              <a:off x="5427242" y="2431957"/>
              <a:ext cx="239556" cy="295938"/>
              <a:chOff x="9076361" y="2963878"/>
              <a:chExt cx="239556" cy="295938"/>
            </a:xfrm>
          </p:grpSpPr>
          <p:sp>
            <p:nvSpPr>
              <p:cNvPr id="93" name="Isosceles Triangle 10">
                <a:extLst>
                  <a:ext uri="{FF2B5EF4-FFF2-40B4-BE49-F238E27FC236}">
                    <a16:creationId xmlns:a16="http://schemas.microsoft.com/office/drawing/2014/main" id="{1E29F340-D812-74CA-B345-5183D4C74F08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11200406-CD38-AE98-5431-B1F637640176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AE20FF8-C96D-B621-073F-F5C61096B537}"/>
              </a:ext>
            </a:extLst>
          </p:cNvPr>
          <p:cNvGrpSpPr/>
          <p:nvPr/>
        </p:nvGrpSpPr>
        <p:grpSpPr>
          <a:xfrm>
            <a:off x="2849686" y="3666104"/>
            <a:ext cx="2849200" cy="1999843"/>
            <a:chOff x="2849686" y="3666104"/>
            <a:chExt cx="2849200" cy="199984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E6AEE13-405F-4C49-380A-4653D893C64E}"/>
                </a:ext>
              </a:extLst>
            </p:cNvPr>
            <p:cNvSpPr/>
            <p:nvPr/>
          </p:nvSpPr>
          <p:spPr>
            <a:xfrm>
              <a:off x="2871746" y="3688705"/>
              <a:ext cx="2781631" cy="195438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DF825B1-4703-FA6E-B502-03555BB80075}"/>
                </a:ext>
              </a:extLst>
            </p:cNvPr>
            <p:cNvGrpSpPr/>
            <p:nvPr/>
          </p:nvGrpSpPr>
          <p:grpSpPr>
            <a:xfrm>
              <a:off x="3322628" y="3666104"/>
              <a:ext cx="239556" cy="295938"/>
              <a:chOff x="9076361" y="2963878"/>
              <a:chExt cx="239556" cy="295938"/>
            </a:xfrm>
          </p:grpSpPr>
          <p:sp>
            <p:nvSpPr>
              <p:cNvPr id="46" name="Isosceles Triangle 10">
                <a:extLst>
                  <a:ext uri="{FF2B5EF4-FFF2-40B4-BE49-F238E27FC236}">
                    <a16:creationId xmlns:a16="http://schemas.microsoft.com/office/drawing/2014/main" id="{4B3EEFED-5E1F-D1EE-D082-6024666DC39B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E18DBCE-FE92-4566-2DC7-5A96F2A48FD8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9F5488D-8249-2AEF-C92C-6AF163C56543}"/>
                </a:ext>
              </a:extLst>
            </p:cNvPr>
            <p:cNvSpPr/>
            <p:nvPr/>
          </p:nvSpPr>
          <p:spPr>
            <a:xfrm rot="16200000">
              <a:off x="3491088" y="5434269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A5D94CF-DC03-AC68-31F8-E4E373F7EEF7}"/>
                </a:ext>
              </a:extLst>
            </p:cNvPr>
            <p:cNvSpPr/>
            <p:nvPr/>
          </p:nvSpPr>
          <p:spPr>
            <a:xfrm>
              <a:off x="2849686" y="4013089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42EA4A6-171A-9AD5-85D1-B9C3EB995FD9}"/>
                </a:ext>
              </a:extLst>
            </p:cNvPr>
            <p:cNvSpPr/>
            <p:nvPr/>
          </p:nvSpPr>
          <p:spPr>
            <a:xfrm>
              <a:off x="2851626" y="4874496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51CB22D-08D7-7E59-BC11-D24AFB9B78FB}"/>
                </a:ext>
              </a:extLst>
            </p:cNvPr>
            <p:cNvSpPr/>
            <p:nvPr/>
          </p:nvSpPr>
          <p:spPr>
            <a:xfrm rot="16200000">
              <a:off x="4551911" y="5433706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288DF25-E1CC-F83A-2BBD-6BC32C82AB86}"/>
                </a:ext>
              </a:extLst>
            </p:cNvPr>
            <p:cNvSpPr/>
            <p:nvPr/>
          </p:nvSpPr>
          <p:spPr>
            <a:xfrm>
              <a:off x="3777030" y="4430727"/>
              <a:ext cx="1048653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Yello</a:t>
              </a:r>
              <a:r>
                <a:rPr 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 Room</a:t>
              </a:r>
              <a:endPara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C3D67AC-C9F7-A217-F100-FBF6F81110C4}"/>
                </a:ext>
              </a:extLst>
            </p:cNvPr>
            <p:cNvGrpSpPr/>
            <p:nvPr/>
          </p:nvGrpSpPr>
          <p:grpSpPr>
            <a:xfrm rot="5400000">
              <a:off x="5431139" y="4249399"/>
              <a:ext cx="239556" cy="295938"/>
              <a:chOff x="9076361" y="2963878"/>
              <a:chExt cx="239556" cy="295938"/>
            </a:xfrm>
          </p:grpSpPr>
          <p:sp>
            <p:nvSpPr>
              <p:cNvPr id="96" name="Isosceles Triangle 10">
                <a:extLst>
                  <a:ext uri="{FF2B5EF4-FFF2-40B4-BE49-F238E27FC236}">
                    <a16:creationId xmlns:a16="http://schemas.microsoft.com/office/drawing/2014/main" id="{4A74964C-7396-0A16-2A54-882875AED648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EA810EC-30F3-EDF1-36A3-663BD30DFB62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CA1E660-BD97-F6AF-E1D5-41FE8892CD04}"/>
              </a:ext>
            </a:extLst>
          </p:cNvPr>
          <p:cNvGrpSpPr/>
          <p:nvPr/>
        </p:nvGrpSpPr>
        <p:grpSpPr>
          <a:xfrm>
            <a:off x="2848885" y="2951744"/>
            <a:ext cx="1222184" cy="730059"/>
            <a:chOff x="2848885" y="2951744"/>
            <a:chExt cx="1222184" cy="73005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E77BA64-23BA-7E3F-ED67-142376EE67B7}"/>
                </a:ext>
              </a:extLst>
            </p:cNvPr>
            <p:cNvSpPr/>
            <p:nvPr/>
          </p:nvSpPr>
          <p:spPr>
            <a:xfrm>
              <a:off x="2871747" y="2951744"/>
              <a:ext cx="1199322" cy="73005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2F836D-E434-6C4B-6DB2-655E37E7C4C7}"/>
                </a:ext>
              </a:extLst>
            </p:cNvPr>
            <p:cNvSpPr/>
            <p:nvPr/>
          </p:nvSpPr>
          <p:spPr>
            <a:xfrm>
              <a:off x="2848885" y="3122364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886D469-4BE6-5F72-34E4-FFF82A0C9637}"/>
              </a:ext>
            </a:extLst>
          </p:cNvPr>
          <p:cNvGrpSpPr/>
          <p:nvPr/>
        </p:nvGrpSpPr>
        <p:grpSpPr>
          <a:xfrm>
            <a:off x="6679165" y="2820064"/>
            <a:ext cx="2796423" cy="2858824"/>
            <a:chOff x="6679165" y="2820064"/>
            <a:chExt cx="2796423" cy="28588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6DA561-2B2D-76A4-3EBA-AB76D7FAA7BC}"/>
                </a:ext>
              </a:extLst>
            </p:cNvPr>
            <p:cNvSpPr/>
            <p:nvPr/>
          </p:nvSpPr>
          <p:spPr>
            <a:xfrm>
              <a:off x="6679165" y="4531663"/>
              <a:ext cx="1081308" cy="110330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825A8B22-FBE4-E842-CC0D-28A842E1B9E1}"/>
                </a:ext>
              </a:extLst>
            </p:cNvPr>
            <p:cNvGrpSpPr/>
            <p:nvPr/>
          </p:nvGrpSpPr>
          <p:grpSpPr>
            <a:xfrm>
              <a:off x="7065611" y="2820064"/>
              <a:ext cx="2409977" cy="2858824"/>
              <a:chOff x="7065611" y="2820064"/>
              <a:chExt cx="2409977" cy="2858824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BC14D72-166D-8C48-E7DB-953694ED7C83}"/>
                  </a:ext>
                </a:extLst>
              </p:cNvPr>
              <p:cNvSpPr/>
              <p:nvPr/>
            </p:nvSpPr>
            <p:spPr>
              <a:xfrm>
                <a:off x="7412183" y="2820064"/>
                <a:ext cx="2031289" cy="2814903"/>
              </a:xfrm>
              <a:custGeom>
                <a:avLst/>
                <a:gdLst>
                  <a:gd name="connsiteX0" fmla="*/ 0 w 1659147"/>
                  <a:gd name="connsiteY0" fmla="*/ 0 h 2381195"/>
                  <a:gd name="connsiteX1" fmla="*/ 1659147 w 1659147"/>
                  <a:gd name="connsiteY1" fmla="*/ 0 h 2381195"/>
                  <a:gd name="connsiteX2" fmla="*/ 1659147 w 1659147"/>
                  <a:gd name="connsiteY2" fmla="*/ 2381195 h 2381195"/>
                  <a:gd name="connsiteX3" fmla="*/ 0 w 1659147"/>
                  <a:gd name="connsiteY3" fmla="*/ 2381195 h 2381195"/>
                  <a:gd name="connsiteX4" fmla="*/ 0 w 1659147"/>
                  <a:gd name="connsiteY4" fmla="*/ 0 h 2381195"/>
                  <a:gd name="connsiteX0" fmla="*/ 3511 w 1662658"/>
                  <a:gd name="connsiteY0" fmla="*/ 0 h 2381195"/>
                  <a:gd name="connsiteX1" fmla="*/ 1662658 w 1662658"/>
                  <a:gd name="connsiteY1" fmla="*/ 0 h 2381195"/>
                  <a:gd name="connsiteX2" fmla="*/ 1662658 w 1662658"/>
                  <a:gd name="connsiteY2" fmla="*/ 2381195 h 2381195"/>
                  <a:gd name="connsiteX3" fmla="*/ 3511 w 1662658"/>
                  <a:gd name="connsiteY3" fmla="*/ 2381195 h 2381195"/>
                  <a:gd name="connsiteX4" fmla="*/ 0 w 1662658"/>
                  <a:gd name="connsiteY4" fmla="*/ 1020908 h 2381195"/>
                  <a:gd name="connsiteX5" fmla="*/ 3511 w 1662658"/>
                  <a:gd name="connsiteY5" fmla="*/ 0 h 2381195"/>
                  <a:gd name="connsiteX0" fmla="*/ 123945 w 1783092"/>
                  <a:gd name="connsiteY0" fmla="*/ 0 h 2381195"/>
                  <a:gd name="connsiteX1" fmla="*/ 1783092 w 1783092"/>
                  <a:gd name="connsiteY1" fmla="*/ 0 h 2381195"/>
                  <a:gd name="connsiteX2" fmla="*/ 1783092 w 1783092"/>
                  <a:gd name="connsiteY2" fmla="*/ 2381195 h 2381195"/>
                  <a:gd name="connsiteX3" fmla="*/ 123945 w 1783092"/>
                  <a:gd name="connsiteY3" fmla="*/ 2381195 h 2381195"/>
                  <a:gd name="connsiteX4" fmla="*/ 120434 w 1783092"/>
                  <a:gd name="connsiteY4" fmla="*/ 1020908 h 2381195"/>
                  <a:gd name="connsiteX5" fmla="*/ 120434 w 1783092"/>
                  <a:gd name="connsiteY5" fmla="*/ 476756 h 2381195"/>
                  <a:gd name="connsiteX6" fmla="*/ 123945 w 1783092"/>
                  <a:gd name="connsiteY6" fmla="*/ 0 h 2381195"/>
                  <a:gd name="connsiteX0" fmla="*/ 373759 w 2032906"/>
                  <a:gd name="connsiteY0" fmla="*/ 0 h 2381195"/>
                  <a:gd name="connsiteX1" fmla="*/ 2032906 w 2032906"/>
                  <a:gd name="connsiteY1" fmla="*/ 0 h 2381195"/>
                  <a:gd name="connsiteX2" fmla="*/ 2032906 w 2032906"/>
                  <a:gd name="connsiteY2" fmla="*/ 2381195 h 2381195"/>
                  <a:gd name="connsiteX3" fmla="*/ 373759 w 2032906"/>
                  <a:gd name="connsiteY3" fmla="*/ 2381195 h 2381195"/>
                  <a:gd name="connsiteX4" fmla="*/ 370248 w 2032906"/>
                  <a:gd name="connsiteY4" fmla="*/ 1020908 h 2381195"/>
                  <a:gd name="connsiteX5" fmla="*/ 0 w 2032906"/>
                  <a:gd name="connsiteY5" fmla="*/ 981639 h 2381195"/>
                  <a:gd name="connsiteX6" fmla="*/ 373759 w 2032906"/>
                  <a:gd name="connsiteY6" fmla="*/ 0 h 2381195"/>
                  <a:gd name="connsiteX0" fmla="*/ 373759 w 2032906"/>
                  <a:gd name="connsiteY0" fmla="*/ 0 h 2381195"/>
                  <a:gd name="connsiteX1" fmla="*/ 2032906 w 2032906"/>
                  <a:gd name="connsiteY1" fmla="*/ 0 h 2381195"/>
                  <a:gd name="connsiteX2" fmla="*/ 2032906 w 2032906"/>
                  <a:gd name="connsiteY2" fmla="*/ 2381195 h 2381195"/>
                  <a:gd name="connsiteX3" fmla="*/ 373759 w 2032906"/>
                  <a:gd name="connsiteY3" fmla="*/ 2381195 h 2381195"/>
                  <a:gd name="connsiteX4" fmla="*/ 370248 w 2032906"/>
                  <a:gd name="connsiteY4" fmla="*/ 1020908 h 2381195"/>
                  <a:gd name="connsiteX5" fmla="*/ 0 w 2032906"/>
                  <a:gd name="connsiteY5" fmla="*/ 981639 h 2381195"/>
                  <a:gd name="connsiteX6" fmla="*/ 373759 w 2032906"/>
                  <a:gd name="connsiteY6" fmla="*/ 0 h 2381195"/>
                  <a:gd name="connsiteX0" fmla="*/ 373759 w 2032906"/>
                  <a:gd name="connsiteY0" fmla="*/ 0 h 2381195"/>
                  <a:gd name="connsiteX1" fmla="*/ 2032906 w 2032906"/>
                  <a:gd name="connsiteY1" fmla="*/ 0 h 2381195"/>
                  <a:gd name="connsiteX2" fmla="*/ 2032906 w 2032906"/>
                  <a:gd name="connsiteY2" fmla="*/ 2381195 h 2381195"/>
                  <a:gd name="connsiteX3" fmla="*/ 373759 w 2032906"/>
                  <a:gd name="connsiteY3" fmla="*/ 2381195 h 2381195"/>
                  <a:gd name="connsiteX4" fmla="*/ 370248 w 2032906"/>
                  <a:gd name="connsiteY4" fmla="*/ 1020908 h 2381195"/>
                  <a:gd name="connsiteX5" fmla="*/ 0 w 2032906"/>
                  <a:gd name="connsiteY5" fmla="*/ 981639 h 2381195"/>
                  <a:gd name="connsiteX6" fmla="*/ 373759 w 2032906"/>
                  <a:gd name="connsiteY6" fmla="*/ 0 h 2381195"/>
                  <a:gd name="connsiteX0" fmla="*/ 368149 w 2027296"/>
                  <a:gd name="connsiteY0" fmla="*/ 0 h 2381195"/>
                  <a:gd name="connsiteX1" fmla="*/ 2027296 w 2027296"/>
                  <a:gd name="connsiteY1" fmla="*/ 0 h 2381195"/>
                  <a:gd name="connsiteX2" fmla="*/ 2027296 w 2027296"/>
                  <a:gd name="connsiteY2" fmla="*/ 2381195 h 2381195"/>
                  <a:gd name="connsiteX3" fmla="*/ 368149 w 2027296"/>
                  <a:gd name="connsiteY3" fmla="*/ 2381195 h 2381195"/>
                  <a:gd name="connsiteX4" fmla="*/ 364638 w 2027296"/>
                  <a:gd name="connsiteY4" fmla="*/ 1020908 h 2381195"/>
                  <a:gd name="connsiteX5" fmla="*/ 0 w 2027296"/>
                  <a:gd name="connsiteY5" fmla="*/ 1026517 h 2381195"/>
                  <a:gd name="connsiteX6" fmla="*/ 368149 w 2027296"/>
                  <a:gd name="connsiteY6" fmla="*/ 0 h 2381195"/>
                  <a:gd name="connsiteX0" fmla="*/ 368149 w 2027296"/>
                  <a:gd name="connsiteY0" fmla="*/ 0 h 2381195"/>
                  <a:gd name="connsiteX1" fmla="*/ 2027296 w 2027296"/>
                  <a:gd name="connsiteY1" fmla="*/ 0 h 2381195"/>
                  <a:gd name="connsiteX2" fmla="*/ 2027296 w 2027296"/>
                  <a:gd name="connsiteY2" fmla="*/ 2381195 h 2381195"/>
                  <a:gd name="connsiteX3" fmla="*/ 368149 w 2027296"/>
                  <a:gd name="connsiteY3" fmla="*/ 2381195 h 2381195"/>
                  <a:gd name="connsiteX4" fmla="*/ 364638 w 2027296"/>
                  <a:gd name="connsiteY4" fmla="*/ 1020908 h 2381195"/>
                  <a:gd name="connsiteX5" fmla="*/ 0 w 2027296"/>
                  <a:gd name="connsiteY5" fmla="*/ 1026517 h 2381195"/>
                  <a:gd name="connsiteX6" fmla="*/ 368149 w 2027296"/>
                  <a:gd name="connsiteY6" fmla="*/ 0 h 2381195"/>
                  <a:gd name="connsiteX0" fmla="*/ 368149 w 2027296"/>
                  <a:gd name="connsiteY0" fmla="*/ 0 h 2381195"/>
                  <a:gd name="connsiteX1" fmla="*/ 2027296 w 2027296"/>
                  <a:gd name="connsiteY1" fmla="*/ 0 h 2381195"/>
                  <a:gd name="connsiteX2" fmla="*/ 2027296 w 2027296"/>
                  <a:gd name="connsiteY2" fmla="*/ 2381195 h 2381195"/>
                  <a:gd name="connsiteX3" fmla="*/ 368149 w 2027296"/>
                  <a:gd name="connsiteY3" fmla="*/ 2381195 h 2381195"/>
                  <a:gd name="connsiteX4" fmla="*/ 364638 w 2027296"/>
                  <a:gd name="connsiteY4" fmla="*/ 1020908 h 2381195"/>
                  <a:gd name="connsiteX5" fmla="*/ 0 w 2027296"/>
                  <a:gd name="connsiteY5" fmla="*/ 1026517 h 2381195"/>
                  <a:gd name="connsiteX6" fmla="*/ 368149 w 2027296"/>
                  <a:gd name="connsiteY6" fmla="*/ 0 h 2381195"/>
                  <a:gd name="connsiteX0" fmla="*/ 805714 w 2027296"/>
                  <a:gd name="connsiteY0" fmla="*/ 0 h 2392415"/>
                  <a:gd name="connsiteX1" fmla="*/ 2027296 w 2027296"/>
                  <a:gd name="connsiteY1" fmla="*/ 11220 h 2392415"/>
                  <a:gd name="connsiteX2" fmla="*/ 2027296 w 2027296"/>
                  <a:gd name="connsiteY2" fmla="*/ 2392415 h 2392415"/>
                  <a:gd name="connsiteX3" fmla="*/ 368149 w 2027296"/>
                  <a:gd name="connsiteY3" fmla="*/ 2392415 h 2392415"/>
                  <a:gd name="connsiteX4" fmla="*/ 364638 w 2027296"/>
                  <a:gd name="connsiteY4" fmla="*/ 1032128 h 2392415"/>
                  <a:gd name="connsiteX5" fmla="*/ 0 w 2027296"/>
                  <a:gd name="connsiteY5" fmla="*/ 1037737 h 2392415"/>
                  <a:gd name="connsiteX6" fmla="*/ 805714 w 2027296"/>
                  <a:gd name="connsiteY6" fmla="*/ 0 h 2392415"/>
                  <a:gd name="connsiteX0" fmla="*/ 805714 w 2027296"/>
                  <a:gd name="connsiteY0" fmla="*/ 0 h 2392415"/>
                  <a:gd name="connsiteX1" fmla="*/ 2027296 w 2027296"/>
                  <a:gd name="connsiteY1" fmla="*/ 11220 h 2392415"/>
                  <a:gd name="connsiteX2" fmla="*/ 2027296 w 2027296"/>
                  <a:gd name="connsiteY2" fmla="*/ 2392415 h 2392415"/>
                  <a:gd name="connsiteX3" fmla="*/ 368149 w 2027296"/>
                  <a:gd name="connsiteY3" fmla="*/ 2392415 h 2392415"/>
                  <a:gd name="connsiteX4" fmla="*/ 364638 w 2027296"/>
                  <a:gd name="connsiteY4" fmla="*/ 1032128 h 2392415"/>
                  <a:gd name="connsiteX5" fmla="*/ 0 w 2027296"/>
                  <a:gd name="connsiteY5" fmla="*/ 1037737 h 2392415"/>
                  <a:gd name="connsiteX6" fmla="*/ 460005 w 2027296"/>
                  <a:gd name="connsiteY6" fmla="*/ 263583 h 2392415"/>
                  <a:gd name="connsiteX7" fmla="*/ 805714 w 2027296"/>
                  <a:gd name="connsiteY7" fmla="*/ 0 h 2392415"/>
                  <a:gd name="connsiteX0" fmla="*/ 805714 w 2027296"/>
                  <a:gd name="connsiteY0" fmla="*/ 445323 h 2837738"/>
                  <a:gd name="connsiteX1" fmla="*/ 2027296 w 2027296"/>
                  <a:gd name="connsiteY1" fmla="*/ 456543 h 2837738"/>
                  <a:gd name="connsiteX2" fmla="*/ 2027296 w 2027296"/>
                  <a:gd name="connsiteY2" fmla="*/ 2837738 h 2837738"/>
                  <a:gd name="connsiteX3" fmla="*/ 368149 w 2027296"/>
                  <a:gd name="connsiteY3" fmla="*/ 2837738 h 2837738"/>
                  <a:gd name="connsiteX4" fmla="*/ 364638 w 2027296"/>
                  <a:gd name="connsiteY4" fmla="*/ 1477451 h 2837738"/>
                  <a:gd name="connsiteX5" fmla="*/ 0 w 2027296"/>
                  <a:gd name="connsiteY5" fmla="*/ 1483060 h 2837738"/>
                  <a:gd name="connsiteX6" fmla="*/ 813423 w 2027296"/>
                  <a:gd name="connsiteY6" fmla="*/ 30118 h 2837738"/>
                  <a:gd name="connsiteX7" fmla="*/ 805714 w 2027296"/>
                  <a:gd name="connsiteY7" fmla="*/ 445323 h 2837738"/>
                  <a:gd name="connsiteX0" fmla="*/ 806233 w 2027815"/>
                  <a:gd name="connsiteY0" fmla="*/ 445323 h 2837738"/>
                  <a:gd name="connsiteX1" fmla="*/ 2027815 w 2027815"/>
                  <a:gd name="connsiteY1" fmla="*/ 456543 h 2837738"/>
                  <a:gd name="connsiteX2" fmla="*/ 2027815 w 2027815"/>
                  <a:gd name="connsiteY2" fmla="*/ 2837738 h 2837738"/>
                  <a:gd name="connsiteX3" fmla="*/ 368668 w 2027815"/>
                  <a:gd name="connsiteY3" fmla="*/ 2837738 h 2837738"/>
                  <a:gd name="connsiteX4" fmla="*/ 365157 w 2027815"/>
                  <a:gd name="connsiteY4" fmla="*/ 1477451 h 2837738"/>
                  <a:gd name="connsiteX5" fmla="*/ 519 w 2027815"/>
                  <a:gd name="connsiteY5" fmla="*/ 1483060 h 2837738"/>
                  <a:gd name="connsiteX6" fmla="*/ 297839 w 2027815"/>
                  <a:gd name="connsiteY6" fmla="*/ 888420 h 2837738"/>
                  <a:gd name="connsiteX7" fmla="*/ 813942 w 2027815"/>
                  <a:gd name="connsiteY7" fmla="*/ 30118 h 2837738"/>
                  <a:gd name="connsiteX8" fmla="*/ 806233 w 2027815"/>
                  <a:gd name="connsiteY8" fmla="*/ 445323 h 2837738"/>
                  <a:gd name="connsiteX0" fmla="*/ 864527 w 2086109"/>
                  <a:gd name="connsiteY0" fmla="*/ 508187 h 2900602"/>
                  <a:gd name="connsiteX1" fmla="*/ 2086109 w 2086109"/>
                  <a:gd name="connsiteY1" fmla="*/ 519407 h 2900602"/>
                  <a:gd name="connsiteX2" fmla="*/ 2086109 w 2086109"/>
                  <a:gd name="connsiteY2" fmla="*/ 2900602 h 2900602"/>
                  <a:gd name="connsiteX3" fmla="*/ 426962 w 2086109"/>
                  <a:gd name="connsiteY3" fmla="*/ 2900602 h 2900602"/>
                  <a:gd name="connsiteX4" fmla="*/ 423451 w 2086109"/>
                  <a:gd name="connsiteY4" fmla="*/ 1540315 h 2900602"/>
                  <a:gd name="connsiteX5" fmla="*/ 58813 w 2086109"/>
                  <a:gd name="connsiteY5" fmla="*/ 1545924 h 2900602"/>
                  <a:gd name="connsiteX6" fmla="*/ 64423 w 2086109"/>
                  <a:gd name="connsiteY6" fmla="*/ 92982 h 2900602"/>
                  <a:gd name="connsiteX7" fmla="*/ 872236 w 2086109"/>
                  <a:gd name="connsiteY7" fmla="*/ 92982 h 2900602"/>
                  <a:gd name="connsiteX8" fmla="*/ 864527 w 2086109"/>
                  <a:gd name="connsiteY8" fmla="*/ 508187 h 2900602"/>
                  <a:gd name="connsiteX0" fmla="*/ 809707 w 2031289"/>
                  <a:gd name="connsiteY0" fmla="*/ 508187 h 2900602"/>
                  <a:gd name="connsiteX1" fmla="*/ 2031289 w 2031289"/>
                  <a:gd name="connsiteY1" fmla="*/ 519407 h 2900602"/>
                  <a:gd name="connsiteX2" fmla="*/ 2031289 w 2031289"/>
                  <a:gd name="connsiteY2" fmla="*/ 2900602 h 2900602"/>
                  <a:gd name="connsiteX3" fmla="*/ 372142 w 2031289"/>
                  <a:gd name="connsiteY3" fmla="*/ 2900602 h 2900602"/>
                  <a:gd name="connsiteX4" fmla="*/ 368631 w 2031289"/>
                  <a:gd name="connsiteY4" fmla="*/ 1540315 h 2900602"/>
                  <a:gd name="connsiteX5" fmla="*/ 3993 w 2031289"/>
                  <a:gd name="connsiteY5" fmla="*/ 1545924 h 2900602"/>
                  <a:gd name="connsiteX6" fmla="*/ 9603 w 2031289"/>
                  <a:gd name="connsiteY6" fmla="*/ 92982 h 2900602"/>
                  <a:gd name="connsiteX7" fmla="*/ 817416 w 2031289"/>
                  <a:gd name="connsiteY7" fmla="*/ 92982 h 2900602"/>
                  <a:gd name="connsiteX8" fmla="*/ 809707 w 2031289"/>
                  <a:gd name="connsiteY8" fmla="*/ 508187 h 2900602"/>
                  <a:gd name="connsiteX0" fmla="*/ 809707 w 2031289"/>
                  <a:gd name="connsiteY0" fmla="*/ 445324 h 2837739"/>
                  <a:gd name="connsiteX1" fmla="*/ 2031289 w 2031289"/>
                  <a:gd name="connsiteY1" fmla="*/ 456544 h 2837739"/>
                  <a:gd name="connsiteX2" fmla="*/ 2031289 w 2031289"/>
                  <a:gd name="connsiteY2" fmla="*/ 2837739 h 2837739"/>
                  <a:gd name="connsiteX3" fmla="*/ 372142 w 2031289"/>
                  <a:gd name="connsiteY3" fmla="*/ 2837739 h 2837739"/>
                  <a:gd name="connsiteX4" fmla="*/ 368631 w 2031289"/>
                  <a:gd name="connsiteY4" fmla="*/ 1477452 h 2837739"/>
                  <a:gd name="connsiteX5" fmla="*/ 3993 w 2031289"/>
                  <a:gd name="connsiteY5" fmla="*/ 1483061 h 2837739"/>
                  <a:gd name="connsiteX6" fmla="*/ 9603 w 2031289"/>
                  <a:gd name="connsiteY6" fmla="*/ 30119 h 2837739"/>
                  <a:gd name="connsiteX7" fmla="*/ 817416 w 2031289"/>
                  <a:gd name="connsiteY7" fmla="*/ 30119 h 2837739"/>
                  <a:gd name="connsiteX8" fmla="*/ 809707 w 2031289"/>
                  <a:gd name="connsiteY8" fmla="*/ 445324 h 2837739"/>
                  <a:gd name="connsiteX0" fmla="*/ 809707 w 2031289"/>
                  <a:gd name="connsiteY0" fmla="*/ 445324 h 2837739"/>
                  <a:gd name="connsiteX1" fmla="*/ 2031289 w 2031289"/>
                  <a:gd name="connsiteY1" fmla="*/ 456544 h 2837739"/>
                  <a:gd name="connsiteX2" fmla="*/ 2031289 w 2031289"/>
                  <a:gd name="connsiteY2" fmla="*/ 2837739 h 2837739"/>
                  <a:gd name="connsiteX3" fmla="*/ 372142 w 2031289"/>
                  <a:gd name="connsiteY3" fmla="*/ 2837739 h 2837739"/>
                  <a:gd name="connsiteX4" fmla="*/ 368631 w 2031289"/>
                  <a:gd name="connsiteY4" fmla="*/ 1477452 h 2837739"/>
                  <a:gd name="connsiteX5" fmla="*/ 3993 w 2031289"/>
                  <a:gd name="connsiteY5" fmla="*/ 1483061 h 2837739"/>
                  <a:gd name="connsiteX6" fmla="*/ 9603 w 2031289"/>
                  <a:gd name="connsiteY6" fmla="*/ 30119 h 2837739"/>
                  <a:gd name="connsiteX7" fmla="*/ 817416 w 2031289"/>
                  <a:gd name="connsiteY7" fmla="*/ 30119 h 2837739"/>
                  <a:gd name="connsiteX8" fmla="*/ 809707 w 2031289"/>
                  <a:gd name="connsiteY8" fmla="*/ 445324 h 2837739"/>
                  <a:gd name="connsiteX0" fmla="*/ 809707 w 2031289"/>
                  <a:gd name="connsiteY0" fmla="*/ 422488 h 2814903"/>
                  <a:gd name="connsiteX1" fmla="*/ 2031289 w 2031289"/>
                  <a:gd name="connsiteY1" fmla="*/ 433708 h 2814903"/>
                  <a:gd name="connsiteX2" fmla="*/ 2031289 w 2031289"/>
                  <a:gd name="connsiteY2" fmla="*/ 2814903 h 2814903"/>
                  <a:gd name="connsiteX3" fmla="*/ 372142 w 2031289"/>
                  <a:gd name="connsiteY3" fmla="*/ 2814903 h 2814903"/>
                  <a:gd name="connsiteX4" fmla="*/ 368631 w 2031289"/>
                  <a:gd name="connsiteY4" fmla="*/ 1454616 h 2814903"/>
                  <a:gd name="connsiteX5" fmla="*/ 3993 w 2031289"/>
                  <a:gd name="connsiteY5" fmla="*/ 1460225 h 2814903"/>
                  <a:gd name="connsiteX6" fmla="*/ 9603 w 2031289"/>
                  <a:gd name="connsiteY6" fmla="*/ 7283 h 2814903"/>
                  <a:gd name="connsiteX7" fmla="*/ 817416 w 2031289"/>
                  <a:gd name="connsiteY7" fmla="*/ 7283 h 2814903"/>
                  <a:gd name="connsiteX8" fmla="*/ 809707 w 2031289"/>
                  <a:gd name="connsiteY8" fmla="*/ 422488 h 2814903"/>
                  <a:gd name="connsiteX0" fmla="*/ 809707 w 2031289"/>
                  <a:gd name="connsiteY0" fmla="*/ 422488 h 2814903"/>
                  <a:gd name="connsiteX1" fmla="*/ 2031289 w 2031289"/>
                  <a:gd name="connsiteY1" fmla="*/ 433708 h 2814903"/>
                  <a:gd name="connsiteX2" fmla="*/ 2031289 w 2031289"/>
                  <a:gd name="connsiteY2" fmla="*/ 2814903 h 2814903"/>
                  <a:gd name="connsiteX3" fmla="*/ 372142 w 2031289"/>
                  <a:gd name="connsiteY3" fmla="*/ 2814903 h 2814903"/>
                  <a:gd name="connsiteX4" fmla="*/ 368631 w 2031289"/>
                  <a:gd name="connsiteY4" fmla="*/ 1454616 h 2814903"/>
                  <a:gd name="connsiteX5" fmla="*/ 3993 w 2031289"/>
                  <a:gd name="connsiteY5" fmla="*/ 1460225 h 2814903"/>
                  <a:gd name="connsiteX6" fmla="*/ 9603 w 2031289"/>
                  <a:gd name="connsiteY6" fmla="*/ 7283 h 2814903"/>
                  <a:gd name="connsiteX7" fmla="*/ 817416 w 2031289"/>
                  <a:gd name="connsiteY7" fmla="*/ 7283 h 2814903"/>
                  <a:gd name="connsiteX8" fmla="*/ 809707 w 2031289"/>
                  <a:gd name="connsiteY8" fmla="*/ 422488 h 2814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31289" h="2814903">
                    <a:moveTo>
                      <a:pt x="809707" y="422488"/>
                    </a:moveTo>
                    <a:lnTo>
                      <a:pt x="2031289" y="433708"/>
                    </a:lnTo>
                    <a:lnTo>
                      <a:pt x="2031289" y="2814903"/>
                    </a:lnTo>
                    <a:lnTo>
                      <a:pt x="372142" y="2814903"/>
                    </a:lnTo>
                    <a:cubicBezTo>
                      <a:pt x="370972" y="2361474"/>
                      <a:pt x="369801" y="1908045"/>
                      <a:pt x="368631" y="1454616"/>
                    </a:cubicBezTo>
                    <a:cubicBezTo>
                      <a:pt x="20238" y="1468189"/>
                      <a:pt x="351217" y="1462082"/>
                      <a:pt x="3993" y="1460225"/>
                    </a:cubicBezTo>
                    <a:cubicBezTo>
                      <a:pt x="-7227" y="1362053"/>
                      <a:pt x="8669" y="316758"/>
                      <a:pt x="9603" y="7283"/>
                    </a:cubicBezTo>
                    <a:cubicBezTo>
                      <a:pt x="375176" y="6348"/>
                      <a:pt x="474633" y="-8625"/>
                      <a:pt x="817416" y="7283"/>
                    </a:cubicBezTo>
                    <a:cubicBezTo>
                      <a:pt x="811457" y="327991"/>
                      <a:pt x="812154" y="127959"/>
                      <a:pt x="809707" y="422488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62BFABE-CD70-0CC1-AF6C-02984B857D15}"/>
                  </a:ext>
                </a:extLst>
              </p:cNvPr>
              <p:cNvSpPr/>
              <p:nvPr/>
            </p:nvSpPr>
            <p:spPr>
              <a:xfrm>
                <a:off x="9429168" y="3767569"/>
                <a:ext cx="45719" cy="417638"/>
              </a:xfrm>
              <a:prstGeom prst="rect">
                <a:avLst/>
              </a:prstGeom>
              <a:solidFill>
                <a:schemeClr val="bg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676F033-AC9A-9901-769A-79BB1F39A6C7}"/>
                  </a:ext>
                </a:extLst>
              </p:cNvPr>
              <p:cNvSpPr/>
              <p:nvPr/>
            </p:nvSpPr>
            <p:spPr>
              <a:xfrm>
                <a:off x="9429869" y="4651982"/>
                <a:ext cx="45719" cy="417638"/>
              </a:xfrm>
              <a:prstGeom prst="rect">
                <a:avLst/>
              </a:prstGeom>
              <a:solidFill>
                <a:schemeClr val="bg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1DFA74C9-D05B-F9A8-8428-56A8EBAB908D}"/>
                  </a:ext>
                </a:extLst>
              </p:cNvPr>
              <p:cNvSpPr/>
              <p:nvPr/>
            </p:nvSpPr>
            <p:spPr>
              <a:xfrm rot="16200000">
                <a:off x="7251570" y="5426148"/>
                <a:ext cx="45719" cy="417638"/>
              </a:xfrm>
              <a:prstGeom prst="rect">
                <a:avLst/>
              </a:prstGeom>
              <a:solidFill>
                <a:schemeClr val="bg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694265B9-B94E-8EEC-6249-E77DCF7BDE19}"/>
                  </a:ext>
                </a:extLst>
              </p:cNvPr>
              <p:cNvSpPr/>
              <p:nvPr/>
            </p:nvSpPr>
            <p:spPr>
              <a:xfrm rot="16200000">
                <a:off x="8579113" y="5447210"/>
                <a:ext cx="45719" cy="417638"/>
              </a:xfrm>
              <a:prstGeom prst="rect">
                <a:avLst/>
              </a:prstGeom>
              <a:solidFill>
                <a:schemeClr val="bg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DE8B53F-1A37-CB33-7486-A08BE4CA312D}"/>
                  </a:ext>
                </a:extLst>
              </p:cNvPr>
              <p:cNvGrpSpPr/>
              <p:nvPr/>
            </p:nvGrpSpPr>
            <p:grpSpPr>
              <a:xfrm rot="5400000">
                <a:off x="7544845" y="5006539"/>
                <a:ext cx="239556" cy="295938"/>
                <a:chOff x="9076361" y="2963878"/>
                <a:chExt cx="239556" cy="295938"/>
              </a:xfrm>
            </p:grpSpPr>
            <p:sp>
              <p:nvSpPr>
                <p:cNvPr id="99" name="Isosceles Triangle 10">
                  <a:extLst>
                    <a:ext uri="{FF2B5EF4-FFF2-40B4-BE49-F238E27FC236}">
                      <a16:creationId xmlns:a16="http://schemas.microsoft.com/office/drawing/2014/main" id="{F257B6E5-14F8-D504-48F2-8FF313F108FE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4BFE86F5-5746-336C-B2B8-4D65D1BA19DF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0FD73EFB-6569-9D89-8E87-748D2CBF98AA}"/>
                  </a:ext>
                </a:extLst>
              </p:cNvPr>
              <p:cNvSpPr/>
              <p:nvPr/>
            </p:nvSpPr>
            <p:spPr>
              <a:xfrm>
                <a:off x="7600333" y="3637269"/>
                <a:ext cx="1710450" cy="83099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Temperance Bedroom</a:t>
                </a:r>
                <a:endPara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4A4E7A3C-FE41-EF04-3555-D8E6FB6E0431}"/>
                  </a:ext>
                </a:extLst>
              </p:cNvPr>
              <p:cNvGrpSpPr/>
              <p:nvPr/>
            </p:nvGrpSpPr>
            <p:grpSpPr>
              <a:xfrm rot="16200000">
                <a:off x="7417564" y="3075584"/>
                <a:ext cx="239556" cy="295938"/>
                <a:chOff x="9076361" y="2963878"/>
                <a:chExt cx="239556" cy="295938"/>
              </a:xfrm>
            </p:grpSpPr>
            <p:sp>
              <p:nvSpPr>
                <p:cNvPr id="102" name="Isosceles Triangle 10">
                  <a:extLst>
                    <a:ext uri="{FF2B5EF4-FFF2-40B4-BE49-F238E27FC236}">
                      <a16:creationId xmlns:a16="http://schemas.microsoft.com/office/drawing/2014/main" id="{0F9CA6CD-3714-A550-6477-A074A5E64468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2E71E1D2-7E0E-0B04-65DE-426F69E48A2B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CD5B7EF-360D-3E48-7D9B-B5C6D9D4CC5C}"/>
              </a:ext>
            </a:extLst>
          </p:cNvPr>
          <p:cNvGrpSpPr/>
          <p:nvPr/>
        </p:nvGrpSpPr>
        <p:grpSpPr>
          <a:xfrm>
            <a:off x="6649357" y="1060235"/>
            <a:ext cx="2818030" cy="2193537"/>
            <a:chOff x="6649357" y="1060235"/>
            <a:chExt cx="2818030" cy="219353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DF524FD-5CD2-8FBB-1E4F-9159533A6A5B}"/>
                </a:ext>
              </a:extLst>
            </p:cNvPr>
            <p:cNvSpPr/>
            <p:nvPr/>
          </p:nvSpPr>
          <p:spPr>
            <a:xfrm>
              <a:off x="6649357" y="1089331"/>
              <a:ext cx="2794116" cy="1752296"/>
            </a:xfrm>
            <a:custGeom>
              <a:avLst/>
              <a:gdLst>
                <a:gd name="connsiteX0" fmla="*/ 0 w 2794116"/>
                <a:gd name="connsiteY0" fmla="*/ 0 h 1144988"/>
                <a:gd name="connsiteX1" fmla="*/ 2794116 w 2794116"/>
                <a:gd name="connsiteY1" fmla="*/ 0 h 1144988"/>
                <a:gd name="connsiteX2" fmla="*/ 2794116 w 2794116"/>
                <a:gd name="connsiteY2" fmla="*/ 1144988 h 1144988"/>
                <a:gd name="connsiteX3" fmla="*/ 0 w 2794116"/>
                <a:gd name="connsiteY3" fmla="*/ 1144988 h 1144988"/>
                <a:gd name="connsiteX4" fmla="*/ 0 w 2794116"/>
                <a:gd name="connsiteY4" fmla="*/ 0 h 1144988"/>
                <a:gd name="connsiteX0" fmla="*/ 0 w 2794116"/>
                <a:gd name="connsiteY0" fmla="*/ 0 h 1144988"/>
                <a:gd name="connsiteX1" fmla="*/ 2794116 w 2794116"/>
                <a:gd name="connsiteY1" fmla="*/ 0 h 1144988"/>
                <a:gd name="connsiteX2" fmla="*/ 2794116 w 2794116"/>
                <a:gd name="connsiteY2" fmla="*/ 1144988 h 1144988"/>
                <a:gd name="connsiteX3" fmla="*/ 1557804 w 2794116"/>
                <a:gd name="connsiteY3" fmla="*/ 1143378 h 1144988"/>
                <a:gd name="connsiteX4" fmla="*/ 0 w 2794116"/>
                <a:gd name="connsiteY4" fmla="*/ 1144988 h 1144988"/>
                <a:gd name="connsiteX5" fmla="*/ 0 w 2794116"/>
                <a:gd name="connsiteY5" fmla="*/ 0 h 1144988"/>
                <a:gd name="connsiteX0" fmla="*/ 0 w 2794116"/>
                <a:gd name="connsiteY0" fmla="*/ 0 h 1144988"/>
                <a:gd name="connsiteX1" fmla="*/ 2794116 w 2794116"/>
                <a:gd name="connsiteY1" fmla="*/ 0 h 1144988"/>
                <a:gd name="connsiteX2" fmla="*/ 2794116 w 2794116"/>
                <a:gd name="connsiteY2" fmla="*/ 1144988 h 1144988"/>
                <a:gd name="connsiteX3" fmla="*/ 1557804 w 2794116"/>
                <a:gd name="connsiteY3" fmla="*/ 1143378 h 1144988"/>
                <a:gd name="connsiteX4" fmla="*/ 918285 w 2794116"/>
                <a:gd name="connsiteY4" fmla="*/ 1137768 h 1144988"/>
                <a:gd name="connsiteX5" fmla="*/ 0 w 2794116"/>
                <a:gd name="connsiteY5" fmla="*/ 1144988 h 1144988"/>
                <a:gd name="connsiteX6" fmla="*/ 0 w 2794116"/>
                <a:gd name="connsiteY6" fmla="*/ 0 h 1144988"/>
                <a:gd name="connsiteX0" fmla="*/ 0 w 2794116"/>
                <a:gd name="connsiteY0" fmla="*/ 0 h 1345331"/>
                <a:gd name="connsiteX1" fmla="*/ 2794116 w 2794116"/>
                <a:gd name="connsiteY1" fmla="*/ 0 h 1345331"/>
                <a:gd name="connsiteX2" fmla="*/ 2794116 w 2794116"/>
                <a:gd name="connsiteY2" fmla="*/ 1144988 h 1345331"/>
                <a:gd name="connsiteX3" fmla="*/ 1557804 w 2794116"/>
                <a:gd name="connsiteY3" fmla="*/ 1143378 h 1345331"/>
                <a:gd name="connsiteX4" fmla="*/ 1569024 w 2794116"/>
                <a:gd name="connsiteY4" fmla="*/ 1345331 h 1345331"/>
                <a:gd name="connsiteX5" fmla="*/ 0 w 2794116"/>
                <a:gd name="connsiteY5" fmla="*/ 1144988 h 1345331"/>
                <a:gd name="connsiteX6" fmla="*/ 0 w 2794116"/>
                <a:gd name="connsiteY6" fmla="*/ 0 h 1345331"/>
                <a:gd name="connsiteX0" fmla="*/ 0 w 2794116"/>
                <a:gd name="connsiteY0" fmla="*/ 0 h 1345331"/>
                <a:gd name="connsiteX1" fmla="*/ 2794116 w 2794116"/>
                <a:gd name="connsiteY1" fmla="*/ 0 h 1345331"/>
                <a:gd name="connsiteX2" fmla="*/ 2794116 w 2794116"/>
                <a:gd name="connsiteY2" fmla="*/ 1144988 h 1345331"/>
                <a:gd name="connsiteX3" fmla="*/ 1557804 w 2794116"/>
                <a:gd name="connsiteY3" fmla="*/ 1143378 h 1345331"/>
                <a:gd name="connsiteX4" fmla="*/ 1569024 w 2794116"/>
                <a:gd name="connsiteY4" fmla="*/ 1345331 h 1345331"/>
                <a:gd name="connsiteX5" fmla="*/ 845357 w 2794116"/>
                <a:gd name="connsiteY5" fmla="*/ 1244354 h 1345331"/>
                <a:gd name="connsiteX6" fmla="*/ 0 w 2794116"/>
                <a:gd name="connsiteY6" fmla="*/ 1144988 h 1345331"/>
                <a:gd name="connsiteX7" fmla="*/ 0 w 2794116"/>
                <a:gd name="connsiteY7" fmla="*/ 0 h 1345331"/>
                <a:gd name="connsiteX0" fmla="*/ 0 w 2794116"/>
                <a:gd name="connsiteY0" fmla="*/ 0 h 1362160"/>
                <a:gd name="connsiteX1" fmla="*/ 2794116 w 2794116"/>
                <a:gd name="connsiteY1" fmla="*/ 0 h 1362160"/>
                <a:gd name="connsiteX2" fmla="*/ 2794116 w 2794116"/>
                <a:gd name="connsiteY2" fmla="*/ 1144988 h 1362160"/>
                <a:gd name="connsiteX3" fmla="*/ 1557804 w 2794116"/>
                <a:gd name="connsiteY3" fmla="*/ 1143378 h 1362160"/>
                <a:gd name="connsiteX4" fmla="*/ 1569024 w 2794116"/>
                <a:gd name="connsiteY4" fmla="*/ 1345331 h 1362160"/>
                <a:gd name="connsiteX5" fmla="*/ 1271703 w 2794116"/>
                <a:gd name="connsiteY5" fmla="*/ 1362160 h 1362160"/>
                <a:gd name="connsiteX6" fmla="*/ 0 w 2794116"/>
                <a:gd name="connsiteY6" fmla="*/ 1144988 h 1362160"/>
                <a:gd name="connsiteX7" fmla="*/ 0 w 2794116"/>
                <a:gd name="connsiteY7" fmla="*/ 0 h 1362160"/>
                <a:gd name="connsiteX0" fmla="*/ 0 w 2794116"/>
                <a:gd name="connsiteY0" fmla="*/ 0 h 1362160"/>
                <a:gd name="connsiteX1" fmla="*/ 2794116 w 2794116"/>
                <a:gd name="connsiteY1" fmla="*/ 0 h 1362160"/>
                <a:gd name="connsiteX2" fmla="*/ 2794116 w 2794116"/>
                <a:gd name="connsiteY2" fmla="*/ 1144988 h 1362160"/>
                <a:gd name="connsiteX3" fmla="*/ 1557804 w 2794116"/>
                <a:gd name="connsiteY3" fmla="*/ 1143378 h 1362160"/>
                <a:gd name="connsiteX4" fmla="*/ 1569024 w 2794116"/>
                <a:gd name="connsiteY4" fmla="*/ 1345331 h 1362160"/>
                <a:gd name="connsiteX5" fmla="*/ 1271703 w 2794116"/>
                <a:gd name="connsiteY5" fmla="*/ 1362160 h 1362160"/>
                <a:gd name="connsiteX6" fmla="*/ 615355 w 2794116"/>
                <a:gd name="connsiteY6" fmla="*/ 1249963 h 1362160"/>
                <a:gd name="connsiteX7" fmla="*/ 0 w 2794116"/>
                <a:gd name="connsiteY7" fmla="*/ 1144988 h 1362160"/>
                <a:gd name="connsiteX8" fmla="*/ 0 w 2794116"/>
                <a:gd name="connsiteY8" fmla="*/ 0 h 1362160"/>
                <a:gd name="connsiteX0" fmla="*/ 0 w 2794116"/>
                <a:gd name="connsiteY0" fmla="*/ 0 h 1709968"/>
                <a:gd name="connsiteX1" fmla="*/ 2794116 w 2794116"/>
                <a:gd name="connsiteY1" fmla="*/ 0 h 1709968"/>
                <a:gd name="connsiteX2" fmla="*/ 2794116 w 2794116"/>
                <a:gd name="connsiteY2" fmla="*/ 1144988 h 1709968"/>
                <a:gd name="connsiteX3" fmla="*/ 1557804 w 2794116"/>
                <a:gd name="connsiteY3" fmla="*/ 1143378 h 1709968"/>
                <a:gd name="connsiteX4" fmla="*/ 1569024 w 2794116"/>
                <a:gd name="connsiteY4" fmla="*/ 1345331 h 1709968"/>
                <a:gd name="connsiteX5" fmla="*/ 1271703 w 2794116"/>
                <a:gd name="connsiteY5" fmla="*/ 1362160 h 1709968"/>
                <a:gd name="connsiteX6" fmla="*/ 1271703 w 2794116"/>
                <a:gd name="connsiteY6" fmla="*/ 1709968 h 1709968"/>
                <a:gd name="connsiteX7" fmla="*/ 0 w 2794116"/>
                <a:gd name="connsiteY7" fmla="*/ 1144988 h 1709968"/>
                <a:gd name="connsiteX8" fmla="*/ 0 w 2794116"/>
                <a:gd name="connsiteY8" fmla="*/ 0 h 1709968"/>
                <a:gd name="connsiteX0" fmla="*/ 0 w 2794116"/>
                <a:gd name="connsiteY0" fmla="*/ 0 h 1722799"/>
                <a:gd name="connsiteX1" fmla="*/ 2794116 w 2794116"/>
                <a:gd name="connsiteY1" fmla="*/ 0 h 1722799"/>
                <a:gd name="connsiteX2" fmla="*/ 2794116 w 2794116"/>
                <a:gd name="connsiteY2" fmla="*/ 1144988 h 1722799"/>
                <a:gd name="connsiteX3" fmla="*/ 1557804 w 2794116"/>
                <a:gd name="connsiteY3" fmla="*/ 1143378 h 1722799"/>
                <a:gd name="connsiteX4" fmla="*/ 1569024 w 2794116"/>
                <a:gd name="connsiteY4" fmla="*/ 1345331 h 1722799"/>
                <a:gd name="connsiteX5" fmla="*/ 1271703 w 2794116"/>
                <a:gd name="connsiteY5" fmla="*/ 1362160 h 1722799"/>
                <a:gd name="connsiteX6" fmla="*/ 1271703 w 2794116"/>
                <a:gd name="connsiteY6" fmla="*/ 1709968 h 1722799"/>
                <a:gd name="connsiteX7" fmla="*/ 5609 w 2794116"/>
                <a:gd name="connsiteY7" fmla="*/ 1722799 h 1722799"/>
                <a:gd name="connsiteX8" fmla="*/ 0 w 2794116"/>
                <a:gd name="connsiteY8" fmla="*/ 0 h 1722799"/>
                <a:gd name="connsiteX0" fmla="*/ 0 w 2794116"/>
                <a:gd name="connsiteY0" fmla="*/ 0 h 1722799"/>
                <a:gd name="connsiteX1" fmla="*/ 2794116 w 2794116"/>
                <a:gd name="connsiteY1" fmla="*/ 0 h 1722799"/>
                <a:gd name="connsiteX2" fmla="*/ 2794116 w 2794116"/>
                <a:gd name="connsiteY2" fmla="*/ 1144988 h 1722799"/>
                <a:gd name="connsiteX3" fmla="*/ 1557804 w 2794116"/>
                <a:gd name="connsiteY3" fmla="*/ 1143378 h 1722799"/>
                <a:gd name="connsiteX4" fmla="*/ 1563414 w 2794116"/>
                <a:gd name="connsiteY4" fmla="*/ 1356551 h 1722799"/>
                <a:gd name="connsiteX5" fmla="*/ 1271703 w 2794116"/>
                <a:gd name="connsiteY5" fmla="*/ 1362160 h 1722799"/>
                <a:gd name="connsiteX6" fmla="*/ 1271703 w 2794116"/>
                <a:gd name="connsiteY6" fmla="*/ 1709968 h 1722799"/>
                <a:gd name="connsiteX7" fmla="*/ 5609 w 2794116"/>
                <a:gd name="connsiteY7" fmla="*/ 1722799 h 1722799"/>
                <a:gd name="connsiteX8" fmla="*/ 0 w 2794116"/>
                <a:gd name="connsiteY8" fmla="*/ 0 h 1722799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563414 w 2794116"/>
                <a:gd name="connsiteY4" fmla="*/ 1356551 h 1726798"/>
                <a:gd name="connsiteX5" fmla="*/ 1271703 w 2794116"/>
                <a:gd name="connsiteY5" fmla="*/ 1362160 h 1726798"/>
                <a:gd name="connsiteX6" fmla="*/ 1395119 w 2794116"/>
                <a:gd name="connsiteY6" fmla="*/ 1726798 h 1726798"/>
                <a:gd name="connsiteX7" fmla="*/ 5609 w 2794116"/>
                <a:gd name="connsiteY7" fmla="*/ 1722799 h 1726798"/>
                <a:gd name="connsiteX8" fmla="*/ 0 w 2794116"/>
                <a:gd name="connsiteY8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563414 w 2794116"/>
                <a:gd name="connsiteY4" fmla="*/ 1356551 h 1726798"/>
                <a:gd name="connsiteX5" fmla="*/ 1367070 w 2794116"/>
                <a:gd name="connsiteY5" fmla="*/ 1373379 h 1726798"/>
                <a:gd name="connsiteX6" fmla="*/ 1395119 w 2794116"/>
                <a:gd name="connsiteY6" fmla="*/ 1726798 h 1726798"/>
                <a:gd name="connsiteX7" fmla="*/ 5609 w 2794116"/>
                <a:gd name="connsiteY7" fmla="*/ 1722799 h 1726798"/>
                <a:gd name="connsiteX8" fmla="*/ 0 w 2794116"/>
                <a:gd name="connsiteY8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563414 w 2794116"/>
                <a:gd name="connsiteY4" fmla="*/ 1356551 h 1726798"/>
                <a:gd name="connsiteX5" fmla="*/ 1400729 w 2794116"/>
                <a:gd name="connsiteY5" fmla="*/ 1367769 h 1726798"/>
                <a:gd name="connsiteX6" fmla="*/ 1395119 w 2794116"/>
                <a:gd name="connsiteY6" fmla="*/ 1726798 h 1726798"/>
                <a:gd name="connsiteX7" fmla="*/ 5609 w 2794116"/>
                <a:gd name="connsiteY7" fmla="*/ 1722799 h 1726798"/>
                <a:gd name="connsiteX8" fmla="*/ 0 w 2794116"/>
                <a:gd name="connsiteY8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400729 w 2794116"/>
                <a:gd name="connsiteY4" fmla="*/ 1367769 h 1726798"/>
                <a:gd name="connsiteX5" fmla="*/ 1395119 w 2794116"/>
                <a:gd name="connsiteY5" fmla="*/ 1726798 h 1726798"/>
                <a:gd name="connsiteX6" fmla="*/ 5609 w 2794116"/>
                <a:gd name="connsiteY6" fmla="*/ 1722799 h 1726798"/>
                <a:gd name="connsiteX7" fmla="*/ 0 w 2794116"/>
                <a:gd name="connsiteY7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395119 w 2794116"/>
                <a:gd name="connsiteY4" fmla="*/ 1154596 h 1726798"/>
                <a:gd name="connsiteX5" fmla="*/ 1395119 w 2794116"/>
                <a:gd name="connsiteY5" fmla="*/ 1726798 h 1726798"/>
                <a:gd name="connsiteX6" fmla="*/ 5609 w 2794116"/>
                <a:gd name="connsiteY6" fmla="*/ 1722799 h 1726798"/>
                <a:gd name="connsiteX7" fmla="*/ 0 w 2794116"/>
                <a:gd name="connsiteY7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395119 w 2794116"/>
                <a:gd name="connsiteY3" fmla="*/ 1154596 h 1726798"/>
                <a:gd name="connsiteX4" fmla="*/ 1395119 w 2794116"/>
                <a:gd name="connsiteY4" fmla="*/ 1726798 h 1726798"/>
                <a:gd name="connsiteX5" fmla="*/ 5609 w 2794116"/>
                <a:gd name="connsiteY5" fmla="*/ 1722799 h 1726798"/>
                <a:gd name="connsiteX6" fmla="*/ 0 w 2794116"/>
                <a:gd name="connsiteY6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389510 w 2794116"/>
                <a:gd name="connsiteY3" fmla="*/ 1132156 h 1726798"/>
                <a:gd name="connsiteX4" fmla="*/ 1395119 w 2794116"/>
                <a:gd name="connsiteY4" fmla="*/ 1726798 h 1726798"/>
                <a:gd name="connsiteX5" fmla="*/ 5609 w 2794116"/>
                <a:gd name="connsiteY5" fmla="*/ 1722799 h 1726798"/>
                <a:gd name="connsiteX6" fmla="*/ 0 w 2794116"/>
                <a:gd name="connsiteY6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88506 w 2794116"/>
                <a:gd name="connsiteY2" fmla="*/ 1122548 h 1726798"/>
                <a:gd name="connsiteX3" fmla="*/ 1389510 w 2794116"/>
                <a:gd name="connsiteY3" fmla="*/ 1132156 h 1726798"/>
                <a:gd name="connsiteX4" fmla="*/ 1395119 w 2794116"/>
                <a:gd name="connsiteY4" fmla="*/ 1726798 h 1726798"/>
                <a:gd name="connsiteX5" fmla="*/ 5609 w 2794116"/>
                <a:gd name="connsiteY5" fmla="*/ 1722799 h 1726798"/>
                <a:gd name="connsiteX6" fmla="*/ 0 w 2794116"/>
                <a:gd name="connsiteY6" fmla="*/ 0 h 1726798"/>
                <a:gd name="connsiteX0" fmla="*/ 0 w 2794116"/>
                <a:gd name="connsiteY0" fmla="*/ 0 h 1752296"/>
                <a:gd name="connsiteX1" fmla="*/ 2794116 w 2794116"/>
                <a:gd name="connsiteY1" fmla="*/ 0 h 1752296"/>
                <a:gd name="connsiteX2" fmla="*/ 2788506 w 2794116"/>
                <a:gd name="connsiteY2" fmla="*/ 1122548 h 1752296"/>
                <a:gd name="connsiteX3" fmla="*/ 1389510 w 2794116"/>
                <a:gd name="connsiteY3" fmla="*/ 1132156 h 1752296"/>
                <a:gd name="connsiteX4" fmla="*/ 1395119 w 2794116"/>
                <a:gd name="connsiteY4" fmla="*/ 1726798 h 1752296"/>
                <a:gd name="connsiteX5" fmla="*/ 12983 w 2794116"/>
                <a:gd name="connsiteY5" fmla="*/ 1752296 h 1752296"/>
                <a:gd name="connsiteX6" fmla="*/ 0 w 2794116"/>
                <a:gd name="connsiteY6" fmla="*/ 0 h 175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94116" h="1752296">
                  <a:moveTo>
                    <a:pt x="0" y="0"/>
                  </a:moveTo>
                  <a:lnTo>
                    <a:pt x="2794116" y="0"/>
                  </a:lnTo>
                  <a:lnTo>
                    <a:pt x="2788506" y="1122548"/>
                  </a:lnTo>
                  <a:lnTo>
                    <a:pt x="1389510" y="1132156"/>
                  </a:lnTo>
                  <a:cubicBezTo>
                    <a:pt x="1391380" y="1330370"/>
                    <a:pt x="1393249" y="1528584"/>
                    <a:pt x="1395119" y="1726798"/>
                  </a:cubicBezTo>
                  <a:lnTo>
                    <a:pt x="12983" y="1752296"/>
                  </a:lnTo>
                  <a:cubicBezTo>
                    <a:pt x="11113" y="1178030"/>
                    <a:pt x="1870" y="574266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A134EDB-D829-EF2C-277D-E509852E2D87}"/>
                </a:ext>
              </a:extLst>
            </p:cNvPr>
            <p:cNvSpPr/>
            <p:nvPr/>
          </p:nvSpPr>
          <p:spPr>
            <a:xfrm>
              <a:off x="8229600" y="2249590"/>
              <a:ext cx="1213874" cy="100418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8185382-7BD3-C78E-46B6-A0AB6DB68336}"/>
                </a:ext>
              </a:extLst>
            </p:cNvPr>
            <p:cNvGrpSpPr/>
            <p:nvPr/>
          </p:nvGrpSpPr>
          <p:grpSpPr>
            <a:xfrm rot="10800000">
              <a:off x="7543047" y="1060235"/>
              <a:ext cx="465051" cy="298386"/>
              <a:chOff x="656321" y="2822285"/>
              <a:chExt cx="465051" cy="298386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8CBD7BDD-DCB6-8325-FC1B-25D513BAB9D7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295938"/>
                <a:chOff x="9076361" y="2963878"/>
                <a:chExt cx="239556" cy="295938"/>
              </a:xfrm>
            </p:grpSpPr>
            <p:sp>
              <p:nvSpPr>
                <p:cNvPr id="63" name="Isosceles Triangle 10">
                  <a:extLst>
                    <a:ext uri="{FF2B5EF4-FFF2-40B4-BE49-F238E27FC236}">
                      <a16:creationId xmlns:a16="http://schemas.microsoft.com/office/drawing/2014/main" id="{9BA20CCE-959A-DBF9-5ECE-66C16D9D5E99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67A2B228-189C-0EB3-9A1E-AB8B45017BDA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781E2220-7AB7-5642-4C7D-72E9E532F31B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295938"/>
                <a:chOff x="9076361" y="2963878"/>
                <a:chExt cx="239556" cy="295938"/>
              </a:xfrm>
            </p:grpSpPr>
            <p:sp>
              <p:nvSpPr>
                <p:cNvPr id="61" name="Isosceles Triangle 10">
                  <a:extLst>
                    <a:ext uri="{FF2B5EF4-FFF2-40B4-BE49-F238E27FC236}">
                      <a16:creationId xmlns:a16="http://schemas.microsoft.com/office/drawing/2014/main" id="{95F75BC0-8E97-8BC1-4E39-33CFEDD74307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1394DD9C-0DBF-23B9-06D6-512A5D97E6D9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450334D-7A64-679E-8604-CAC5B5FA4A8C}"/>
                </a:ext>
              </a:extLst>
            </p:cNvPr>
            <p:cNvSpPr/>
            <p:nvPr/>
          </p:nvSpPr>
          <p:spPr>
            <a:xfrm rot="16200000">
              <a:off x="7082312" y="895690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939EE67-0386-1000-95EB-156DB22231D7}"/>
                </a:ext>
              </a:extLst>
            </p:cNvPr>
            <p:cNvSpPr/>
            <p:nvPr/>
          </p:nvSpPr>
          <p:spPr>
            <a:xfrm rot="16200000">
              <a:off x="8428673" y="888010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94AD730-D0F2-E987-0594-4D852B2D753A}"/>
                </a:ext>
              </a:extLst>
            </p:cNvPr>
            <p:cNvSpPr/>
            <p:nvPr/>
          </p:nvSpPr>
          <p:spPr>
            <a:xfrm>
              <a:off x="9421668" y="1460641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6441B5F-D8A4-7F28-3497-2D4763037837}"/>
                </a:ext>
              </a:extLst>
            </p:cNvPr>
            <p:cNvSpPr/>
            <p:nvPr/>
          </p:nvSpPr>
          <p:spPr>
            <a:xfrm>
              <a:off x="9409711" y="2553873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021A65B-4E2A-F670-346C-28C602143306}"/>
                </a:ext>
              </a:extLst>
            </p:cNvPr>
            <p:cNvSpPr/>
            <p:nvPr/>
          </p:nvSpPr>
          <p:spPr>
            <a:xfrm>
              <a:off x="6991288" y="1345958"/>
              <a:ext cx="1888217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Warr Bedroom</a:t>
              </a:r>
              <a:endPara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F3DB8E18-9A95-D004-240D-88E97EFDDD29}"/>
                </a:ext>
              </a:extLst>
            </p:cNvPr>
            <p:cNvGrpSpPr/>
            <p:nvPr/>
          </p:nvGrpSpPr>
          <p:grpSpPr>
            <a:xfrm>
              <a:off x="8759727" y="2206873"/>
              <a:ext cx="239556" cy="295938"/>
              <a:chOff x="9076361" y="2963878"/>
              <a:chExt cx="239556" cy="295938"/>
            </a:xfrm>
          </p:grpSpPr>
          <p:sp>
            <p:nvSpPr>
              <p:cNvPr id="115" name="Isosceles Triangle 10">
                <a:extLst>
                  <a:ext uri="{FF2B5EF4-FFF2-40B4-BE49-F238E27FC236}">
                    <a16:creationId xmlns:a16="http://schemas.microsoft.com/office/drawing/2014/main" id="{203FBA85-5A81-1E81-056D-EF42EAE3F11A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806DD7D8-0853-744F-0842-AB2BCD471269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B5FDA38D-7238-E647-D43C-3E85F59F2F5C}"/>
                </a:ext>
              </a:extLst>
            </p:cNvPr>
            <p:cNvGrpSpPr/>
            <p:nvPr/>
          </p:nvGrpSpPr>
          <p:grpSpPr>
            <a:xfrm rot="10800000">
              <a:off x="6945832" y="2578498"/>
              <a:ext cx="239556" cy="295938"/>
              <a:chOff x="9076361" y="2963878"/>
              <a:chExt cx="239556" cy="295938"/>
            </a:xfrm>
          </p:grpSpPr>
          <p:sp>
            <p:nvSpPr>
              <p:cNvPr id="105" name="Isosceles Triangle 10">
                <a:extLst>
                  <a:ext uri="{FF2B5EF4-FFF2-40B4-BE49-F238E27FC236}">
                    <a16:creationId xmlns:a16="http://schemas.microsoft.com/office/drawing/2014/main" id="{04ADDAA9-DEBC-39A1-BB5B-CC3EFC0D708F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96483D98-271D-9AFA-4558-6FDB25B8F45E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F2AA2E2-9DD0-7D0F-1BB3-5A367A31D13F}"/>
              </a:ext>
            </a:extLst>
          </p:cNvPr>
          <p:cNvGrpSpPr/>
          <p:nvPr/>
        </p:nvGrpSpPr>
        <p:grpSpPr>
          <a:xfrm>
            <a:off x="2817798" y="1050195"/>
            <a:ext cx="2874298" cy="1942472"/>
            <a:chOff x="2820691" y="1046059"/>
            <a:chExt cx="2874298" cy="1942472"/>
          </a:xfrm>
          <a:solidFill>
            <a:schemeClr val="accent6">
              <a:lumMod val="75000"/>
            </a:schemeClr>
          </a:solidFill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8757FC6A-5EB3-0CB6-FCA7-17E21A9D2267}"/>
                </a:ext>
              </a:extLst>
            </p:cNvPr>
            <p:cNvSpPr/>
            <p:nvPr/>
          </p:nvSpPr>
          <p:spPr>
            <a:xfrm>
              <a:off x="2871746" y="1089329"/>
              <a:ext cx="2781631" cy="1862415"/>
            </a:xfrm>
            <a:prstGeom prst="rect">
              <a:avLst/>
            </a:pr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23E28F68-3EC7-4C99-907C-A66A487194D2}"/>
                </a:ext>
              </a:extLst>
            </p:cNvPr>
            <p:cNvGrpSpPr/>
            <p:nvPr/>
          </p:nvGrpSpPr>
          <p:grpSpPr>
            <a:xfrm rot="10800000">
              <a:off x="3311469" y="2692593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152" name="Isosceles Triangle 10">
                <a:extLst>
                  <a:ext uri="{FF2B5EF4-FFF2-40B4-BE49-F238E27FC236}">
                    <a16:creationId xmlns:a16="http://schemas.microsoft.com/office/drawing/2014/main" id="{57EF4AB8-21F4-E2ED-ABC3-55611CAD4697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4F994206-57E1-E1E9-DA06-37709F72FF44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962AE240-AA75-0548-3A7F-B56AFF90BD4B}"/>
                </a:ext>
              </a:extLst>
            </p:cNvPr>
            <p:cNvGrpSpPr/>
            <p:nvPr/>
          </p:nvGrpSpPr>
          <p:grpSpPr>
            <a:xfrm rot="10800000">
              <a:off x="4279053" y="1046059"/>
              <a:ext cx="465051" cy="326296"/>
              <a:chOff x="656321" y="2822285"/>
              <a:chExt cx="465051" cy="326296"/>
            </a:xfrm>
            <a:grpFill/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0372C408-CA3A-8839-33E0-20B2113F4282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323848"/>
                <a:chOff x="9076361" y="2935968"/>
                <a:chExt cx="239556" cy="323848"/>
              </a:xfrm>
              <a:grpFill/>
            </p:grpSpPr>
            <p:sp>
              <p:nvSpPr>
                <p:cNvPr id="150" name="Isosceles Triangle 10">
                  <a:extLst>
                    <a:ext uri="{FF2B5EF4-FFF2-40B4-BE49-F238E27FC236}">
                      <a16:creationId xmlns:a16="http://schemas.microsoft.com/office/drawing/2014/main" id="{B333B409-5429-C4A8-D575-66BC59AAE422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C0E1F7FC-FD0F-A3A1-8093-61E97E079C80}"/>
                    </a:ext>
                  </a:extLst>
                </p:cNvPr>
                <p:cNvSpPr/>
                <p:nvPr/>
              </p:nvSpPr>
              <p:spPr>
                <a:xfrm rot="16200000">
                  <a:off x="9144228" y="2875286"/>
                  <a:ext cx="10382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B8562CA8-2B9D-44C2-4440-50216C3F0473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323848"/>
                <a:chOff x="9076361" y="2935968"/>
                <a:chExt cx="239556" cy="323848"/>
              </a:xfrm>
              <a:grpFill/>
            </p:grpSpPr>
            <p:sp>
              <p:nvSpPr>
                <p:cNvPr id="148" name="Isosceles Triangle 10">
                  <a:extLst>
                    <a:ext uri="{FF2B5EF4-FFF2-40B4-BE49-F238E27FC236}">
                      <a16:creationId xmlns:a16="http://schemas.microsoft.com/office/drawing/2014/main" id="{BCE330E9-FBC9-C7FB-64DD-2D9AD6A77134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AA0C6727-3456-F1CD-4420-06EE2CA70615}"/>
                    </a:ext>
                  </a:extLst>
                </p:cNvPr>
                <p:cNvSpPr/>
                <p:nvPr/>
              </p:nvSpPr>
              <p:spPr>
                <a:xfrm rot="16200000">
                  <a:off x="9144228" y="2875286"/>
                  <a:ext cx="10382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3C285A14-7051-AE3A-CD42-CFCF357D62F9}"/>
                </a:ext>
              </a:extLst>
            </p:cNvPr>
            <p:cNvSpPr/>
            <p:nvPr/>
          </p:nvSpPr>
          <p:spPr>
            <a:xfrm rot="16200000">
              <a:off x="3859246" y="873607"/>
              <a:ext cx="45719" cy="41763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E88CACF4-EC26-BA11-371B-4BFF6A51574E}"/>
                </a:ext>
              </a:extLst>
            </p:cNvPr>
            <p:cNvSpPr/>
            <p:nvPr/>
          </p:nvSpPr>
          <p:spPr>
            <a:xfrm rot="16200000">
              <a:off x="5142529" y="888009"/>
              <a:ext cx="45719" cy="41763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E5F3919-16F4-1478-8415-27AB5390029A}"/>
                </a:ext>
              </a:extLst>
            </p:cNvPr>
            <p:cNvSpPr/>
            <p:nvPr/>
          </p:nvSpPr>
          <p:spPr>
            <a:xfrm>
              <a:off x="2843551" y="1371217"/>
              <a:ext cx="45719" cy="41763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29FB9411-BC2B-AAE3-FD7F-C4290250AF4A}"/>
                </a:ext>
              </a:extLst>
            </p:cNvPr>
            <p:cNvSpPr/>
            <p:nvPr/>
          </p:nvSpPr>
          <p:spPr>
            <a:xfrm>
              <a:off x="2820691" y="2231640"/>
              <a:ext cx="45719" cy="41763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FB60E3B1-FAEF-94FD-8A07-787CB23BEB94}"/>
                </a:ext>
              </a:extLst>
            </p:cNvPr>
            <p:cNvGrpSpPr/>
            <p:nvPr/>
          </p:nvGrpSpPr>
          <p:grpSpPr>
            <a:xfrm rot="5400000">
              <a:off x="5427242" y="2431957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144" name="Isosceles Triangle 10">
                <a:extLst>
                  <a:ext uri="{FF2B5EF4-FFF2-40B4-BE49-F238E27FC236}">
                    <a16:creationId xmlns:a16="http://schemas.microsoft.com/office/drawing/2014/main" id="{F451C026-70EC-7B8C-E077-DFD8886926AE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2EA0C1DD-BCD2-5420-679C-8F97B5AFC538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1E39D730-F438-3DF2-DA26-A7E81E137CB6}"/>
              </a:ext>
            </a:extLst>
          </p:cNvPr>
          <p:cNvGrpSpPr/>
          <p:nvPr/>
        </p:nvGrpSpPr>
        <p:grpSpPr>
          <a:xfrm>
            <a:off x="4081721" y="2944663"/>
            <a:ext cx="1652305" cy="730059"/>
            <a:chOff x="4070612" y="2948894"/>
            <a:chExt cx="1652305" cy="730059"/>
          </a:xfrm>
          <a:solidFill>
            <a:schemeClr val="accent6">
              <a:lumMod val="75000"/>
            </a:schemeClr>
          </a:solidFill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BCC8772C-6412-8F42-ED65-6EA90E30E724}"/>
                </a:ext>
              </a:extLst>
            </p:cNvPr>
            <p:cNvSpPr/>
            <p:nvPr/>
          </p:nvSpPr>
          <p:spPr>
            <a:xfrm>
              <a:off x="4070612" y="2948894"/>
              <a:ext cx="1582308" cy="730059"/>
            </a:xfrm>
            <a:prstGeom prst="rect">
              <a:avLst/>
            </a:pr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B1C2671D-99F3-3543-1EDF-953D7E2CCE53}"/>
                </a:ext>
              </a:extLst>
            </p:cNvPr>
            <p:cNvGrpSpPr/>
            <p:nvPr/>
          </p:nvGrpSpPr>
          <p:grpSpPr>
            <a:xfrm rot="5400000">
              <a:off x="5455170" y="3222915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158" name="Isosceles Triangle 10">
                <a:extLst>
                  <a:ext uri="{FF2B5EF4-FFF2-40B4-BE49-F238E27FC236}">
                    <a16:creationId xmlns:a16="http://schemas.microsoft.com/office/drawing/2014/main" id="{C6CED080-06BD-1338-3A05-8B75C986922A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5E751BD6-08F0-2E28-C507-0B9AF69CE700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6C0FD47-9BA9-8840-39B3-209A6142528B}"/>
              </a:ext>
            </a:extLst>
          </p:cNvPr>
          <p:cNvGrpSpPr/>
          <p:nvPr/>
        </p:nvGrpSpPr>
        <p:grpSpPr>
          <a:xfrm>
            <a:off x="2838117" y="2956706"/>
            <a:ext cx="1222184" cy="730059"/>
            <a:chOff x="2848885" y="2951744"/>
            <a:chExt cx="1222184" cy="730059"/>
          </a:xfrm>
          <a:solidFill>
            <a:schemeClr val="accent6">
              <a:lumMod val="75000"/>
            </a:schemeClr>
          </a:solidFill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DA0C37B0-D797-BE37-5DDD-80DEFA2E9C3D}"/>
                </a:ext>
              </a:extLst>
            </p:cNvPr>
            <p:cNvSpPr/>
            <p:nvPr/>
          </p:nvSpPr>
          <p:spPr>
            <a:xfrm>
              <a:off x="2871747" y="2951744"/>
              <a:ext cx="1199322" cy="730059"/>
            </a:xfrm>
            <a:prstGeom prst="rect">
              <a:avLst/>
            </a:pr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58F10AA1-3467-6B10-3017-1956809BD4EE}"/>
                </a:ext>
              </a:extLst>
            </p:cNvPr>
            <p:cNvSpPr/>
            <p:nvPr/>
          </p:nvSpPr>
          <p:spPr>
            <a:xfrm>
              <a:off x="2848885" y="3122364"/>
              <a:ext cx="45719" cy="41763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DA7AF2E-F1BF-3242-E09F-09F82B6621ED}"/>
              </a:ext>
            </a:extLst>
          </p:cNvPr>
          <p:cNvGrpSpPr/>
          <p:nvPr/>
        </p:nvGrpSpPr>
        <p:grpSpPr>
          <a:xfrm>
            <a:off x="2848885" y="3661356"/>
            <a:ext cx="2849200" cy="1999843"/>
            <a:chOff x="2849686" y="3666104"/>
            <a:chExt cx="2849200" cy="1999843"/>
          </a:xfrm>
          <a:solidFill>
            <a:schemeClr val="accent6">
              <a:lumMod val="75000"/>
            </a:schemeClr>
          </a:solidFill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F18A7660-D5CF-44DA-EF2E-4434FB380E25}"/>
                </a:ext>
              </a:extLst>
            </p:cNvPr>
            <p:cNvSpPr/>
            <p:nvPr/>
          </p:nvSpPr>
          <p:spPr>
            <a:xfrm>
              <a:off x="2871746" y="3688705"/>
              <a:ext cx="2781631" cy="1954383"/>
            </a:xfrm>
            <a:prstGeom prst="rect">
              <a:avLst/>
            </a:pr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700CF78E-10CA-1B27-E28A-EB1DAB3C8E8D}"/>
                </a:ext>
              </a:extLst>
            </p:cNvPr>
            <p:cNvGrpSpPr/>
            <p:nvPr/>
          </p:nvGrpSpPr>
          <p:grpSpPr>
            <a:xfrm>
              <a:off x="3322628" y="3666104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174" name="Isosceles Triangle 10">
                <a:extLst>
                  <a:ext uri="{FF2B5EF4-FFF2-40B4-BE49-F238E27FC236}">
                    <a16:creationId xmlns:a16="http://schemas.microsoft.com/office/drawing/2014/main" id="{F8EEAEDE-4EFF-03AB-FD47-09333F3CE2A6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A4831A16-CC13-63F4-54CF-CA7F4B5BBCB2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693F67AA-5FE5-78D9-D66E-FEDC6E99577D}"/>
                </a:ext>
              </a:extLst>
            </p:cNvPr>
            <p:cNvSpPr/>
            <p:nvPr/>
          </p:nvSpPr>
          <p:spPr>
            <a:xfrm rot="16200000">
              <a:off x="3491088" y="5434269"/>
              <a:ext cx="45719" cy="41763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A56382F6-501D-F695-E6FD-6BB4EB4ECFD6}"/>
                </a:ext>
              </a:extLst>
            </p:cNvPr>
            <p:cNvSpPr/>
            <p:nvPr/>
          </p:nvSpPr>
          <p:spPr>
            <a:xfrm>
              <a:off x="2849686" y="4013089"/>
              <a:ext cx="45719" cy="41763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7FF3D269-6A4C-539D-CE2C-DE5EA4726BFA}"/>
                </a:ext>
              </a:extLst>
            </p:cNvPr>
            <p:cNvSpPr/>
            <p:nvPr/>
          </p:nvSpPr>
          <p:spPr>
            <a:xfrm>
              <a:off x="2851626" y="4874496"/>
              <a:ext cx="45719" cy="41763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512DBA5A-790D-97D0-5786-2F47BBE33A8E}"/>
                </a:ext>
              </a:extLst>
            </p:cNvPr>
            <p:cNvSpPr/>
            <p:nvPr/>
          </p:nvSpPr>
          <p:spPr>
            <a:xfrm rot="16200000">
              <a:off x="4551911" y="5433706"/>
              <a:ext cx="45719" cy="41763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22976EEA-7790-23CB-963A-42A79A847BD2}"/>
                </a:ext>
              </a:extLst>
            </p:cNvPr>
            <p:cNvGrpSpPr/>
            <p:nvPr/>
          </p:nvGrpSpPr>
          <p:grpSpPr>
            <a:xfrm rot="5400000">
              <a:off x="5431139" y="4249399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172" name="Isosceles Triangle 10">
                <a:extLst>
                  <a:ext uri="{FF2B5EF4-FFF2-40B4-BE49-F238E27FC236}">
                    <a16:creationId xmlns:a16="http://schemas.microsoft.com/office/drawing/2014/main" id="{C22DBB7A-63C8-980F-943A-9000D35A1CE9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E07D4B93-8B12-C4B6-8E33-751822D7D23B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6491FAA-AF95-63DF-15B4-27674ECD158A}"/>
              </a:ext>
            </a:extLst>
          </p:cNvPr>
          <p:cNvGrpSpPr/>
          <p:nvPr/>
        </p:nvGrpSpPr>
        <p:grpSpPr>
          <a:xfrm>
            <a:off x="6678331" y="2822226"/>
            <a:ext cx="2796423" cy="2858824"/>
            <a:chOff x="6679165" y="2820064"/>
            <a:chExt cx="2796423" cy="2858824"/>
          </a:xfrm>
          <a:solidFill>
            <a:schemeClr val="accent6">
              <a:lumMod val="75000"/>
            </a:schemeClr>
          </a:solidFill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404F7086-B2A0-A76D-B25E-D412164188BA}"/>
                </a:ext>
              </a:extLst>
            </p:cNvPr>
            <p:cNvSpPr/>
            <p:nvPr/>
          </p:nvSpPr>
          <p:spPr>
            <a:xfrm>
              <a:off x="6679165" y="4531663"/>
              <a:ext cx="1081308" cy="1103305"/>
            </a:xfrm>
            <a:prstGeom prst="rect">
              <a:avLst/>
            </a:pr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CB416BB5-AB19-8893-F4A3-F91FD42FB854}"/>
                </a:ext>
              </a:extLst>
            </p:cNvPr>
            <p:cNvGrpSpPr/>
            <p:nvPr/>
          </p:nvGrpSpPr>
          <p:grpSpPr>
            <a:xfrm>
              <a:off x="7065611" y="2820064"/>
              <a:ext cx="2409977" cy="2858824"/>
              <a:chOff x="7065611" y="2820064"/>
              <a:chExt cx="2409977" cy="2858824"/>
            </a:xfrm>
            <a:grpFill/>
          </p:grpSpPr>
          <p:sp>
            <p:nvSpPr>
              <p:cNvPr id="179" name="Rectangle 28">
                <a:extLst>
                  <a:ext uri="{FF2B5EF4-FFF2-40B4-BE49-F238E27FC236}">
                    <a16:creationId xmlns:a16="http://schemas.microsoft.com/office/drawing/2014/main" id="{FAF188D4-829E-657A-589D-69EBFF4B8985}"/>
                  </a:ext>
                </a:extLst>
              </p:cNvPr>
              <p:cNvSpPr/>
              <p:nvPr/>
            </p:nvSpPr>
            <p:spPr>
              <a:xfrm>
                <a:off x="7412183" y="2820064"/>
                <a:ext cx="2031289" cy="2814903"/>
              </a:xfrm>
              <a:custGeom>
                <a:avLst/>
                <a:gdLst>
                  <a:gd name="connsiteX0" fmla="*/ 0 w 1659147"/>
                  <a:gd name="connsiteY0" fmla="*/ 0 h 2381195"/>
                  <a:gd name="connsiteX1" fmla="*/ 1659147 w 1659147"/>
                  <a:gd name="connsiteY1" fmla="*/ 0 h 2381195"/>
                  <a:gd name="connsiteX2" fmla="*/ 1659147 w 1659147"/>
                  <a:gd name="connsiteY2" fmla="*/ 2381195 h 2381195"/>
                  <a:gd name="connsiteX3" fmla="*/ 0 w 1659147"/>
                  <a:gd name="connsiteY3" fmla="*/ 2381195 h 2381195"/>
                  <a:gd name="connsiteX4" fmla="*/ 0 w 1659147"/>
                  <a:gd name="connsiteY4" fmla="*/ 0 h 2381195"/>
                  <a:gd name="connsiteX0" fmla="*/ 3511 w 1662658"/>
                  <a:gd name="connsiteY0" fmla="*/ 0 h 2381195"/>
                  <a:gd name="connsiteX1" fmla="*/ 1662658 w 1662658"/>
                  <a:gd name="connsiteY1" fmla="*/ 0 h 2381195"/>
                  <a:gd name="connsiteX2" fmla="*/ 1662658 w 1662658"/>
                  <a:gd name="connsiteY2" fmla="*/ 2381195 h 2381195"/>
                  <a:gd name="connsiteX3" fmla="*/ 3511 w 1662658"/>
                  <a:gd name="connsiteY3" fmla="*/ 2381195 h 2381195"/>
                  <a:gd name="connsiteX4" fmla="*/ 0 w 1662658"/>
                  <a:gd name="connsiteY4" fmla="*/ 1020908 h 2381195"/>
                  <a:gd name="connsiteX5" fmla="*/ 3511 w 1662658"/>
                  <a:gd name="connsiteY5" fmla="*/ 0 h 2381195"/>
                  <a:gd name="connsiteX0" fmla="*/ 123945 w 1783092"/>
                  <a:gd name="connsiteY0" fmla="*/ 0 h 2381195"/>
                  <a:gd name="connsiteX1" fmla="*/ 1783092 w 1783092"/>
                  <a:gd name="connsiteY1" fmla="*/ 0 h 2381195"/>
                  <a:gd name="connsiteX2" fmla="*/ 1783092 w 1783092"/>
                  <a:gd name="connsiteY2" fmla="*/ 2381195 h 2381195"/>
                  <a:gd name="connsiteX3" fmla="*/ 123945 w 1783092"/>
                  <a:gd name="connsiteY3" fmla="*/ 2381195 h 2381195"/>
                  <a:gd name="connsiteX4" fmla="*/ 120434 w 1783092"/>
                  <a:gd name="connsiteY4" fmla="*/ 1020908 h 2381195"/>
                  <a:gd name="connsiteX5" fmla="*/ 120434 w 1783092"/>
                  <a:gd name="connsiteY5" fmla="*/ 476756 h 2381195"/>
                  <a:gd name="connsiteX6" fmla="*/ 123945 w 1783092"/>
                  <a:gd name="connsiteY6" fmla="*/ 0 h 2381195"/>
                  <a:gd name="connsiteX0" fmla="*/ 373759 w 2032906"/>
                  <a:gd name="connsiteY0" fmla="*/ 0 h 2381195"/>
                  <a:gd name="connsiteX1" fmla="*/ 2032906 w 2032906"/>
                  <a:gd name="connsiteY1" fmla="*/ 0 h 2381195"/>
                  <a:gd name="connsiteX2" fmla="*/ 2032906 w 2032906"/>
                  <a:gd name="connsiteY2" fmla="*/ 2381195 h 2381195"/>
                  <a:gd name="connsiteX3" fmla="*/ 373759 w 2032906"/>
                  <a:gd name="connsiteY3" fmla="*/ 2381195 h 2381195"/>
                  <a:gd name="connsiteX4" fmla="*/ 370248 w 2032906"/>
                  <a:gd name="connsiteY4" fmla="*/ 1020908 h 2381195"/>
                  <a:gd name="connsiteX5" fmla="*/ 0 w 2032906"/>
                  <a:gd name="connsiteY5" fmla="*/ 981639 h 2381195"/>
                  <a:gd name="connsiteX6" fmla="*/ 373759 w 2032906"/>
                  <a:gd name="connsiteY6" fmla="*/ 0 h 2381195"/>
                  <a:gd name="connsiteX0" fmla="*/ 373759 w 2032906"/>
                  <a:gd name="connsiteY0" fmla="*/ 0 h 2381195"/>
                  <a:gd name="connsiteX1" fmla="*/ 2032906 w 2032906"/>
                  <a:gd name="connsiteY1" fmla="*/ 0 h 2381195"/>
                  <a:gd name="connsiteX2" fmla="*/ 2032906 w 2032906"/>
                  <a:gd name="connsiteY2" fmla="*/ 2381195 h 2381195"/>
                  <a:gd name="connsiteX3" fmla="*/ 373759 w 2032906"/>
                  <a:gd name="connsiteY3" fmla="*/ 2381195 h 2381195"/>
                  <a:gd name="connsiteX4" fmla="*/ 370248 w 2032906"/>
                  <a:gd name="connsiteY4" fmla="*/ 1020908 h 2381195"/>
                  <a:gd name="connsiteX5" fmla="*/ 0 w 2032906"/>
                  <a:gd name="connsiteY5" fmla="*/ 981639 h 2381195"/>
                  <a:gd name="connsiteX6" fmla="*/ 373759 w 2032906"/>
                  <a:gd name="connsiteY6" fmla="*/ 0 h 2381195"/>
                  <a:gd name="connsiteX0" fmla="*/ 373759 w 2032906"/>
                  <a:gd name="connsiteY0" fmla="*/ 0 h 2381195"/>
                  <a:gd name="connsiteX1" fmla="*/ 2032906 w 2032906"/>
                  <a:gd name="connsiteY1" fmla="*/ 0 h 2381195"/>
                  <a:gd name="connsiteX2" fmla="*/ 2032906 w 2032906"/>
                  <a:gd name="connsiteY2" fmla="*/ 2381195 h 2381195"/>
                  <a:gd name="connsiteX3" fmla="*/ 373759 w 2032906"/>
                  <a:gd name="connsiteY3" fmla="*/ 2381195 h 2381195"/>
                  <a:gd name="connsiteX4" fmla="*/ 370248 w 2032906"/>
                  <a:gd name="connsiteY4" fmla="*/ 1020908 h 2381195"/>
                  <a:gd name="connsiteX5" fmla="*/ 0 w 2032906"/>
                  <a:gd name="connsiteY5" fmla="*/ 981639 h 2381195"/>
                  <a:gd name="connsiteX6" fmla="*/ 373759 w 2032906"/>
                  <a:gd name="connsiteY6" fmla="*/ 0 h 2381195"/>
                  <a:gd name="connsiteX0" fmla="*/ 368149 w 2027296"/>
                  <a:gd name="connsiteY0" fmla="*/ 0 h 2381195"/>
                  <a:gd name="connsiteX1" fmla="*/ 2027296 w 2027296"/>
                  <a:gd name="connsiteY1" fmla="*/ 0 h 2381195"/>
                  <a:gd name="connsiteX2" fmla="*/ 2027296 w 2027296"/>
                  <a:gd name="connsiteY2" fmla="*/ 2381195 h 2381195"/>
                  <a:gd name="connsiteX3" fmla="*/ 368149 w 2027296"/>
                  <a:gd name="connsiteY3" fmla="*/ 2381195 h 2381195"/>
                  <a:gd name="connsiteX4" fmla="*/ 364638 w 2027296"/>
                  <a:gd name="connsiteY4" fmla="*/ 1020908 h 2381195"/>
                  <a:gd name="connsiteX5" fmla="*/ 0 w 2027296"/>
                  <a:gd name="connsiteY5" fmla="*/ 1026517 h 2381195"/>
                  <a:gd name="connsiteX6" fmla="*/ 368149 w 2027296"/>
                  <a:gd name="connsiteY6" fmla="*/ 0 h 2381195"/>
                  <a:gd name="connsiteX0" fmla="*/ 368149 w 2027296"/>
                  <a:gd name="connsiteY0" fmla="*/ 0 h 2381195"/>
                  <a:gd name="connsiteX1" fmla="*/ 2027296 w 2027296"/>
                  <a:gd name="connsiteY1" fmla="*/ 0 h 2381195"/>
                  <a:gd name="connsiteX2" fmla="*/ 2027296 w 2027296"/>
                  <a:gd name="connsiteY2" fmla="*/ 2381195 h 2381195"/>
                  <a:gd name="connsiteX3" fmla="*/ 368149 w 2027296"/>
                  <a:gd name="connsiteY3" fmla="*/ 2381195 h 2381195"/>
                  <a:gd name="connsiteX4" fmla="*/ 364638 w 2027296"/>
                  <a:gd name="connsiteY4" fmla="*/ 1020908 h 2381195"/>
                  <a:gd name="connsiteX5" fmla="*/ 0 w 2027296"/>
                  <a:gd name="connsiteY5" fmla="*/ 1026517 h 2381195"/>
                  <a:gd name="connsiteX6" fmla="*/ 368149 w 2027296"/>
                  <a:gd name="connsiteY6" fmla="*/ 0 h 2381195"/>
                  <a:gd name="connsiteX0" fmla="*/ 368149 w 2027296"/>
                  <a:gd name="connsiteY0" fmla="*/ 0 h 2381195"/>
                  <a:gd name="connsiteX1" fmla="*/ 2027296 w 2027296"/>
                  <a:gd name="connsiteY1" fmla="*/ 0 h 2381195"/>
                  <a:gd name="connsiteX2" fmla="*/ 2027296 w 2027296"/>
                  <a:gd name="connsiteY2" fmla="*/ 2381195 h 2381195"/>
                  <a:gd name="connsiteX3" fmla="*/ 368149 w 2027296"/>
                  <a:gd name="connsiteY3" fmla="*/ 2381195 h 2381195"/>
                  <a:gd name="connsiteX4" fmla="*/ 364638 w 2027296"/>
                  <a:gd name="connsiteY4" fmla="*/ 1020908 h 2381195"/>
                  <a:gd name="connsiteX5" fmla="*/ 0 w 2027296"/>
                  <a:gd name="connsiteY5" fmla="*/ 1026517 h 2381195"/>
                  <a:gd name="connsiteX6" fmla="*/ 368149 w 2027296"/>
                  <a:gd name="connsiteY6" fmla="*/ 0 h 2381195"/>
                  <a:gd name="connsiteX0" fmla="*/ 805714 w 2027296"/>
                  <a:gd name="connsiteY0" fmla="*/ 0 h 2392415"/>
                  <a:gd name="connsiteX1" fmla="*/ 2027296 w 2027296"/>
                  <a:gd name="connsiteY1" fmla="*/ 11220 h 2392415"/>
                  <a:gd name="connsiteX2" fmla="*/ 2027296 w 2027296"/>
                  <a:gd name="connsiteY2" fmla="*/ 2392415 h 2392415"/>
                  <a:gd name="connsiteX3" fmla="*/ 368149 w 2027296"/>
                  <a:gd name="connsiteY3" fmla="*/ 2392415 h 2392415"/>
                  <a:gd name="connsiteX4" fmla="*/ 364638 w 2027296"/>
                  <a:gd name="connsiteY4" fmla="*/ 1032128 h 2392415"/>
                  <a:gd name="connsiteX5" fmla="*/ 0 w 2027296"/>
                  <a:gd name="connsiteY5" fmla="*/ 1037737 h 2392415"/>
                  <a:gd name="connsiteX6" fmla="*/ 805714 w 2027296"/>
                  <a:gd name="connsiteY6" fmla="*/ 0 h 2392415"/>
                  <a:gd name="connsiteX0" fmla="*/ 805714 w 2027296"/>
                  <a:gd name="connsiteY0" fmla="*/ 0 h 2392415"/>
                  <a:gd name="connsiteX1" fmla="*/ 2027296 w 2027296"/>
                  <a:gd name="connsiteY1" fmla="*/ 11220 h 2392415"/>
                  <a:gd name="connsiteX2" fmla="*/ 2027296 w 2027296"/>
                  <a:gd name="connsiteY2" fmla="*/ 2392415 h 2392415"/>
                  <a:gd name="connsiteX3" fmla="*/ 368149 w 2027296"/>
                  <a:gd name="connsiteY3" fmla="*/ 2392415 h 2392415"/>
                  <a:gd name="connsiteX4" fmla="*/ 364638 w 2027296"/>
                  <a:gd name="connsiteY4" fmla="*/ 1032128 h 2392415"/>
                  <a:gd name="connsiteX5" fmla="*/ 0 w 2027296"/>
                  <a:gd name="connsiteY5" fmla="*/ 1037737 h 2392415"/>
                  <a:gd name="connsiteX6" fmla="*/ 460005 w 2027296"/>
                  <a:gd name="connsiteY6" fmla="*/ 263583 h 2392415"/>
                  <a:gd name="connsiteX7" fmla="*/ 805714 w 2027296"/>
                  <a:gd name="connsiteY7" fmla="*/ 0 h 2392415"/>
                  <a:gd name="connsiteX0" fmla="*/ 805714 w 2027296"/>
                  <a:gd name="connsiteY0" fmla="*/ 445323 h 2837738"/>
                  <a:gd name="connsiteX1" fmla="*/ 2027296 w 2027296"/>
                  <a:gd name="connsiteY1" fmla="*/ 456543 h 2837738"/>
                  <a:gd name="connsiteX2" fmla="*/ 2027296 w 2027296"/>
                  <a:gd name="connsiteY2" fmla="*/ 2837738 h 2837738"/>
                  <a:gd name="connsiteX3" fmla="*/ 368149 w 2027296"/>
                  <a:gd name="connsiteY3" fmla="*/ 2837738 h 2837738"/>
                  <a:gd name="connsiteX4" fmla="*/ 364638 w 2027296"/>
                  <a:gd name="connsiteY4" fmla="*/ 1477451 h 2837738"/>
                  <a:gd name="connsiteX5" fmla="*/ 0 w 2027296"/>
                  <a:gd name="connsiteY5" fmla="*/ 1483060 h 2837738"/>
                  <a:gd name="connsiteX6" fmla="*/ 813423 w 2027296"/>
                  <a:gd name="connsiteY6" fmla="*/ 30118 h 2837738"/>
                  <a:gd name="connsiteX7" fmla="*/ 805714 w 2027296"/>
                  <a:gd name="connsiteY7" fmla="*/ 445323 h 2837738"/>
                  <a:gd name="connsiteX0" fmla="*/ 806233 w 2027815"/>
                  <a:gd name="connsiteY0" fmla="*/ 445323 h 2837738"/>
                  <a:gd name="connsiteX1" fmla="*/ 2027815 w 2027815"/>
                  <a:gd name="connsiteY1" fmla="*/ 456543 h 2837738"/>
                  <a:gd name="connsiteX2" fmla="*/ 2027815 w 2027815"/>
                  <a:gd name="connsiteY2" fmla="*/ 2837738 h 2837738"/>
                  <a:gd name="connsiteX3" fmla="*/ 368668 w 2027815"/>
                  <a:gd name="connsiteY3" fmla="*/ 2837738 h 2837738"/>
                  <a:gd name="connsiteX4" fmla="*/ 365157 w 2027815"/>
                  <a:gd name="connsiteY4" fmla="*/ 1477451 h 2837738"/>
                  <a:gd name="connsiteX5" fmla="*/ 519 w 2027815"/>
                  <a:gd name="connsiteY5" fmla="*/ 1483060 h 2837738"/>
                  <a:gd name="connsiteX6" fmla="*/ 297839 w 2027815"/>
                  <a:gd name="connsiteY6" fmla="*/ 888420 h 2837738"/>
                  <a:gd name="connsiteX7" fmla="*/ 813942 w 2027815"/>
                  <a:gd name="connsiteY7" fmla="*/ 30118 h 2837738"/>
                  <a:gd name="connsiteX8" fmla="*/ 806233 w 2027815"/>
                  <a:gd name="connsiteY8" fmla="*/ 445323 h 2837738"/>
                  <a:gd name="connsiteX0" fmla="*/ 864527 w 2086109"/>
                  <a:gd name="connsiteY0" fmla="*/ 508187 h 2900602"/>
                  <a:gd name="connsiteX1" fmla="*/ 2086109 w 2086109"/>
                  <a:gd name="connsiteY1" fmla="*/ 519407 h 2900602"/>
                  <a:gd name="connsiteX2" fmla="*/ 2086109 w 2086109"/>
                  <a:gd name="connsiteY2" fmla="*/ 2900602 h 2900602"/>
                  <a:gd name="connsiteX3" fmla="*/ 426962 w 2086109"/>
                  <a:gd name="connsiteY3" fmla="*/ 2900602 h 2900602"/>
                  <a:gd name="connsiteX4" fmla="*/ 423451 w 2086109"/>
                  <a:gd name="connsiteY4" fmla="*/ 1540315 h 2900602"/>
                  <a:gd name="connsiteX5" fmla="*/ 58813 w 2086109"/>
                  <a:gd name="connsiteY5" fmla="*/ 1545924 h 2900602"/>
                  <a:gd name="connsiteX6" fmla="*/ 64423 w 2086109"/>
                  <a:gd name="connsiteY6" fmla="*/ 92982 h 2900602"/>
                  <a:gd name="connsiteX7" fmla="*/ 872236 w 2086109"/>
                  <a:gd name="connsiteY7" fmla="*/ 92982 h 2900602"/>
                  <a:gd name="connsiteX8" fmla="*/ 864527 w 2086109"/>
                  <a:gd name="connsiteY8" fmla="*/ 508187 h 2900602"/>
                  <a:gd name="connsiteX0" fmla="*/ 809707 w 2031289"/>
                  <a:gd name="connsiteY0" fmla="*/ 508187 h 2900602"/>
                  <a:gd name="connsiteX1" fmla="*/ 2031289 w 2031289"/>
                  <a:gd name="connsiteY1" fmla="*/ 519407 h 2900602"/>
                  <a:gd name="connsiteX2" fmla="*/ 2031289 w 2031289"/>
                  <a:gd name="connsiteY2" fmla="*/ 2900602 h 2900602"/>
                  <a:gd name="connsiteX3" fmla="*/ 372142 w 2031289"/>
                  <a:gd name="connsiteY3" fmla="*/ 2900602 h 2900602"/>
                  <a:gd name="connsiteX4" fmla="*/ 368631 w 2031289"/>
                  <a:gd name="connsiteY4" fmla="*/ 1540315 h 2900602"/>
                  <a:gd name="connsiteX5" fmla="*/ 3993 w 2031289"/>
                  <a:gd name="connsiteY5" fmla="*/ 1545924 h 2900602"/>
                  <a:gd name="connsiteX6" fmla="*/ 9603 w 2031289"/>
                  <a:gd name="connsiteY6" fmla="*/ 92982 h 2900602"/>
                  <a:gd name="connsiteX7" fmla="*/ 817416 w 2031289"/>
                  <a:gd name="connsiteY7" fmla="*/ 92982 h 2900602"/>
                  <a:gd name="connsiteX8" fmla="*/ 809707 w 2031289"/>
                  <a:gd name="connsiteY8" fmla="*/ 508187 h 2900602"/>
                  <a:gd name="connsiteX0" fmla="*/ 809707 w 2031289"/>
                  <a:gd name="connsiteY0" fmla="*/ 445324 h 2837739"/>
                  <a:gd name="connsiteX1" fmla="*/ 2031289 w 2031289"/>
                  <a:gd name="connsiteY1" fmla="*/ 456544 h 2837739"/>
                  <a:gd name="connsiteX2" fmla="*/ 2031289 w 2031289"/>
                  <a:gd name="connsiteY2" fmla="*/ 2837739 h 2837739"/>
                  <a:gd name="connsiteX3" fmla="*/ 372142 w 2031289"/>
                  <a:gd name="connsiteY3" fmla="*/ 2837739 h 2837739"/>
                  <a:gd name="connsiteX4" fmla="*/ 368631 w 2031289"/>
                  <a:gd name="connsiteY4" fmla="*/ 1477452 h 2837739"/>
                  <a:gd name="connsiteX5" fmla="*/ 3993 w 2031289"/>
                  <a:gd name="connsiteY5" fmla="*/ 1483061 h 2837739"/>
                  <a:gd name="connsiteX6" fmla="*/ 9603 w 2031289"/>
                  <a:gd name="connsiteY6" fmla="*/ 30119 h 2837739"/>
                  <a:gd name="connsiteX7" fmla="*/ 817416 w 2031289"/>
                  <a:gd name="connsiteY7" fmla="*/ 30119 h 2837739"/>
                  <a:gd name="connsiteX8" fmla="*/ 809707 w 2031289"/>
                  <a:gd name="connsiteY8" fmla="*/ 445324 h 2837739"/>
                  <a:gd name="connsiteX0" fmla="*/ 809707 w 2031289"/>
                  <a:gd name="connsiteY0" fmla="*/ 445324 h 2837739"/>
                  <a:gd name="connsiteX1" fmla="*/ 2031289 w 2031289"/>
                  <a:gd name="connsiteY1" fmla="*/ 456544 h 2837739"/>
                  <a:gd name="connsiteX2" fmla="*/ 2031289 w 2031289"/>
                  <a:gd name="connsiteY2" fmla="*/ 2837739 h 2837739"/>
                  <a:gd name="connsiteX3" fmla="*/ 372142 w 2031289"/>
                  <a:gd name="connsiteY3" fmla="*/ 2837739 h 2837739"/>
                  <a:gd name="connsiteX4" fmla="*/ 368631 w 2031289"/>
                  <a:gd name="connsiteY4" fmla="*/ 1477452 h 2837739"/>
                  <a:gd name="connsiteX5" fmla="*/ 3993 w 2031289"/>
                  <a:gd name="connsiteY5" fmla="*/ 1483061 h 2837739"/>
                  <a:gd name="connsiteX6" fmla="*/ 9603 w 2031289"/>
                  <a:gd name="connsiteY6" fmla="*/ 30119 h 2837739"/>
                  <a:gd name="connsiteX7" fmla="*/ 817416 w 2031289"/>
                  <a:gd name="connsiteY7" fmla="*/ 30119 h 2837739"/>
                  <a:gd name="connsiteX8" fmla="*/ 809707 w 2031289"/>
                  <a:gd name="connsiteY8" fmla="*/ 445324 h 2837739"/>
                  <a:gd name="connsiteX0" fmla="*/ 809707 w 2031289"/>
                  <a:gd name="connsiteY0" fmla="*/ 422488 h 2814903"/>
                  <a:gd name="connsiteX1" fmla="*/ 2031289 w 2031289"/>
                  <a:gd name="connsiteY1" fmla="*/ 433708 h 2814903"/>
                  <a:gd name="connsiteX2" fmla="*/ 2031289 w 2031289"/>
                  <a:gd name="connsiteY2" fmla="*/ 2814903 h 2814903"/>
                  <a:gd name="connsiteX3" fmla="*/ 372142 w 2031289"/>
                  <a:gd name="connsiteY3" fmla="*/ 2814903 h 2814903"/>
                  <a:gd name="connsiteX4" fmla="*/ 368631 w 2031289"/>
                  <a:gd name="connsiteY4" fmla="*/ 1454616 h 2814903"/>
                  <a:gd name="connsiteX5" fmla="*/ 3993 w 2031289"/>
                  <a:gd name="connsiteY5" fmla="*/ 1460225 h 2814903"/>
                  <a:gd name="connsiteX6" fmla="*/ 9603 w 2031289"/>
                  <a:gd name="connsiteY6" fmla="*/ 7283 h 2814903"/>
                  <a:gd name="connsiteX7" fmla="*/ 817416 w 2031289"/>
                  <a:gd name="connsiteY7" fmla="*/ 7283 h 2814903"/>
                  <a:gd name="connsiteX8" fmla="*/ 809707 w 2031289"/>
                  <a:gd name="connsiteY8" fmla="*/ 422488 h 2814903"/>
                  <a:gd name="connsiteX0" fmla="*/ 809707 w 2031289"/>
                  <a:gd name="connsiteY0" fmla="*/ 422488 h 2814903"/>
                  <a:gd name="connsiteX1" fmla="*/ 2031289 w 2031289"/>
                  <a:gd name="connsiteY1" fmla="*/ 433708 h 2814903"/>
                  <a:gd name="connsiteX2" fmla="*/ 2031289 w 2031289"/>
                  <a:gd name="connsiteY2" fmla="*/ 2814903 h 2814903"/>
                  <a:gd name="connsiteX3" fmla="*/ 372142 w 2031289"/>
                  <a:gd name="connsiteY3" fmla="*/ 2814903 h 2814903"/>
                  <a:gd name="connsiteX4" fmla="*/ 368631 w 2031289"/>
                  <a:gd name="connsiteY4" fmla="*/ 1454616 h 2814903"/>
                  <a:gd name="connsiteX5" fmla="*/ 3993 w 2031289"/>
                  <a:gd name="connsiteY5" fmla="*/ 1460225 h 2814903"/>
                  <a:gd name="connsiteX6" fmla="*/ 9603 w 2031289"/>
                  <a:gd name="connsiteY6" fmla="*/ 7283 h 2814903"/>
                  <a:gd name="connsiteX7" fmla="*/ 817416 w 2031289"/>
                  <a:gd name="connsiteY7" fmla="*/ 7283 h 2814903"/>
                  <a:gd name="connsiteX8" fmla="*/ 809707 w 2031289"/>
                  <a:gd name="connsiteY8" fmla="*/ 422488 h 2814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31289" h="2814903">
                    <a:moveTo>
                      <a:pt x="809707" y="422488"/>
                    </a:moveTo>
                    <a:lnTo>
                      <a:pt x="2031289" y="433708"/>
                    </a:lnTo>
                    <a:lnTo>
                      <a:pt x="2031289" y="2814903"/>
                    </a:lnTo>
                    <a:lnTo>
                      <a:pt x="372142" y="2814903"/>
                    </a:lnTo>
                    <a:cubicBezTo>
                      <a:pt x="370972" y="2361474"/>
                      <a:pt x="369801" y="1908045"/>
                      <a:pt x="368631" y="1454616"/>
                    </a:cubicBezTo>
                    <a:cubicBezTo>
                      <a:pt x="20238" y="1468189"/>
                      <a:pt x="351217" y="1462082"/>
                      <a:pt x="3993" y="1460225"/>
                    </a:cubicBezTo>
                    <a:cubicBezTo>
                      <a:pt x="-7227" y="1362053"/>
                      <a:pt x="8669" y="316758"/>
                      <a:pt x="9603" y="7283"/>
                    </a:cubicBezTo>
                    <a:cubicBezTo>
                      <a:pt x="375176" y="6348"/>
                      <a:pt x="474633" y="-8625"/>
                      <a:pt x="817416" y="7283"/>
                    </a:cubicBezTo>
                    <a:cubicBezTo>
                      <a:pt x="811457" y="327991"/>
                      <a:pt x="812154" y="127959"/>
                      <a:pt x="809707" y="422488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5F5D11D9-54F1-16A1-9F17-614E133C38D8}"/>
                  </a:ext>
                </a:extLst>
              </p:cNvPr>
              <p:cNvSpPr/>
              <p:nvPr/>
            </p:nvSpPr>
            <p:spPr>
              <a:xfrm>
                <a:off x="9429168" y="3767569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1FDF7463-1397-D0FF-F515-68B345ECAABC}"/>
                  </a:ext>
                </a:extLst>
              </p:cNvPr>
              <p:cNvSpPr/>
              <p:nvPr/>
            </p:nvSpPr>
            <p:spPr>
              <a:xfrm>
                <a:off x="9429869" y="4651982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DF0FDE83-3F4E-498C-5C6A-B31026DC4BB8}"/>
                  </a:ext>
                </a:extLst>
              </p:cNvPr>
              <p:cNvSpPr/>
              <p:nvPr/>
            </p:nvSpPr>
            <p:spPr>
              <a:xfrm rot="16200000">
                <a:off x="7251570" y="5426148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F6B37255-1CBA-4EB8-BC36-2DEEEF6E0333}"/>
                  </a:ext>
                </a:extLst>
              </p:cNvPr>
              <p:cNvSpPr/>
              <p:nvPr/>
            </p:nvSpPr>
            <p:spPr>
              <a:xfrm rot="16200000">
                <a:off x="8579113" y="5447210"/>
                <a:ext cx="45719" cy="41763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76D5F2E1-E651-ED92-70B3-4EC45770AAAF}"/>
                  </a:ext>
                </a:extLst>
              </p:cNvPr>
              <p:cNvGrpSpPr/>
              <p:nvPr/>
            </p:nvGrpSpPr>
            <p:grpSpPr>
              <a:xfrm rot="5400000">
                <a:off x="7544845" y="5006539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189" name="Isosceles Triangle 10">
                  <a:extLst>
                    <a:ext uri="{FF2B5EF4-FFF2-40B4-BE49-F238E27FC236}">
                      <a16:creationId xmlns:a16="http://schemas.microsoft.com/office/drawing/2014/main" id="{924C29D0-1BC4-93B3-97AF-28FFEB67AB8F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16F3F222-0359-014E-64F5-50F42C7AC12C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C8E1815F-9E31-AB5B-F5F6-34D0C8680E7A}"/>
                  </a:ext>
                </a:extLst>
              </p:cNvPr>
              <p:cNvGrpSpPr/>
              <p:nvPr/>
            </p:nvGrpSpPr>
            <p:grpSpPr>
              <a:xfrm rot="16200000">
                <a:off x="7417564" y="3075584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187" name="Isosceles Triangle 10">
                  <a:extLst>
                    <a:ext uri="{FF2B5EF4-FFF2-40B4-BE49-F238E27FC236}">
                      <a16:creationId xmlns:a16="http://schemas.microsoft.com/office/drawing/2014/main" id="{43B8F9BB-0648-9207-5AF1-88CD20C07621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F427C9FB-A313-96B3-1A2B-63D071D3583F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4373C72D-C417-A164-07AB-E1ED350DA44D}"/>
              </a:ext>
            </a:extLst>
          </p:cNvPr>
          <p:cNvGrpSpPr/>
          <p:nvPr/>
        </p:nvGrpSpPr>
        <p:grpSpPr>
          <a:xfrm>
            <a:off x="6667201" y="1071042"/>
            <a:ext cx="2795908" cy="2193537"/>
            <a:chOff x="6671479" y="1060235"/>
            <a:chExt cx="2795908" cy="2193537"/>
          </a:xfrm>
          <a:solidFill>
            <a:schemeClr val="accent6">
              <a:lumMod val="75000"/>
            </a:schemeClr>
          </a:solidFill>
        </p:grpSpPr>
        <p:sp>
          <p:nvSpPr>
            <p:cNvPr id="208" name="Rectangle 25">
              <a:extLst>
                <a:ext uri="{FF2B5EF4-FFF2-40B4-BE49-F238E27FC236}">
                  <a16:creationId xmlns:a16="http://schemas.microsoft.com/office/drawing/2014/main" id="{CD93FBBB-0DC2-931B-777D-EE325D9E5DD7}"/>
                </a:ext>
              </a:extLst>
            </p:cNvPr>
            <p:cNvSpPr/>
            <p:nvPr/>
          </p:nvSpPr>
          <p:spPr>
            <a:xfrm>
              <a:off x="6671479" y="1089331"/>
              <a:ext cx="2794116" cy="1752296"/>
            </a:xfrm>
            <a:custGeom>
              <a:avLst/>
              <a:gdLst>
                <a:gd name="connsiteX0" fmla="*/ 0 w 2794116"/>
                <a:gd name="connsiteY0" fmla="*/ 0 h 1144988"/>
                <a:gd name="connsiteX1" fmla="*/ 2794116 w 2794116"/>
                <a:gd name="connsiteY1" fmla="*/ 0 h 1144988"/>
                <a:gd name="connsiteX2" fmla="*/ 2794116 w 2794116"/>
                <a:gd name="connsiteY2" fmla="*/ 1144988 h 1144988"/>
                <a:gd name="connsiteX3" fmla="*/ 0 w 2794116"/>
                <a:gd name="connsiteY3" fmla="*/ 1144988 h 1144988"/>
                <a:gd name="connsiteX4" fmla="*/ 0 w 2794116"/>
                <a:gd name="connsiteY4" fmla="*/ 0 h 1144988"/>
                <a:gd name="connsiteX0" fmla="*/ 0 w 2794116"/>
                <a:gd name="connsiteY0" fmla="*/ 0 h 1144988"/>
                <a:gd name="connsiteX1" fmla="*/ 2794116 w 2794116"/>
                <a:gd name="connsiteY1" fmla="*/ 0 h 1144988"/>
                <a:gd name="connsiteX2" fmla="*/ 2794116 w 2794116"/>
                <a:gd name="connsiteY2" fmla="*/ 1144988 h 1144988"/>
                <a:gd name="connsiteX3" fmla="*/ 1557804 w 2794116"/>
                <a:gd name="connsiteY3" fmla="*/ 1143378 h 1144988"/>
                <a:gd name="connsiteX4" fmla="*/ 0 w 2794116"/>
                <a:gd name="connsiteY4" fmla="*/ 1144988 h 1144988"/>
                <a:gd name="connsiteX5" fmla="*/ 0 w 2794116"/>
                <a:gd name="connsiteY5" fmla="*/ 0 h 1144988"/>
                <a:gd name="connsiteX0" fmla="*/ 0 w 2794116"/>
                <a:gd name="connsiteY0" fmla="*/ 0 h 1144988"/>
                <a:gd name="connsiteX1" fmla="*/ 2794116 w 2794116"/>
                <a:gd name="connsiteY1" fmla="*/ 0 h 1144988"/>
                <a:gd name="connsiteX2" fmla="*/ 2794116 w 2794116"/>
                <a:gd name="connsiteY2" fmla="*/ 1144988 h 1144988"/>
                <a:gd name="connsiteX3" fmla="*/ 1557804 w 2794116"/>
                <a:gd name="connsiteY3" fmla="*/ 1143378 h 1144988"/>
                <a:gd name="connsiteX4" fmla="*/ 918285 w 2794116"/>
                <a:gd name="connsiteY4" fmla="*/ 1137768 h 1144988"/>
                <a:gd name="connsiteX5" fmla="*/ 0 w 2794116"/>
                <a:gd name="connsiteY5" fmla="*/ 1144988 h 1144988"/>
                <a:gd name="connsiteX6" fmla="*/ 0 w 2794116"/>
                <a:gd name="connsiteY6" fmla="*/ 0 h 1144988"/>
                <a:gd name="connsiteX0" fmla="*/ 0 w 2794116"/>
                <a:gd name="connsiteY0" fmla="*/ 0 h 1345331"/>
                <a:gd name="connsiteX1" fmla="*/ 2794116 w 2794116"/>
                <a:gd name="connsiteY1" fmla="*/ 0 h 1345331"/>
                <a:gd name="connsiteX2" fmla="*/ 2794116 w 2794116"/>
                <a:gd name="connsiteY2" fmla="*/ 1144988 h 1345331"/>
                <a:gd name="connsiteX3" fmla="*/ 1557804 w 2794116"/>
                <a:gd name="connsiteY3" fmla="*/ 1143378 h 1345331"/>
                <a:gd name="connsiteX4" fmla="*/ 1569024 w 2794116"/>
                <a:gd name="connsiteY4" fmla="*/ 1345331 h 1345331"/>
                <a:gd name="connsiteX5" fmla="*/ 0 w 2794116"/>
                <a:gd name="connsiteY5" fmla="*/ 1144988 h 1345331"/>
                <a:gd name="connsiteX6" fmla="*/ 0 w 2794116"/>
                <a:gd name="connsiteY6" fmla="*/ 0 h 1345331"/>
                <a:gd name="connsiteX0" fmla="*/ 0 w 2794116"/>
                <a:gd name="connsiteY0" fmla="*/ 0 h 1345331"/>
                <a:gd name="connsiteX1" fmla="*/ 2794116 w 2794116"/>
                <a:gd name="connsiteY1" fmla="*/ 0 h 1345331"/>
                <a:gd name="connsiteX2" fmla="*/ 2794116 w 2794116"/>
                <a:gd name="connsiteY2" fmla="*/ 1144988 h 1345331"/>
                <a:gd name="connsiteX3" fmla="*/ 1557804 w 2794116"/>
                <a:gd name="connsiteY3" fmla="*/ 1143378 h 1345331"/>
                <a:gd name="connsiteX4" fmla="*/ 1569024 w 2794116"/>
                <a:gd name="connsiteY4" fmla="*/ 1345331 h 1345331"/>
                <a:gd name="connsiteX5" fmla="*/ 845357 w 2794116"/>
                <a:gd name="connsiteY5" fmla="*/ 1244354 h 1345331"/>
                <a:gd name="connsiteX6" fmla="*/ 0 w 2794116"/>
                <a:gd name="connsiteY6" fmla="*/ 1144988 h 1345331"/>
                <a:gd name="connsiteX7" fmla="*/ 0 w 2794116"/>
                <a:gd name="connsiteY7" fmla="*/ 0 h 1345331"/>
                <a:gd name="connsiteX0" fmla="*/ 0 w 2794116"/>
                <a:gd name="connsiteY0" fmla="*/ 0 h 1362160"/>
                <a:gd name="connsiteX1" fmla="*/ 2794116 w 2794116"/>
                <a:gd name="connsiteY1" fmla="*/ 0 h 1362160"/>
                <a:gd name="connsiteX2" fmla="*/ 2794116 w 2794116"/>
                <a:gd name="connsiteY2" fmla="*/ 1144988 h 1362160"/>
                <a:gd name="connsiteX3" fmla="*/ 1557804 w 2794116"/>
                <a:gd name="connsiteY3" fmla="*/ 1143378 h 1362160"/>
                <a:gd name="connsiteX4" fmla="*/ 1569024 w 2794116"/>
                <a:gd name="connsiteY4" fmla="*/ 1345331 h 1362160"/>
                <a:gd name="connsiteX5" fmla="*/ 1271703 w 2794116"/>
                <a:gd name="connsiteY5" fmla="*/ 1362160 h 1362160"/>
                <a:gd name="connsiteX6" fmla="*/ 0 w 2794116"/>
                <a:gd name="connsiteY6" fmla="*/ 1144988 h 1362160"/>
                <a:gd name="connsiteX7" fmla="*/ 0 w 2794116"/>
                <a:gd name="connsiteY7" fmla="*/ 0 h 1362160"/>
                <a:gd name="connsiteX0" fmla="*/ 0 w 2794116"/>
                <a:gd name="connsiteY0" fmla="*/ 0 h 1362160"/>
                <a:gd name="connsiteX1" fmla="*/ 2794116 w 2794116"/>
                <a:gd name="connsiteY1" fmla="*/ 0 h 1362160"/>
                <a:gd name="connsiteX2" fmla="*/ 2794116 w 2794116"/>
                <a:gd name="connsiteY2" fmla="*/ 1144988 h 1362160"/>
                <a:gd name="connsiteX3" fmla="*/ 1557804 w 2794116"/>
                <a:gd name="connsiteY3" fmla="*/ 1143378 h 1362160"/>
                <a:gd name="connsiteX4" fmla="*/ 1569024 w 2794116"/>
                <a:gd name="connsiteY4" fmla="*/ 1345331 h 1362160"/>
                <a:gd name="connsiteX5" fmla="*/ 1271703 w 2794116"/>
                <a:gd name="connsiteY5" fmla="*/ 1362160 h 1362160"/>
                <a:gd name="connsiteX6" fmla="*/ 615355 w 2794116"/>
                <a:gd name="connsiteY6" fmla="*/ 1249963 h 1362160"/>
                <a:gd name="connsiteX7" fmla="*/ 0 w 2794116"/>
                <a:gd name="connsiteY7" fmla="*/ 1144988 h 1362160"/>
                <a:gd name="connsiteX8" fmla="*/ 0 w 2794116"/>
                <a:gd name="connsiteY8" fmla="*/ 0 h 1362160"/>
                <a:gd name="connsiteX0" fmla="*/ 0 w 2794116"/>
                <a:gd name="connsiteY0" fmla="*/ 0 h 1709968"/>
                <a:gd name="connsiteX1" fmla="*/ 2794116 w 2794116"/>
                <a:gd name="connsiteY1" fmla="*/ 0 h 1709968"/>
                <a:gd name="connsiteX2" fmla="*/ 2794116 w 2794116"/>
                <a:gd name="connsiteY2" fmla="*/ 1144988 h 1709968"/>
                <a:gd name="connsiteX3" fmla="*/ 1557804 w 2794116"/>
                <a:gd name="connsiteY3" fmla="*/ 1143378 h 1709968"/>
                <a:gd name="connsiteX4" fmla="*/ 1569024 w 2794116"/>
                <a:gd name="connsiteY4" fmla="*/ 1345331 h 1709968"/>
                <a:gd name="connsiteX5" fmla="*/ 1271703 w 2794116"/>
                <a:gd name="connsiteY5" fmla="*/ 1362160 h 1709968"/>
                <a:gd name="connsiteX6" fmla="*/ 1271703 w 2794116"/>
                <a:gd name="connsiteY6" fmla="*/ 1709968 h 1709968"/>
                <a:gd name="connsiteX7" fmla="*/ 0 w 2794116"/>
                <a:gd name="connsiteY7" fmla="*/ 1144988 h 1709968"/>
                <a:gd name="connsiteX8" fmla="*/ 0 w 2794116"/>
                <a:gd name="connsiteY8" fmla="*/ 0 h 1709968"/>
                <a:gd name="connsiteX0" fmla="*/ 0 w 2794116"/>
                <a:gd name="connsiteY0" fmla="*/ 0 h 1722799"/>
                <a:gd name="connsiteX1" fmla="*/ 2794116 w 2794116"/>
                <a:gd name="connsiteY1" fmla="*/ 0 h 1722799"/>
                <a:gd name="connsiteX2" fmla="*/ 2794116 w 2794116"/>
                <a:gd name="connsiteY2" fmla="*/ 1144988 h 1722799"/>
                <a:gd name="connsiteX3" fmla="*/ 1557804 w 2794116"/>
                <a:gd name="connsiteY3" fmla="*/ 1143378 h 1722799"/>
                <a:gd name="connsiteX4" fmla="*/ 1569024 w 2794116"/>
                <a:gd name="connsiteY4" fmla="*/ 1345331 h 1722799"/>
                <a:gd name="connsiteX5" fmla="*/ 1271703 w 2794116"/>
                <a:gd name="connsiteY5" fmla="*/ 1362160 h 1722799"/>
                <a:gd name="connsiteX6" fmla="*/ 1271703 w 2794116"/>
                <a:gd name="connsiteY6" fmla="*/ 1709968 h 1722799"/>
                <a:gd name="connsiteX7" fmla="*/ 5609 w 2794116"/>
                <a:gd name="connsiteY7" fmla="*/ 1722799 h 1722799"/>
                <a:gd name="connsiteX8" fmla="*/ 0 w 2794116"/>
                <a:gd name="connsiteY8" fmla="*/ 0 h 1722799"/>
                <a:gd name="connsiteX0" fmla="*/ 0 w 2794116"/>
                <a:gd name="connsiteY0" fmla="*/ 0 h 1722799"/>
                <a:gd name="connsiteX1" fmla="*/ 2794116 w 2794116"/>
                <a:gd name="connsiteY1" fmla="*/ 0 h 1722799"/>
                <a:gd name="connsiteX2" fmla="*/ 2794116 w 2794116"/>
                <a:gd name="connsiteY2" fmla="*/ 1144988 h 1722799"/>
                <a:gd name="connsiteX3" fmla="*/ 1557804 w 2794116"/>
                <a:gd name="connsiteY3" fmla="*/ 1143378 h 1722799"/>
                <a:gd name="connsiteX4" fmla="*/ 1563414 w 2794116"/>
                <a:gd name="connsiteY4" fmla="*/ 1356551 h 1722799"/>
                <a:gd name="connsiteX5" fmla="*/ 1271703 w 2794116"/>
                <a:gd name="connsiteY5" fmla="*/ 1362160 h 1722799"/>
                <a:gd name="connsiteX6" fmla="*/ 1271703 w 2794116"/>
                <a:gd name="connsiteY6" fmla="*/ 1709968 h 1722799"/>
                <a:gd name="connsiteX7" fmla="*/ 5609 w 2794116"/>
                <a:gd name="connsiteY7" fmla="*/ 1722799 h 1722799"/>
                <a:gd name="connsiteX8" fmla="*/ 0 w 2794116"/>
                <a:gd name="connsiteY8" fmla="*/ 0 h 1722799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563414 w 2794116"/>
                <a:gd name="connsiteY4" fmla="*/ 1356551 h 1726798"/>
                <a:gd name="connsiteX5" fmla="*/ 1271703 w 2794116"/>
                <a:gd name="connsiteY5" fmla="*/ 1362160 h 1726798"/>
                <a:gd name="connsiteX6" fmla="*/ 1395119 w 2794116"/>
                <a:gd name="connsiteY6" fmla="*/ 1726798 h 1726798"/>
                <a:gd name="connsiteX7" fmla="*/ 5609 w 2794116"/>
                <a:gd name="connsiteY7" fmla="*/ 1722799 h 1726798"/>
                <a:gd name="connsiteX8" fmla="*/ 0 w 2794116"/>
                <a:gd name="connsiteY8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563414 w 2794116"/>
                <a:gd name="connsiteY4" fmla="*/ 1356551 h 1726798"/>
                <a:gd name="connsiteX5" fmla="*/ 1367070 w 2794116"/>
                <a:gd name="connsiteY5" fmla="*/ 1373379 h 1726798"/>
                <a:gd name="connsiteX6" fmla="*/ 1395119 w 2794116"/>
                <a:gd name="connsiteY6" fmla="*/ 1726798 h 1726798"/>
                <a:gd name="connsiteX7" fmla="*/ 5609 w 2794116"/>
                <a:gd name="connsiteY7" fmla="*/ 1722799 h 1726798"/>
                <a:gd name="connsiteX8" fmla="*/ 0 w 2794116"/>
                <a:gd name="connsiteY8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563414 w 2794116"/>
                <a:gd name="connsiteY4" fmla="*/ 1356551 h 1726798"/>
                <a:gd name="connsiteX5" fmla="*/ 1400729 w 2794116"/>
                <a:gd name="connsiteY5" fmla="*/ 1367769 h 1726798"/>
                <a:gd name="connsiteX6" fmla="*/ 1395119 w 2794116"/>
                <a:gd name="connsiteY6" fmla="*/ 1726798 h 1726798"/>
                <a:gd name="connsiteX7" fmla="*/ 5609 w 2794116"/>
                <a:gd name="connsiteY7" fmla="*/ 1722799 h 1726798"/>
                <a:gd name="connsiteX8" fmla="*/ 0 w 2794116"/>
                <a:gd name="connsiteY8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400729 w 2794116"/>
                <a:gd name="connsiteY4" fmla="*/ 1367769 h 1726798"/>
                <a:gd name="connsiteX5" fmla="*/ 1395119 w 2794116"/>
                <a:gd name="connsiteY5" fmla="*/ 1726798 h 1726798"/>
                <a:gd name="connsiteX6" fmla="*/ 5609 w 2794116"/>
                <a:gd name="connsiteY6" fmla="*/ 1722799 h 1726798"/>
                <a:gd name="connsiteX7" fmla="*/ 0 w 2794116"/>
                <a:gd name="connsiteY7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395119 w 2794116"/>
                <a:gd name="connsiteY4" fmla="*/ 1154596 h 1726798"/>
                <a:gd name="connsiteX5" fmla="*/ 1395119 w 2794116"/>
                <a:gd name="connsiteY5" fmla="*/ 1726798 h 1726798"/>
                <a:gd name="connsiteX6" fmla="*/ 5609 w 2794116"/>
                <a:gd name="connsiteY6" fmla="*/ 1722799 h 1726798"/>
                <a:gd name="connsiteX7" fmla="*/ 0 w 2794116"/>
                <a:gd name="connsiteY7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395119 w 2794116"/>
                <a:gd name="connsiteY3" fmla="*/ 1154596 h 1726798"/>
                <a:gd name="connsiteX4" fmla="*/ 1395119 w 2794116"/>
                <a:gd name="connsiteY4" fmla="*/ 1726798 h 1726798"/>
                <a:gd name="connsiteX5" fmla="*/ 5609 w 2794116"/>
                <a:gd name="connsiteY5" fmla="*/ 1722799 h 1726798"/>
                <a:gd name="connsiteX6" fmla="*/ 0 w 2794116"/>
                <a:gd name="connsiteY6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389510 w 2794116"/>
                <a:gd name="connsiteY3" fmla="*/ 1132156 h 1726798"/>
                <a:gd name="connsiteX4" fmla="*/ 1395119 w 2794116"/>
                <a:gd name="connsiteY4" fmla="*/ 1726798 h 1726798"/>
                <a:gd name="connsiteX5" fmla="*/ 5609 w 2794116"/>
                <a:gd name="connsiteY5" fmla="*/ 1722799 h 1726798"/>
                <a:gd name="connsiteX6" fmla="*/ 0 w 2794116"/>
                <a:gd name="connsiteY6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88506 w 2794116"/>
                <a:gd name="connsiteY2" fmla="*/ 1122548 h 1726798"/>
                <a:gd name="connsiteX3" fmla="*/ 1389510 w 2794116"/>
                <a:gd name="connsiteY3" fmla="*/ 1132156 h 1726798"/>
                <a:gd name="connsiteX4" fmla="*/ 1395119 w 2794116"/>
                <a:gd name="connsiteY4" fmla="*/ 1726798 h 1726798"/>
                <a:gd name="connsiteX5" fmla="*/ 5609 w 2794116"/>
                <a:gd name="connsiteY5" fmla="*/ 1722799 h 1726798"/>
                <a:gd name="connsiteX6" fmla="*/ 0 w 2794116"/>
                <a:gd name="connsiteY6" fmla="*/ 0 h 1726798"/>
                <a:gd name="connsiteX0" fmla="*/ 0 w 2794116"/>
                <a:gd name="connsiteY0" fmla="*/ 0 h 1752296"/>
                <a:gd name="connsiteX1" fmla="*/ 2794116 w 2794116"/>
                <a:gd name="connsiteY1" fmla="*/ 0 h 1752296"/>
                <a:gd name="connsiteX2" fmla="*/ 2788506 w 2794116"/>
                <a:gd name="connsiteY2" fmla="*/ 1122548 h 1752296"/>
                <a:gd name="connsiteX3" fmla="*/ 1389510 w 2794116"/>
                <a:gd name="connsiteY3" fmla="*/ 1132156 h 1752296"/>
                <a:gd name="connsiteX4" fmla="*/ 1395119 w 2794116"/>
                <a:gd name="connsiteY4" fmla="*/ 1726798 h 1752296"/>
                <a:gd name="connsiteX5" fmla="*/ 12983 w 2794116"/>
                <a:gd name="connsiteY5" fmla="*/ 1752296 h 1752296"/>
                <a:gd name="connsiteX6" fmla="*/ 0 w 2794116"/>
                <a:gd name="connsiteY6" fmla="*/ 0 h 175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94116" h="1752296">
                  <a:moveTo>
                    <a:pt x="0" y="0"/>
                  </a:moveTo>
                  <a:lnTo>
                    <a:pt x="2794116" y="0"/>
                  </a:lnTo>
                  <a:lnTo>
                    <a:pt x="2788506" y="1122548"/>
                  </a:lnTo>
                  <a:lnTo>
                    <a:pt x="1389510" y="1132156"/>
                  </a:lnTo>
                  <a:cubicBezTo>
                    <a:pt x="1391380" y="1330370"/>
                    <a:pt x="1393249" y="1528584"/>
                    <a:pt x="1395119" y="1726798"/>
                  </a:cubicBezTo>
                  <a:lnTo>
                    <a:pt x="12983" y="1752296"/>
                  </a:lnTo>
                  <a:cubicBezTo>
                    <a:pt x="11113" y="1178030"/>
                    <a:pt x="1870" y="574266"/>
                    <a:pt x="0" y="0"/>
                  </a:cubicBezTo>
                  <a:close/>
                </a:path>
              </a:pathLst>
            </a:cu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1246995D-05D4-8E5A-D431-6E0EA8378B9B}"/>
                </a:ext>
              </a:extLst>
            </p:cNvPr>
            <p:cNvSpPr/>
            <p:nvPr/>
          </p:nvSpPr>
          <p:spPr>
            <a:xfrm>
              <a:off x="8229600" y="2249590"/>
              <a:ext cx="1213874" cy="1004182"/>
            </a:xfrm>
            <a:prstGeom prst="rect">
              <a:avLst/>
            </a:prstGeom>
            <a:grp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92C41964-74A5-7421-175B-E802D6B7E242}"/>
                </a:ext>
              </a:extLst>
            </p:cNvPr>
            <p:cNvGrpSpPr/>
            <p:nvPr/>
          </p:nvGrpSpPr>
          <p:grpSpPr>
            <a:xfrm rot="10800000">
              <a:off x="7543047" y="1060235"/>
              <a:ext cx="465051" cy="298386"/>
              <a:chOff x="656321" y="2822285"/>
              <a:chExt cx="465051" cy="298386"/>
            </a:xfrm>
            <a:grpFill/>
          </p:grpSpPr>
          <p:grpSp>
            <p:nvGrpSpPr>
              <p:cNvPr id="222" name="Group 221">
                <a:extLst>
                  <a:ext uri="{FF2B5EF4-FFF2-40B4-BE49-F238E27FC236}">
                    <a16:creationId xmlns:a16="http://schemas.microsoft.com/office/drawing/2014/main" id="{34D7DDF2-EE71-B0E3-0F99-ABC0F83E27BF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226" name="Isosceles Triangle 10">
                  <a:extLst>
                    <a:ext uri="{FF2B5EF4-FFF2-40B4-BE49-F238E27FC236}">
                      <a16:creationId xmlns:a16="http://schemas.microsoft.com/office/drawing/2014/main" id="{1FA2201A-5898-363E-6F5A-96DB5E1CDD97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4A36E24A-8071-BA7A-B17E-615194B76FFC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74A26345-2CD7-6CB7-943A-DBF1B4A18851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295938"/>
                <a:chOff x="9076361" y="2963878"/>
                <a:chExt cx="239556" cy="295938"/>
              </a:xfrm>
              <a:grpFill/>
            </p:grpSpPr>
            <p:sp>
              <p:nvSpPr>
                <p:cNvPr id="224" name="Isosceles Triangle 10">
                  <a:extLst>
                    <a:ext uri="{FF2B5EF4-FFF2-40B4-BE49-F238E27FC236}">
                      <a16:creationId xmlns:a16="http://schemas.microsoft.com/office/drawing/2014/main" id="{90F5FC61-0DAB-B30C-57D5-47E3EAF727DB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grpFill/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ECDFBD4B-B429-25B6-D2AD-C0FA9D26110D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grpFill/>
                <a:ln w="31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68BD4016-373F-EF77-CA15-54C1493C7C7D}"/>
                </a:ext>
              </a:extLst>
            </p:cNvPr>
            <p:cNvSpPr/>
            <p:nvPr/>
          </p:nvSpPr>
          <p:spPr>
            <a:xfrm rot="16200000">
              <a:off x="7082312" y="895690"/>
              <a:ext cx="45719" cy="41763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21A44218-0D08-CC05-AAF7-A72B7DA19A0E}"/>
                </a:ext>
              </a:extLst>
            </p:cNvPr>
            <p:cNvSpPr/>
            <p:nvPr/>
          </p:nvSpPr>
          <p:spPr>
            <a:xfrm rot="16200000">
              <a:off x="8428673" y="888010"/>
              <a:ext cx="45719" cy="41763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913D41F7-3906-071A-C773-7474BC09D344}"/>
                </a:ext>
              </a:extLst>
            </p:cNvPr>
            <p:cNvSpPr/>
            <p:nvPr/>
          </p:nvSpPr>
          <p:spPr>
            <a:xfrm>
              <a:off x="9421668" y="1460641"/>
              <a:ext cx="45719" cy="41763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8CFFF7AD-34F0-355C-C518-A47EC5FD370A}"/>
                </a:ext>
              </a:extLst>
            </p:cNvPr>
            <p:cNvSpPr/>
            <p:nvPr/>
          </p:nvSpPr>
          <p:spPr>
            <a:xfrm>
              <a:off x="9409711" y="2553873"/>
              <a:ext cx="45719" cy="417638"/>
            </a:xfrm>
            <a:prstGeom prst="rect">
              <a:avLst/>
            </a:prstGeom>
            <a:grpFill/>
            <a:ln w="31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436BCE87-6DE8-1574-2497-24F3CDEC7C72}"/>
                </a:ext>
              </a:extLst>
            </p:cNvPr>
            <p:cNvSpPr/>
            <p:nvPr/>
          </p:nvSpPr>
          <p:spPr>
            <a:xfrm>
              <a:off x="6991288" y="1345958"/>
              <a:ext cx="1888217" cy="461665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DEE86461-8077-90AF-0537-6FDE1877EF62}"/>
                </a:ext>
              </a:extLst>
            </p:cNvPr>
            <p:cNvGrpSpPr/>
            <p:nvPr/>
          </p:nvGrpSpPr>
          <p:grpSpPr>
            <a:xfrm>
              <a:off x="8759727" y="2206873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220" name="Isosceles Triangle 10">
                <a:extLst>
                  <a:ext uri="{FF2B5EF4-FFF2-40B4-BE49-F238E27FC236}">
                    <a16:creationId xmlns:a16="http://schemas.microsoft.com/office/drawing/2014/main" id="{A168641F-0758-EF3A-AF28-8C8954169243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CBD58DE7-591D-C49B-4FFA-BD46988DC050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DB734F45-C342-3F8C-5EB9-BC9CE675BF3B}"/>
                </a:ext>
              </a:extLst>
            </p:cNvPr>
            <p:cNvGrpSpPr/>
            <p:nvPr/>
          </p:nvGrpSpPr>
          <p:grpSpPr>
            <a:xfrm rot="10800000">
              <a:off x="6945832" y="2578498"/>
              <a:ext cx="239556" cy="295938"/>
              <a:chOff x="9076361" y="2963878"/>
              <a:chExt cx="239556" cy="295938"/>
            </a:xfrm>
            <a:grpFill/>
          </p:grpSpPr>
          <p:sp>
            <p:nvSpPr>
              <p:cNvPr id="218" name="Isosceles Triangle 10">
                <a:extLst>
                  <a:ext uri="{FF2B5EF4-FFF2-40B4-BE49-F238E27FC236}">
                    <a16:creationId xmlns:a16="http://schemas.microsoft.com/office/drawing/2014/main" id="{BAA39BB1-90B4-D23B-136E-6DF2FDF3DB31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grpFill/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74E98BF5-8162-E0B5-DEFE-6F59A63F58BA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grpFill/>
              <a:ln w="31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" name="Rectangle 86">
            <a:extLst>
              <a:ext uri="{FF2B5EF4-FFF2-40B4-BE49-F238E27FC236}">
                <a16:creationId xmlns:a16="http://schemas.microsoft.com/office/drawing/2014/main" id="{3BF8390C-91AA-7DFD-3D7D-5F986A3B28C4}"/>
              </a:ext>
            </a:extLst>
          </p:cNvPr>
          <p:cNvSpPr/>
          <p:nvPr/>
        </p:nvSpPr>
        <p:spPr>
          <a:xfrm>
            <a:off x="6749254" y="3653228"/>
            <a:ext cx="610427" cy="849860"/>
          </a:xfrm>
          <a:custGeom>
            <a:avLst/>
            <a:gdLst>
              <a:gd name="connsiteX0" fmla="*/ 0 w 610427"/>
              <a:gd name="connsiteY0" fmla="*/ 0 h 374634"/>
              <a:gd name="connsiteX1" fmla="*/ 610427 w 610427"/>
              <a:gd name="connsiteY1" fmla="*/ 0 h 374634"/>
              <a:gd name="connsiteX2" fmla="*/ 610427 w 610427"/>
              <a:gd name="connsiteY2" fmla="*/ 374634 h 374634"/>
              <a:gd name="connsiteX3" fmla="*/ 0 w 610427"/>
              <a:gd name="connsiteY3" fmla="*/ 374634 h 374634"/>
              <a:gd name="connsiteX4" fmla="*/ 0 w 610427"/>
              <a:gd name="connsiteY4" fmla="*/ 0 h 374634"/>
              <a:gd name="connsiteX0" fmla="*/ 0 w 610427"/>
              <a:gd name="connsiteY0" fmla="*/ 475226 h 849860"/>
              <a:gd name="connsiteX1" fmla="*/ 610427 w 610427"/>
              <a:gd name="connsiteY1" fmla="*/ 0 h 849860"/>
              <a:gd name="connsiteX2" fmla="*/ 610427 w 610427"/>
              <a:gd name="connsiteY2" fmla="*/ 849860 h 849860"/>
              <a:gd name="connsiteX3" fmla="*/ 0 w 610427"/>
              <a:gd name="connsiteY3" fmla="*/ 849860 h 849860"/>
              <a:gd name="connsiteX4" fmla="*/ 0 w 610427"/>
              <a:gd name="connsiteY4" fmla="*/ 475226 h 849860"/>
              <a:gd name="connsiteX0" fmla="*/ 0 w 610427"/>
              <a:gd name="connsiteY0" fmla="*/ 475226 h 849860"/>
              <a:gd name="connsiteX1" fmla="*/ 321672 w 610427"/>
              <a:gd name="connsiteY1" fmla="*/ 224528 h 849860"/>
              <a:gd name="connsiteX2" fmla="*/ 610427 w 610427"/>
              <a:gd name="connsiteY2" fmla="*/ 0 h 849860"/>
              <a:gd name="connsiteX3" fmla="*/ 610427 w 610427"/>
              <a:gd name="connsiteY3" fmla="*/ 849860 h 849860"/>
              <a:gd name="connsiteX4" fmla="*/ 0 w 610427"/>
              <a:gd name="connsiteY4" fmla="*/ 849860 h 849860"/>
              <a:gd name="connsiteX5" fmla="*/ 0 w 610427"/>
              <a:gd name="connsiteY5" fmla="*/ 475226 h 849860"/>
              <a:gd name="connsiteX0" fmla="*/ 0 w 610427"/>
              <a:gd name="connsiteY0" fmla="*/ 475226 h 849860"/>
              <a:gd name="connsiteX1" fmla="*/ 177465 w 610427"/>
              <a:gd name="connsiteY1" fmla="*/ 4941 h 849860"/>
              <a:gd name="connsiteX2" fmla="*/ 610427 w 610427"/>
              <a:gd name="connsiteY2" fmla="*/ 0 h 849860"/>
              <a:gd name="connsiteX3" fmla="*/ 610427 w 610427"/>
              <a:gd name="connsiteY3" fmla="*/ 849860 h 849860"/>
              <a:gd name="connsiteX4" fmla="*/ 0 w 610427"/>
              <a:gd name="connsiteY4" fmla="*/ 849860 h 849860"/>
              <a:gd name="connsiteX5" fmla="*/ 0 w 610427"/>
              <a:gd name="connsiteY5" fmla="*/ 475226 h 849860"/>
              <a:gd name="connsiteX0" fmla="*/ 0 w 610427"/>
              <a:gd name="connsiteY0" fmla="*/ 475226 h 849860"/>
              <a:gd name="connsiteX1" fmla="*/ 72588 w 610427"/>
              <a:gd name="connsiteY1" fmla="*/ 283521 h 849860"/>
              <a:gd name="connsiteX2" fmla="*/ 177465 w 610427"/>
              <a:gd name="connsiteY2" fmla="*/ 4941 h 849860"/>
              <a:gd name="connsiteX3" fmla="*/ 610427 w 610427"/>
              <a:gd name="connsiteY3" fmla="*/ 0 h 849860"/>
              <a:gd name="connsiteX4" fmla="*/ 610427 w 610427"/>
              <a:gd name="connsiteY4" fmla="*/ 849860 h 849860"/>
              <a:gd name="connsiteX5" fmla="*/ 0 w 610427"/>
              <a:gd name="connsiteY5" fmla="*/ 849860 h 849860"/>
              <a:gd name="connsiteX6" fmla="*/ 0 w 610427"/>
              <a:gd name="connsiteY6" fmla="*/ 475226 h 849860"/>
              <a:gd name="connsiteX0" fmla="*/ 0 w 610427"/>
              <a:gd name="connsiteY0" fmla="*/ 475226 h 849860"/>
              <a:gd name="connsiteX1" fmla="*/ 226626 w 610427"/>
              <a:gd name="connsiteY1" fmla="*/ 473612 h 849860"/>
              <a:gd name="connsiteX2" fmla="*/ 177465 w 610427"/>
              <a:gd name="connsiteY2" fmla="*/ 4941 h 849860"/>
              <a:gd name="connsiteX3" fmla="*/ 610427 w 610427"/>
              <a:gd name="connsiteY3" fmla="*/ 0 h 849860"/>
              <a:gd name="connsiteX4" fmla="*/ 610427 w 610427"/>
              <a:gd name="connsiteY4" fmla="*/ 849860 h 849860"/>
              <a:gd name="connsiteX5" fmla="*/ 0 w 610427"/>
              <a:gd name="connsiteY5" fmla="*/ 849860 h 849860"/>
              <a:gd name="connsiteX6" fmla="*/ 0 w 610427"/>
              <a:gd name="connsiteY6" fmla="*/ 475226 h 849860"/>
              <a:gd name="connsiteX0" fmla="*/ 0 w 610427"/>
              <a:gd name="connsiteY0" fmla="*/ 475226 h 849860"/>
              <a:gd name="connsiteX1" fmla="*/ 226626 w 610427"/>
              <a:gd name="connsiteY1" fmla="*/ 473612 h 849860"/>
              <a:gd name="connsiteX2" fmla="*/ 223348 w 610427"/>
              <a:gd name="connsiteY2" fmla="*/ 8219 h 849860"/>
              <a:gd name="connsiteX3" fmla="*/ 610427 w 610427"/>
              <a:gd name="connsiteY3" fmla="*/ 0 h 849860"/>
              <a:gd name="connsiteX4" fmla="*/ 610427 w 610427"/>
              <a:gd name="connsiteY4" fmla="*/ 849860 h 849860"/>
              <a:gd name="connsiteX5" fmla="*/ 0 w 610427"/>
              <a:gd name="connsiteY5" fmla="*/ 849860 h 849860"/>
              <a:gd name="connsiteX6" fmla="*/ 0 w 610427"/>
              <a:gd name="connsiteY6" fmla="*/ 475226 h 849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0427" h="849860">
                <a:moveTo>
                  <a:pt x="0" y="475226"/>
                </a:moveTo>
                <a:lnTo>
                  <a:pt x="226626" y="473612"/>
                </a:lnTo>
                <a:cubicBezTo>
                  <a:pt x="225533" y="318481"/>
                  <a:pt x="224441" y="163350"/>
                  <a:pt x="223348" y="8219"/>
                </a:cubicBezTo>
                <a:lnTo>
                  <a:pt x="610427" y="0"/>
                </a:lnTo>
                <a:lnTo>
                  <a:pt x="610427" y="849860"/>
                </a:lnTo>
                <a:lnTo>
                  <a:pt x="0" y="849860"/>
                </a:lnTo>
                <a:lnTo>
                  <a:pt x="0" y="475226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bg1"/>
              </a:gs>
              <a:gs pos="100000">
                <a:schemeClr val="bg2">
                  <a:lumMod val="50000"/>
                </a:schemeClr>
              </a:gs>
            </a:gsLst>
            <a:lin ang="8100000" scaled="1"/>
            <a:tileRect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83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926288-1E62-0550-BE48-1F142898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35AC99-8474-65C4-73E1-0F709BB2CE31}"/>
              </a:ext>
            </a:extLst>
          </p:cNvPr>
          <p:cNvSpPr/>
          <p:nvPr/>
        </p:nvSpPr>
        <p:spPr>
          <a:xfrm>
            <a:off x="-37714" y="5891253"/>
            <a:ext cx="456404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Second</a:t>
            </a:r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Floor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F839CA6-82DA-DD34-8315-5A668D34E17C}"/>
              </a:ext>
            </a:extLst>
          </p:cNvPr>
          <p:cNvGrpSpPr/>
          <p:nvPr/>
        </p:nvGrpSpPr>
        <p:grpSpPr>
          <a:xfrm flipH="1">
            <a:off x="5920449" y="1016427"/>
            <a:ext cx="239556" cy="295938"/>
            <a:chOff x="9076361" y="2963878"/>
            <a:chExt cx="239556" cy="295938"/>
          </a:xfrm>
        </p:grpSpPr>
        <p:sp>
          <p:nvSpPr>
            <p:cNvPr id="40" name="Isosceles Triangle 10">
              <a:extLst>
                <a:ext uri="{FF2B5EF4-FFF2-40B4-BE49-F238E27FC236}">
                  <a16:creationId xmlns:a16="http://schemas.microsoft.com/office/drawing/2014/main" id="{A2C6C45D-07CD-69BE-02B4-1E1019E1DF4A}"/>
                </a:ext>
              </a:extLst>
            </p:cNvPr>
            <p:cNvSpPr/>
            <p:nvPr/>
          </p:nvSpPr>
          <p:spPr>
            <a:xfrm flipH="1" flipV="1">
              <a:off x="9076361" y="3001836"/>
              <a:ext cx="239556" cy="257980"/>
            </a:xfrm>
            <a:custGeom>
              <a:avLst/>
              <a:gdLst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154996 w 154996"/>
                <a:gd name="connsiteY2" fmla="*/ 132522 h 132522"/>
                <a:gd name="connsiteX3" fmla="*/ 0 w 154996"/>
                <a:gd name="connsiteY3" fmla="*/ 132522 h 132522"/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56930 w 154996"/>
                <a:gd name="connsiteY2" fmla="*/ 45057 h 132522"/>
                <a:gd name="connsiteX3" fmla="*/ 154996 w 154996"/>
                <a:gd name="connsiteY3" fmla="*/ 132522 h 132522"/>
                <a:gd name="connsiteX4" fmla="*/ 0 w 154996"/>
                <a:gd name="connsiteY4" fmla="*/ 132522 h 132522"/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112589 w 154996"/>
                <a:gd name="connsiteY2" fmla="*/ 18553 h 132522"/>
                <a:gd name="connsiteX3" fmla="*/ 154996 w 154996"/>
                <a:gd name="connsiteY3" fmla="*/ 132522 h 132522"/>
                <a:gd name="connsiteX4" fmla="*/ 0 w 154996"/>
                <a:gd name="connsiteY4" fmla="*/ 132522 h 132522"/>
                <a:gd name="connsiteX0" fmla="*/ 0 w 160273"/>
                <a:gd name="connsiteY0" fmla="*/ 141085 h 141085"/>
                <a:gd name="connsiteX1" fmla="*/ 0 w 160273"/>
                <a:gd name="connsiteY1" fmla="*/ 8563 h 141085"/>
                <a:gd name="connsiteX2" fmla="*/ 112589 w 160273"/>
                <a:gd name="connsiteY2" fmla="*/ 27116 h 141085"/>
                <a:gd name="connsiteX3" fmla="*/ 154996 w 160273"/>
                <a:gd name="connsiteY3" fmla="*/ 141085 h 141085"/>
                <a:gd name="connsiteX4" fmla="*/ 0 w 160273"/>
                <a:gd name="connsiteY4" fmla="*/ 141085 h 141085"/>
                <a:gd name="connsiteX0" fmla="*/ 0 w 158940"/>
                <a:gd name="connsiteY0" fmla="*/ 138889 h 138889"/>
                <a:gd name="connsiteX1" fmla="*/ 0 w 158940"/>
                <a:gd name="connsiteY1" fmla="*/ 6367 h 138889"/>
                <a:gd name="connsiteX2" fmla="*/ 112589 w 158940"/>
                <a:gd name="connsiteY2" fmla="*/ 24920 h 138889"/>
                <a:gd name="connsiteX3" fmla="*/ 154996 w 158940"/>
                <a:gd name="connsiteY3" fmla="*/ 138889 h 138889"/>
                <a:gd name="connsiteX4" fmla="*/ 0 w 158940"/>
                <a:gd name="connsiteY4" fmla="*/ 138889 h 138889"/>
                <a:gd name="connsiteX0" fmla="*/ 0 w 159464"/>
                <a:gd name="connsiteY0" fmla="*/ 137644 h 137644"/>
                <a:gd name="connsiteX1" fmla="*/ 0 w 159464"/>
                <a:gd name="connsiteY1" fmla="*/ 5122 h 137644"/>
                <a:gd name="connsiteX2" fmla="*/ 120540 w 159464"/>
                <a:gd name="connsiteY2" fmla="*/ 34276 h 137644"/>
                <a:gd name="connsiteX3" fmla="*/ 154996 w 159464"/>
                <a:gd name="connsiteY3" fmla="*/ 137644 h 137644"/>
                <a:gd name="connsiteX4" fmla="*/ 0 w 159464"/>
                <a:gd name="connsiteY4" fmla="*/ 137644 h 137644"/>
                <a:gd name="connsiteX0" fmla="*/ 0 w 159976"/>
                <a:gd name="connsiteY0" fmla="*/ 142975 h 142975"/>
                <a:gd name="connsiteX1" fmla="*/ 0 w 159976"/>
                <a:gd name="connsiteY1" fmla="*/ 10453 h 142975"/>
                <a:gd name="connsiteX2" fmla="*/ 71549 w 159976"/>
                <a:gd name="connsiteY2" fmla="*/ 11882 h 142975"/>
                <a:gd name="connsiteX3" fmla="*/ 120540 w 159976"/>
                <a:gd name="connsiteY3" fmla="*/ 39607 h 142975"/>
                <a:gd name="connsiteX4" fmla="*/ 154996 w 159976"/>
                <a:gd name="connsiteY4" fmla="*/ 142975 h 142975"/>
                <a:gd name="connsiteX5" fmla="*/ 0 w 159976"/>
                <a:gd name="connsiteY5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7850"/>
                <a:gd name="connsiteY0" fmla="*/ 142975 h 142975"/>
                <a:gd name="connsiteX1" fmla="*/ 0 w 167850"/>
                <a:gd name="connsiteY1" fmla="*/ 10453 h 142975"/>
                <a:gd name="connsiteX2" fmla="*/ 71549 w 167850"/>
                <a:gd name="connsiteY2" fmla="*/ 11882 h 142975"/>
                <a:gd name="connsiteX3" fmla="*/ 120540 w 167850"/>
                <a:gd name="connsiteY3" fmla="*/ 39607 h 142975"/>
                <a:gd name="connsiteX4" fmla="*/ 150130 w 167850"/>
                <a:gd name="connsiteY4" fmla="*/ 85700 h 142975"/>
                <a:gd name="connsiteX5" fmla="*/ 154996 w 167850"/>
                <a:gd name="connsiteY5" fmla="*/ 142975 h 142975"/>
                <a:gd name="connsiteX6" fmla="*/ 0 w 167850"/>
                <a:gd name="connsiteY6" fmla="*/ 142975 h 142975"/>
                <a:gd name="connsiteX0" fmla="*/ 0 w 167241"/>
                <a:gd name="connsiteY0" fmla="*/ 142975 h 142975"/>
                <a:gd name="connsiteX1" fmla="*/ 0 w 167241"/>
                <a:gd name="connsiteY1" fmla="*/ 10453 h 142975"/>
                <a:gd name="connsiteX2" fmla="*/ 71549 w 167241"/>
                <a:gd name="connsiteY2" fmla="*/ 11882 h 142975"/>
                <a:gd name="connsiteX3" fmla="*/ 120540 w 167241"/>
                <a:gd name="connsiteY3" fmla="*/ 39607 h 142975"/>
                <a:gd name="connsiteX4" fmla="*/ 150130 w 167241"/>
                <a:gd name="connsiteY4" fmla="*/ 85700 h 142975"/>
                <a:gd name="connsiteX5" fmla="*/ 154996 w 167241"/>
                <a:gd name="connsiteY5" fmla="*/ 142975 h 142975"/>
                <a:gd name="connsiteX6" fmla="*/ 0 w 167241"/>
                <a:gd name="connsiteY6" fmla="*/ 142975 h 1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241" h="142975">
                  <a:moveTo>
                    <a:pt x="0" y="142975"/>
                  </a:moveTo>
                  <a:lnTo>
                    <a:pt x="0" y="10453"/>
                  </a:lnTo>
                  <a:cubicBezTo>
                    <a:pt x="11925" y="-11396"/>
                    <a:pt x="56221" y="7023"/>
                    <a:pt x="71549" y="11882"/>
                  </a:cubicBezTo>
                  <a:cubicBezTo>
                    <a:pt x="86877" y="16741"/>
                    <a:pt x="107443" y="27304"/>
                    <a:pt x="120540" y="39607"/>
                  </a:cubicBezTo>
                  <a:cubicBezTo>
                    <a:pt x="133637" y="51910"/>
                    <a:pt x="139625" y="63710"/>
                    <a:pt x="150130" y="85700"/>
                  </a:cubicBezTo>
                  <a:cubicBezTo>
                    <a:pt x="160635" y="107690"/>
                    <a:pt x="180018" y="133429"/>
                    <a:pt x="154996" y="142975"/>
                  </a:cubicBezTo>
                  <a:lnTo>
                    <a:pt x="0" y="142975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05891DA-F428-1702-93DF-34573B2790F4}"/>
                </a:ext>
              </a:extLst>
            </p:cNvPr>
            <p:cNvSpPr/>
            <p:nvPr/>
          </p:nvSpPr>
          <p:spPr>
            <a:xfrm rot="16200000">
              <a:off x="9158183" y="2889241"/>
              <a:ext cx="75913" cy="225188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B7BFE90-943E-996D-0F0C-4682F039B99F}"/>
              </a:ext>
            </a:extLst>
          </p:cNvPr>
          <p:cNvGrpSpPr/>
          <p:nvPr/>
        </p:nvGrpSpPr>
        <p:grpSpPr>
          <a:xfrm>
            <a:off x="6145944" y="1013979"/>
            <a:ext cx="239556" cy="295938"/>
            <a:chOff x="9076361" y="2963878"/>
            <a:chExt cx="239556" cy="295938"/>
          </a:xfrm>
        </p:grpSpPr>
        <p:sp>
          <p:nvSpPr>
            <p:cNvPr id="38" name="Isosceles Triangle 10">
              <a:extLst>
                <a:ext uri="{FF2B5EF4-FFF2-40B4-BE49-F238E27FC236}">
                  <a16:creationId xmlns:a16="http://schemas.microsoft.com/office/drawing/2014/main" id="{89612864-3882-BAFA-2D8D-E0B7E0A08670}"/>
                </a:ext>
              </a:extLst>
            </p:cNvPr>
            <p:cNvSpPr/>
            <p:nvPr/>
          </p:nvSpPr>
          <p:spPr>
            <a:xfrm flipH="1" flipV="1">
              <a:off x="9076361" y="3001836"/>
              <a:ext cx="239556" cy="257980"/>
            </a:xfrm>
            <a:custGeom>
              <a:avLst/>
              <a:gdLst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154996 w 154996"/>
                <a:gd name="connsiteY2" fmla="*/ 132522 h 132522"/>
                <a:gd name="connsiteX3" fmla="*/ 0 w 154996"/>
                <a:gd name="connsiteY3" fmla="*/ 132522 h 132522"/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56930 w 154996"/>
                <a:gd name="connsiteY2" fmla="*/ 45057 h 132522"/>
                <a:gd name="connsiteX3" fmla="*/ 154996 w 154996"/>
                <a:gd name="connsiteY3" fmla="*/ 132522 h 132522"/>
                <a:gd name="connsiteX4" fmla="*/ 0 w 154996"/>
                <a:gd name="connsiteY4" fmla="*/ 132522 h 132522"/>
                <a:gd name="connsiteX0" fmla="*/ 0 w 154996"/>
                <a:gd name="connsiteY0" fmla="*/ 132522 h 132522"/>
                <a:gd name="connsiteX1" fmla="*/ 0 w 154996"/>
                <a:gd name="connsiteY1" fmla="*/ 0 h 132522"/>
                <a:gd name="connsiteX2" fmla="*/ 112589 w 154996"/>
                <a:gd name="connsiteY2" fmla="*/ 18553 h 132522"/>
                <a:gd name="connsiteX3" fmla="*/ 154996 w 154996"/>
                <a:gd name="connsiteY3" fmla="*/ 132522 h 132522"/>
                <a:gd name="connsiteX4" fmla="*/ 0 w 154996"/>
                <a:gd name="connsiteY4" fmla="*/ 132522 h 132522"/>
                <a:gd name="connsiteX0" fmla="*/ 0 w 160273"/>
                <a:gd name="connsiteY0" fmla="*/ 141085 h 141085"/>
                <a:gd name="connsiteX1" fmla="*/ 0 w 160273"/>
                <a:gd name="connsiteY1" fmla="*/ 8563 h 141085"/>
                <a:gd name="connsiteX2" fmla="*/ 112589 w 160273"/>
                <a:gd name="connsiteY2" fmla="*/ 27116 h 141085"/>
                <a:gd name="connsiteX3" fmla="*/ 154996 w 160273"/>
                <a:gd name="connsiteY3" fmla="*/ 141085 h 141085"/>
                <a:gd name="connsiteX4" fmla="*/ 0 w 160273"/>
                <a:gd name="connsiteY4" fmla="*/ 141085 h 141085"/>
                <a:gd name="connsiteX0" fmla="*/ 0 w 158940"/>
                <a:gd name="connsiteY0" fmla="*/ 138889 h 138889"/>
                <a:gd name="connsiteX1" fmla="*/ 0 w 158940"/>
                <a:gd name="connsiteY1" fmla="*/ 6367 h 138889"/>
                <a:gd name="connsiteX2" fmla="*/ 112589 w 158940"/>
                <a:gd name="connsiteY2" fmla="*/ 24920 h 138889"/>
                <a:gd name="connsiteX3" fmla="*/ 154996 w 158940"/>
                <a:gd name="connsiteY3" fmla="*/ 138889 h 138889"/>
                <a:gd name="connsiteX4" fmla="*/ 0 w 158940"/>
                <a:gd name="connsiteY4" fmla="*/ 138889 h 138889"/>
                <a:gd name="connsiteX0" fmla="*/ 0 w 159464"/>
                <a:gd name="connsiteY0" fmla="*/ 137644 h 137644"/>
                <a:gd name="connsiteX1" fmla="*/ 0 w 159464"/>
                <a:gd name="connsiteY1" fmla="*/ 5122 h 137644"/>
                <a:gd name="connsiteX2" fmla="*/ 120540 w 159464"/>
                <a:gd name="connsiteY2" fmla="*/ 34276 h 137644"/>
                <a:gd name="connsiteX3" fmla="*/ 154996 w 159464"/>
                <a:gd name="connsiteY3" fmla="*/ 137644 h 137644"/>
                <a:gd name="connsiteX4" fmla="*/ 0 w 159464"/>
                <a:gd name="connsiteY4" fmla="*/ 137644 h 137644"/>
                <a:gd name="connsiteX0" fmla="*/ 0 w 159976"/>
                <a:gd name="connsiteY0" fmla="*/ 142975 h 142975"/>
                <a:gd name="connsiteX1" fmla="*/ 0 w 159976"/>
                <a:gd name="connsiteY1" fmla="*/ 10453 h 142975"/>
                <a:gd name="connsiteX2" fmla="*/ 71549 w 159976"/>
                <a:gd name="connsiteY2" fmla="*/ 11882 h 142975"/>
                <a:gd name="connsiteX3" fmla="*/ 120540 w 159976"/>
                <a:gd name="connsiteY3" fmla="*/ 39607 h 142975"/>
                <a:gd name="connsiteX4" fmla="*/ 154996 w 159976"/>
                <a:gd name="connsiteY4" fmla="*/ 142975 h 142975"/>
                <a:gd name="connsiteX5" fmla="*/ 0 w 159976"/>
                <a:gd name="connsiteY5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6133"/>
                <a:gd name="connsiteY0" fmla="*/ 142975 h 142975"/>
                <a:gd name="connsiteX1" fmla="*/ 0 w 166133"/>
                <a:gd name="connsiteY1" fmla="*/ 10453 h 142975"/>
                <a:gd name="connsiteX2" fmla="*/ 71549 w 166133"/>
                <a:gd name="connsiteY2" fmla="*/ 11882 h 142975"/>
                <a:gd name="connsiteX3" fmla="*/ 120540 w 166133"/>
                <a:gd name="connsiteY3" fmla="*/ 39607 h 142975"/>
                <a:gd name="connsiteX4" fmla="*/ 150130 w 166133"/>
                <a:gd name="connsiteY4" fmla="*/ 85700 h 142975"/>
                <a:gd name="connsiteX5" fmla="*/ 154996 w 166133"/>
                <a:gd name="connsiteY5" fmla="*/ 142975 h 142975"/>
                <a:gd name="connsiteX6" fmla="*/ 0 w 166133"/>
                <a:gd name="connsiteY6" fmla="*/ 142975 h 142975"/>
                <a:gd name="connsiteX0" fmla="*/ 0 w 167850"/>
                <a:gd name="connsiteY0" fmla="*/ 142975 h 142975"/>
                <a:gd name="connsiteX1" fmla="*/ 0 w 167850"/>
                <a:gd name="connsiteY1" fmla="*/ 10453 h 142975"/>
                <a:gd name="connsiteX2" fmla="*/ 71549 w 167850"/>
                <a:gd name="connsiteY2" fmla="*/ 11882 h 142975"/>
                <a:gd name="connsiteX3" fmla="*/ 120540 w 167850"/>
                <a:gd name="connsiteY3" fmla="*/ 39607 h 142975"/>
                <a:gd name="connsiteX4" fmla="*/ 150130 w 167850"/>
                <a:gd name="connsiteY4" fmla="*/ 85700 h 142975"/>
                <a:gd name="connsiteX5" fmla="*/ 154996 w 167850"/>
                <a:gd name="connsiteY5" fmla="*/ 142975 h 142975"/>
                <a:gd name="connsiteX6" fmla="*/ 0 w 167850"/>
                <a:gd name="connsiteY6" fmla="*/ 142975 h 142975"/>
                <a:gd name="connsiteX0" fmla="*/ 0 w 167241"/>
                <a:gd name="connsiteY0" fmla="*/ 142975 h 142975"/>
                <a:gd name="connsiteX1" fmla="*/ 0 w 167241"/>
                <a:gd name="connsiteY1" fmla="*/ 10453 h 142975"/>
                <a:gd name="connsiteX2" fmla="*/ 71549 w 167241"/>
                <a:gd name="connsiteY2" fmla="*/ 11882 h 142975"/>
                <a:gd name="connsiteX3" fmla="*/ 120540 w 167241"/>
                <a:gd name="connsiteY3" fmla="*/ 39607 h 142975"/>
                <a:gd name="connsiteX4" fmla="*/ 150130 w 167241"/>
                <a:gd name="connsiteY4" fmla="*/ 85700 h 142975"/>
                <a:gd name="connsiteX5" fmla="*/ 154996 w 167241"/>
                <a:gd name="connsiteY5" fmla="*/ 142975 h 142975"/>
                <a:gd name="connsiteX6" fmla="*/ 0 w 167241"/>
                <a:gd name="connsiteY6" fmla="*/ 142975 h 1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241" h="142975">
                  <a:moveTo>
                    <a:pt x="0" y="142975"/>
                  </a:moveTo>
                  <a:lnTo>
                    <a:pt x="0" y="10453"/>
                  </a:lnTo>
                  <a:cubicBezTo>
                    <a:pt x="11925" y="-11396"/>
                    <a:pt x="56221" y="7023"/>
                    <a:pt x="71549" y="11882"/>
                  </a:cubicBezTo>
                  <a:cubicBezTo>
                    <a:pt x="86877" y="16741"/>
                    <a:pt x="107443" y="27304"/>
                    <a:pt x="120540" y="39607"/>
                  </a:cubicBezTo>
                  <a:cubicBezTo>
                    <a:pt x="133637" y="51910"/>
                    <a:pt x="139625" y="63710"/>
                    <a:pt x="150130" y="85700"/>
                  </a:cubicBezTo>
                  <a:cubicBezTo>
                    <a:pt x="160635" y="107690"/>
                    <a:pt x="180018" y="133429"/>
                    <a:pt x="154996" y="142975"/>
                  </a:cubicBezTo>
                  <a:lnTo>
                    <a:pt x="0" y="142975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103276C-C017-FD29-EC36-8B67F6ED96FB}"/>
                </a:ext>
              </a:extLst>
            </p:cNvPr>
            <p:cNvSpPr/>
            <p:nvPr/>
          </p:nvSpPr>
          <p:spPr>
            <a:xfrm rot="16200000">
              <a:off x="9158183" y="2889241"/>
              <a:ext cx="75913" cy="225188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713B5A8-3A22-5ED9-8C2C-81DCAD7DB33F}"/>
              </a:ext>
            </a:extLst>
          </p:cNvPr>
          <p:cNvGrpSpPr/>
          <p:nvPr/>
        </p:nvGrpSpPr>
        <p:grpSpPr>
          <a:xfrm>
            <a:off x="3563792" y="367533"/>
            <a:ext cx="5152446" cy="6238610"/>
            <a:chOff x="3563792" y="367533"/>
            <a:chExt cx="5152446" cy="623861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58C46EC-3297-B723-54FC-797803824F3B}"/>
                </a:ext>
              </a:extLst>
            </p:cNvPr>
            <p:cNvSpPr/>
            <p:nvPr/>
          </p:nvSpPr>
          <p:spPr>
            <a:xfrm>
              <a:off x="3563792" y="367533"/>
              <a:ext cx="5152446" cy="69971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C1E0133-3176-87EA-D99C-FC1B61BCC416}"/>
                </a:ext>
              </a:extLst>
            </p:cNvPr>
            <p:cNvSpPr/>
            <p:nvPr/>
          </p:nvSpPr>
          <p:spPr>
            <a:xfrm>
              <a:off x="3614010" y="426901"/>
              <a:ext cx="121767" cy="1178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F80D233-D451-179A-91E1-D40665F662CD}"/>
                </a:ext>
              </a:extLst>
            </p:cNvPr>
            <p:cNvSpPr/>
            <p:nvPr/>
          </p:nvSpPr>
          <p:spPr>
            <a:xfrm>
              <a:off x="8540193" y="457628"/>
              <a:ext cx="121767" cy="1178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D4F6EDC-DCA1-3BAB-69FB-CF2AC83DAA8C}"/>
                </a:ext>
              </a:extLst>
            </p:cNvPr>
            <p:cNvSpPr/>
            <p:nvPr/>
          </p:nvSpPr>
          <p:spPr>
            <a:xfrm>
              <a:off x="5507100" y="426901"/>
              <a:ext cx="121767" cy="1178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ED8C87F8-17AC-6505-C501-AFE2C398530D}"/>
                </a:ext>
              </a:extLst>
            </p:cNvPr>
            <p:cNvSpPr/>
            <p:nvPr/>
          </p:nvSpPr>
          <p:spPr>
            <a:xfrm>
              <a:off x="6646379" y="425107"/>
              <a:ext cx="121767" cy="1178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FFC8B855-63CD-81FE-C699-09B334D83AC6}"/>
                </a:ext>
              </a:extLst>
            </p:cNvPr>
            <p:cNvSpPr/>
            <p:nvPr/>
          </p:nvSpPr>
          <p:spPr>
            <a:xfrm>
              <a:off x="4843211" y="528852"/>
              <a:ext cx="2486997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North Balcony</a:t>
              </a:r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9AE5E7DD-AFCE-E637-898D-4ED06BD37B28}"/>
                </a:ext>
              </a:extLst>
            </p:cNvPr>
            <p:cNvGrpSpPr/>
            <p:nvPr/>
          </p:nvGrpSpPr>
          <p:grpSpPr>
            <a:xfrm>
              <a:off x="4943110" y="1048508"/>
              <a:ext cx="2450619" cy="5557635"/>
              <a:chOff x="4943110" y="1048508"/>
              <a:chExt cx="2450619" cy="5557635"/>
            </a:xfrm>
          </p:grpSpPr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BB3D4C72-D5CC-5E71-39F9-288F6487A329}"/>
                  </a:ext>
                </a:extLst>
              </p:cNvPr>
              <p:cNvGrpSpPr/>
              <p:nvPr/>
            </p:nvGrpSpPr>
            <p:grpSpPr>
              <a:xfrm>
                <a:off x="4943110" y="1048508"/>
                <a:ext cx="2450619" cy="5557635"/>
                <a:chOff x="4943110" y="1048508"/>
                <a:chExt cx="2450619" cy="5557635"/>
              </a:xfrm>
            </p:grpSpPr>
            <p:grpSp>
              <p:nvGrpSpPr>
                <p:cNvPr id="120" name="Group 119">
                  <a:extLst>
                    <a:ext uri="{FF2B5EF4-FFF2-40B4-BE49-F238E27FC236}">
                      <a16:creationId xmlns:a16="http://schemas.microsoft.com/office/drawing/2014/main" id="{D0D9B7EF-3169-1BDC-F533-1118CE5B6710}"/>
                    </a:ext>
                  </a:extLst>
                </p:cNvPr>
                <p:cNvGrpSpPr/>
                <p:nvPr/>
              </p:nvGrpSpPr>
              <p:grpSpPr>
                <a:xfrm>
                  <a:off x="4943110" y="1048508"/>
                  <a:ext cx="2450619" cy="5557635"/>
                  <a:chOff x="4943110" y="1048508"/>
                  <a:chExt cx="2450619" cy="5557635"/>
                </a:xfrm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2656480A-1A13-C167-6B12-AA707B4BD687}"/>
                      </a:ext>
                    </a:extLst>
                  </p:cNvPr>
                  <p:cNvGrpSpPr/>
                  <p:nvPr/>
                </p:nvGrpSpPr>
                <p:grpSpPr>
                  <a:xfrm>
                    <a:off x="4943110" y="5620656"/>
                    <a:ext cx="2450619" cy="985487"/>
                    <a:chOff x="4943110" y="5620656"/>
                    <a:chExt cx="2450619" cy="985487"/>
                  </a:xfrm>
                </p:grpSpPr>
                <p:sp>
                  <p:nvSpPr>
                    <p:cNvPr id="31" name="Rectangle 30">
                      <a:extLst>
                        <a:ext uri="{FF2B5EF4-FFF2-40B4-BE49-F238E27FC236}">
                          <a16:creationId xmlns:a16="http://schemas.microsoft.com/office/drawing/2014/main" id="{E00BF4FF-1989-3B77-D6AD-A89B7ECB02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43110" y="5641697"/>
                      <a:ext cx="2450619" cy="96444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1" name="Rectangle 80">
                      <a:extLst>
                        <a:ext uri="{FF2B5EF4-FFF2-40B4-BE49-F238E27FC236}">
                          <a16:creationId xmlns:a16="http://schemas.microsoft.com/office/drawing/2014/main" id="{4695A0FE-061D-AD51-3DF8-F9D0A58084CF}"/>
                        </a:ext>
                      </a:extLst>
                    </p:cNvPr>
                    <p:cNvSpPr/>
                    <p:nvPr/>
                  </p:nvSpPr>
                  <p:spPr>
                    <a:xfrm rot="13125526">
                      <a:off x="6505446" y="5620656"/>
                      <a:ext cx="50327" cy="30715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32" name="Group 31">
                      <a:extLst>
                        <a:ext uri="{FF2B5EF4-FFF2-40B4-BE49-F238E27FC236}">
                          <a16:creationId xmlns:a16="http://schemas.microsoft.com/office/drawing/2014/main" id="{C6556961-B649-D865-8E2D-130049E2D2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67095" y="5893871"/>
                      <a:ext cx="239556" cy="295938"/>
                      <a:chOff x="9076361" y="2963878"/>
                      <a:chExt cx="239556" cy="295938"/>
                    </a:xfrm>
                  </p:grpSpPr>
                  <p:sp>
                    <p:nvSpPr>
                      <p:cNvPr id="33" name="Isosceles Triangle 10">
                        <a:extLst>
                          <a:ext uri="{FF2B5EF4-FFF2-40B4-BE49-F238E27FC236}">
                            <a16:creationId xmlns:a16="http://schemas.microsoft.com/office/drawing/2014/main" id="{2C27A2B9-9214-0E12-B515-A6DEF554C143}"/>
                          </a:ext>
                        </a:extLst>
                      </p:cNvPr>
                      <p:cNvSpPr/>
                      <p:nvPr/>
                    </p:nvSpPr>
                    <p:spPr>
                      <a:xfrm flipH="1" flipV="1">
                        <a:off x="9076361" y="3001836"/>
                        <a:ext cx="239556" cy="257980"/>
                      </a:xfrm>
                      <a:custGeom>
                        <a:avLst/>
                        <a:gdLst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54996 w 154996"/>
                          <a:gd name="connsiteY2" fmla="*/ 132522 h 132522"/>
                          <a:gd name="connsiteX3" fmla="*/ 0 w 154996"/>
                          <a:gd name="connsiteY3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56930 w 154996"/>
                          <a:gd name="connsiteY2" fmla="*/ 45057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54996"/>
                          <a:gd name="connsiteY0" fmla="*/ 132522 h 132522"/>
                          <a:gd name="connsiteX1" fmla="*/ 0 w 154996"/>
                          <a:gd name="connsiteY1" fmla="*/ 0 h 132522"/>
                          <a:gd name="connsiteX2" fmla="*/ 112589 w 154996"/>
                          <a:gd name="connsiteY2" fmla="*/ 18553 h 132522"/>
                          <a:gd name="connsiteX3" fmla="*/ 154996 w 154996"/>
                          <a:gd name="connsiteY3" fmla="*/ 132522 h 132522"/>
                          <a:gd name="connsiteX4" fmla="*/ 0 w 154996"/>
                          <a:gd name="connsiteY4" fmla="*/ 132522 h 132522"/>
                          <a:gd name="connsiteX0" fmla="*/ 0 w 160273"/>
                          <a:gd name="connsiteY0" fmla="*/ 141085 h 141085"/>
                          <a:gd name="connsiteX1" fmla="*/ 0 w 160273"/>
                          <a:gd name="connsiteY1" fmla="*/ 8563 h 141085"/>
                          <a:gd name="connsiteX2" fmla="*/ 112589 w 160273"/>
                          <a:gd name="connsiteY2" fmla="*/ 27116 h 141085"/>
                          <a:gd name="connsiteX3" fmla="*/ 154996 w 160273"/>
                          <a:gd name="connsiteY3" fmla="*/ 141085 h 141085"/>
                          <a:gd name="connsiteX4" fmla="*/ 0 w 160273"/>
                          <a:gd name="connsiteY4" fmla="*/ 141085 h 141085"/>
                          <a:gd name="connsiteX0" fmla="*/ 0 w 158940"/>
                          <a:gd name="connsiteY0" fmla="*/ 138889 h 138889"/>
                          <a:gd name="connsiteX1" fmla="*/ 0 w 158940"/>
                          <a:gd name="connsiteY1" fmla="*/ 6367 h 138889"/>
                          <a:gd name="connsiteX2" fmla="*/ 112589 w 158940"/>
                          <a:gd name="connsiteY2" fmla="*/ 24920 h 138889"/>
                          <a:gd name="connsiteX3" fmla="*/ 154996 w 158940"/>
                          <a:gd name="connsiteY3" fmla="*/ 138889 h 138889"/>
                          <a:gd name="connsiteX4" fmla="*/ 0 w 158940"/>
                          <a:gd name="connsiteY4" fmla="*/ 138889 h 138889"/>
                          <a:gd name="connsiteX0" fmla="*/ 0 w 159464"/>
                          <a:gd name="connsiteY0" fmla="*/ 137644 h 137644"/>
                          <a:gd name="connsiteX1" fmla="*/ 0 w 159464"/>
                          <a:gd name="connsiteY1" fmla="*/ 5122 h 137644"/>
                          <a:gd name="connsiteX2" fmla="*/ 120540 w 159464"/>
                          <a:gd name="connsiteY2" fmla="*/ 34276 h 137644"/>
                          <a:gd name="connsiteX3" fmla="*/ 154996 w 159464"/>
                          <a:gd name="connsiteY3" fmla="*/ 137644 h 137644"/>
                          <a:gd name="connsiteX4" fmla="*/ 0 w 159464"/>
                          <a:gd name="connsiteY4" fmla="*/ 137644 h 137644"/>
                          <a:gd name="connsiteX0" fmla="*/ 0 w 159976"/>
                          <a:gd name="connsiteY0" fmla="*/ 142975 h 142975"/>
                          <a:gd name="connsiteX1" fmla="*/ 0 w 159976"/>
                          <a:gd name="connsiteY1" fmla="*/ 10453 h 142975"/>
                          <a:gd name="connsiteX2" fmla="*/ 71549 w 159976"/>
                          <a:gd name="connsiteY2" fmla="*/ 11882 h 142975"/>
                          <a:gd name="connsiteX3" fmla="*/ 120540 w 159976"/>
                          <a:gd name="connsiteY3" fmla="*/ 39607 h 142975"/>
                          <a:gd name="connsiteX4" fmla="*/ 154996 w 159976"/>
                          <a:gd name="connsiteY4" fmla="*/ 142975 h 142975"/>
                          <a:gd name="connsiteX5" fmla="*/ 0 w 159976"/>
                          <a:gd name="connsiteY5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6133"/>
                          <a:gd name="connsiteY0" fmla="*/ 142975 h 142975"/>
                          <a:gd name="connsiteX1" fmla="*/ 0 w 166133"/>
                          <a:gd name="connsiteY1" fmla="*/ 10453 h 142975"/>
                          <a:gd name="connsiteX2" fmla="*/ 71549 w 166133"/>
                          <a:gd name="connsiteY2" fmla="*/ 11882 h 142975"/>
                          <a:gd name="connsiteX3" fmla="*/ 120540 w 166133"/>
                          <a:gd name="connsiteY3" fmla="*/ 39607 h 142975"/>
                          <a:gd name="connsiteX4" fmla="*/ 150130 w 166133"/>
                          <a:gd name="connsiteY4" fmla="*/ 85700 h 142975"/>
                          <a:gd name="connsiteX5" fmla="*/ 154996 w 166133"/>
                          <a:gd name="connsiteY5" fmla="*/ 142975 h 142975"/>
                          <a:gd name="connsiteX6" fmla="*/ 0 w 166133"/>
                          <a:gd name="connsiteY6" fmla="*/ 142975 h 142975"/>
                          <a:gd name="connsiteX0" fmla="*/ 0 w 167850"/>
                          <a:gd name="connsiteY0" fmla="*/ 142975 h 142975"/>
                          <a:gd name="connsiteX1" fmla="*/ 0 w 167850"/>
                          <a:gd name="connsiteY1" fmla="*/ 10453 h 142975"/>
                          <a:gd name="connsiteX2" fmla="*/ 71549 w 167850"/>
                          <a:gd name="connsiteY2" fmla="*/ 11882 h 142975"/>
                          <a:gd name="connsiteX3" fmla="*/ 120540 w 167850"/>
                          <a:gd name="connsiteY3" fmla="*/ 39607 h 142975"/>
                          <a:gd name="connsiteX4" fmla="*/ 150130 w 167850"/>
                          <a:gd name="connsiteY4" fmla="*/ 85700 h 142975"/>
                          <a:gd name="connsiteX5" fmla="*/ 154996 w 167850"/>
                          <a:gd name="connsiteY5" fmla="*/ 142975 h 142975"/>
                          <a:gd name="connsiteX6" fmla="*/ 0 w 167850"/>
                          <a:gd name="connsiteY6" fmla="*/ 142975 h 142975"/>
                          <a:gd name="connsiteX0" fmla="*/ 0 w 167241"/>
                          <a:gd name="connsiteY0" fmla="*/ 142975 h 142975"/>
                          <a:gd name="connsiteX1" fmla="*/ 0 w 167241"/>
                          <a:gd name="connsiteY1" fmla="*/ 10453 h 142975"/>
                          <a:gd name="connsiteX2" fmla="*/ 71549 w 167241"/>
                          <a:gd name="connsiteY2" fmla="*/ 11882 h 142975"/>
                          <a:gd name="connsiteX3" fmla="*/ 120540 w 167241"/>
                          <a:gd name="connsiteY3" fmla="*/ 39607 h 142975"/>
                          <a:gd name="connsiteX4" fmla="*/ 150130 w 167241"/>
                          <a:gd name="connsiteY4" fmla="*/ 85700 h 142975"/>
                          <a:gd name="connsiteX5" fmla="*/ 154996 w 167241"/>
                          <a:gd name="connsiteY5" fmla="*/ 142975 h 142975"/>
                          <a:gd name="connsiteX6" fmla="*/ 0 w 167241"/>
                          <a:gd name="connsiteY6" fmla="*/ 142975 h 1429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67241" h="142975">
                            <a:moveTo>
                              <a:pt x="0" y="142975"/>
                            </a:moveTo>
                            <a:lnTo>
                              <a:pt x="0" y="10453"/>
                            </a:lnTo>
                            <a:cubicBezTo>
                              <a:pt x="11925" y="-11396"/>
                              <a:pt x="56221" y="7023"/>
                              <a:pt x="71549" y="11882"/>
                            </a:cubicBezTo>
                            <a:cubicBezTo>
                              <a:pt x="86877" y="16741"/>
                              <a:pt x="107443" y="27304"/>
                              <a:pt x="120540" y="39607"/>
                            </a:cubicBezTo>
                            <a:cubicBezTo>
                              <a:pt x="133637" y="51910"/>
                              <a:pt x="139625" y="63710"/>
                              <a:pt x="150130" y="85700"/>
                            </a:cubicBezTo>
                            <a:cubicBezTo>
                              <a:pt x="160635" y="107690"/>
                              <a:pt x="180018" y="133429"/>
                              <a:pt x="154996" y="142975"/>
                            </a:cubicBezTo>
                            <a:lnTo>
                              <a:pt x="0" y="142975"/>
                            </a:lnTo>
                            <a:close/>
                          </a:path>
                        </a:pathLst>
                      </a:custGeom>
                      <a:noFill/>
                      <a:ln w="127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:a16="http://schemas.microsoft.com/office/drawing/2014/main" id="{44175E5D-A997-7AD9-1175-0AC8CF0EC36A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9158183" y="2889241"/>
                        <a:ext cx="75913" cy="225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175"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91" name="Oval 90">
                      <a:extLst>
                        <a:ext uri="{FF2B5EF4-FFF2-40B4-BE49-F238E27FC236}">
                          <a16:creationId xmlns:a16="http://schemas.microsoft.com/office/drawing/2014/main" id="{6F877CBA-02EA-B51C-7358-1EFA78DF0A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79291" y="6380102"/>
                      <a:ext cx="121767" cy="117806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0" name="Oval 89">
                      <a:extLst>
                        <a:ext uri="{FF2B5EF4-FFF2-40B4-BE49-F238E27FC236}">
                          <a16:creationId xmlns:a16="http://schemas.microsoft.com/office/drawing/2014/main" id="{EDFB771C-4154-7F67-E0C6-7E4811AF6D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92224" y="6380102"/>
                      <a:ext cx="121767" cy="117806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9" name="Oval 88">
                      <a:extLst>
                        <a:ext uri="{FF2B5EF4-FFF2-40B4-BE49-F238E27FC236}">
                          <a16:creationId xmlns:a16="http://schemas.microsoft.com/office/drawing/2014/main" id="{ED6579E5-107E-D73A-6CA7-C492CDDD4B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29545" y="6381460"/>
                      <a:ext cx="121767" cy="117806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8" name="Oval 87">
                      <a:extLst>
                        <a:ext uri="{FF2B5EF4-FFF2-40B4-BE49-F238E27FC236}">
                          <a16:creationId xmlns:a16="http://schemas.microsoft.com/office/drawing/2014/main" id="{E82CE378-76AB-EF9E-6860-762671354D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68621" y="6388042"/>
                      <a:ext cx="121767" cy="117806"/>
                    </a:xfrm>
                    <a:prstGeom prst="ellipse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2" name="Rectangle 81">
                      <a:extLst>
                        <a:ext uri="{FF2B5EF4-FFF2-40B4-BE49-F238E27FC236}">
                          <a16:creationId xmlns:a16="http://schemas.microsoft.com/office/drawing/2014/main" id="{544E6D4E-76B4-CACA-E3E5-3CD425CE2AB2}"/>
                        </a:ext>
                      </a:extLst>
                    </p:cNvPr>
                    <p:cNvSpPr/>
                    <p:nvPr/>
                  </p:nvSpPr>
                  <p:spPr>
                    <a:xfrm rot="8088437">
                      <a:off x="5791952" y="5617891"/>
                      <a:ext cx="50327" cy="30715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46449897-96EC-5178-7710-A01D41DE3B5B}"/>
                      </a:ext>
                    </a:extLst>
                  </p:cNvPr>
                  <p:cNvGrpSpPr/>
                  <p:nvPr/>
                </p:nvGrpSpPr>
                <p:grpSpPr>
                  <a:xfrm>
                    <a:off x="5625924" y="1048508"/>
                    <a:ext cx="1759839" cy="4884649"/>
                    <a:chOff x="5625924" y="1048508"/>
                    <a:chExt cx="1759839" cy="4884649"/>
                  </a:xfrm>
                </p:grpSpPr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6D23AB35-FC52-6F91-35FC-F5222BC095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25924" y="1067248"/>
                      <a:ext cx="1759839" cy="4865909"/>
                    </a:xfrm>
                    <a:custGeom>
                      <a:avLst/>
                      <a:gdLst>
                        <a:gd name="connsiteX0" fmla="*/ 0 w 995981"/>
                        <a:gd name="connsiteY0" fmla="*/ 0 h 4882101"/>
                        <a:gd name="connsiteX1" fmla="*/ 995981 w 995981"/>
                        <a:gd name="connsiteY1" fmla="*/ 0 h 4882101"/>
                        <a:gd name="connsiteX2" fmla="*/ 995981 w 995981"/>
                        <a:gd name="connsiteY2" fmla="*/ 4882101 h 4882101"/>
                        <a:gd name="connsiteX3" fmla="*/ 0 w 995981"/>
                        <a:gd name="connsiteY3" fmla="*/ 4882101 h 4882101"/>
                        <a:gd name="connsiteX4" fmla="*/ 0 w 995981"/>
                        <a:gd name="connsiteY4" fmla="*/ 0 h 4882101"/>
                        <a:gd name="connsiteX0" fmla="*/ 0 w 995981"/>
                        <a:gd name="connsiteY0" fmla="*/ 0 h 4882101"/>
                        <a:gd name="connsiteX1" fmla="*/ 995981 w 995981"/>
                        <a:gd name="connsiteY1" fmla="*/ 0 h 4882101"/>
                        <a:gd name="connsiteX2" fmla="*/ 988645 w 995981"/>
                        <a:gd name="connsiteY2" fmla="*/ 2820713 h 4882101"/>
                        <a:gd name="connsiteX3" fmla="*/ 995981 w 995981"/>
                        <a:gd name="connsiteY3" fmla="*/ 4882101 h 4882101"/>
                        <a:gd name="connsiteX4" fmla="*/ 0 w 995981"/>
                        <a:gd name="connsiteY4" fmla="*/ 4882101 h 4882101"/>
                        <a:gd name="connsiteX5" fmla="*/ 0 w 995981"/>
                        <a:gd name="connsiteY5" fmla="*/ 0 h 4882101"/>
                        <a:gd name="connsiteX0" fmla="*/ 0 w 995981"/>
                        <a:gd name="connsiteY0" fmla="*/ 0 h 4882101"/>
                        <a:gd name="connsiteX1" fmla="*/ 995981 w 995981"/>
                        <a:gd name="connsiteY1" fmla="*/ 0 h 4882101"/>
                        <a:gd name="connsiteX2" fmla="*/ 994255 w 995981"/>
                        <a:gd name="connsiteY2" fmla="*/ 3449012 h 4882101"/>
                        <a:gd name="connsiteX3" fmla="*/ 995981 w 995981"/>
                        <a:gd name="connsiteY3" fmla="*/ 4882101 h 4882101"/>
                        <a:gd name="connsiteX4" fmla="*/ 0 w 995981"/>
                        <a:gd name="connsiteY4" fmla="*/ 4882101 h 4882101"/>
                        <a:gd name="connsiteX5" fmla="*/ 0 w 995981"/>
                        <a:gd name="connsiteY5" fmla="*/ 0 h 4882101"/>
                        <a:gd name="connsiteX0" fmla="*/ 0 w 1069247"/>
                        <a:gd name="connsiteY0" fmla="*/ 0 h 4882101"/>
                        <a:gd name="connsiteX1" fmla="*/ 995981 w 1069247"/>
                        <a:gd name="connsiteY1" fmla="*/ 0 h 4882101"/>
                        <a:gd name="connsiteX2" fmla="*/ 994255 w 1069247"/>
                        <a:gd name="connsiteY2" fmla="*/ 2921689 h 4882101"/>
                        <a:gd name="connsiteX3" fmla="*/ 994255 w 1069247"/>
                        <a:gd name="connsiteY3" fmla="*/ 3449012 h 4882101"/>
                        <a:gd name="connsiteX4" fmla="*/ 995981 w 1069247"/>
                        <a:gd name="connsiteY4" fmla="*/ 4882101 h 4882101"/>
                        <a:gd name="connsiteX5" fmla="*/ 0 w 1069247"/>
                        <a:gd name="connsiteY5" fmla="*/ 4882101 h 4882101"/>
                        <a:gd name="connsiteX6" fmla="*/ 0 w 1069247"/>
                        <a:gd name="connsiteY6" fmla="*/ 0 h 4882101"/>
                        <a:gd name="connsiteX0" fmla="*/ 0 w 1745970"/>
                        <a:gd name="connsiteY0" fmla="*/ 0 h 4882101"/>
                        <a:gd name="connsiteX1" fmla="*/ 995981 w 1745970"/>
                        <a:gd name="connsiteY1" fmla="*/ 0 h 4882101"/>
                        <a:gd name="connsiteX2" fmla="*/ 1745970 w 1745970"/>
                        <a:gd name="connsiteY2" fmla="*/ 3420963 h 4882101"/>
                        <a:gd name="connsiteX3" fmla="*/ 994255 w 1745970"/>
                        <a:gd name="connsiteY3" fmla="*/ 3449012 h 4882101"/>
                        <a:gd name="connsiteX4" fmla="*/ 995981 w 1745970"/>
                        <a:gd name="connsiteY4" fmla="*/ 4882101 h 4882101"/>
                        <a:gd name="connsiteX5" fmla="*/ 0 w 1745970"/>
                        <a:gd name="connsiteY5" fmla="*/ 4882101 h 4882101"/>
                        <a:gd name="connsiteX6" fmla="*/ 0 w 1745970"/>
                        <a:gd name="connsiteY6" fmla="*/ 0 h 4882101"/>
                        <a:gd name="connsiteX0" fmla="*/ 0 w 1778417"/>
                        <a:gd name="connsiteY0" fmla="*/ 0 h 4882101"/>
                        <a:gd name="connsiteX1" fmla="*/ 995981 w 1778417"/>
                        <a:gd name="connsiteY1" fmla="*/ 0 h 4882101"/>
                        <a:gd name="connsiteX2" fmla="*/ 1577675 w 1778417"/>
                        <a:gd name="connsiteY2" fmla="*/ 2366318 h 4882101"/>
                        <a:gd name="connsiteX3" fmla="*/ 1745970 w 1778417"/>
                        <a:gd name="connsiteY3" fmla="*/ 3420963 h 4882101"/>
                        <a:gd name="connsiteX4" fmla="*/ 994255 w 1778417"/>
                        <a:gd name="connsiteY4" fmla="*/ 3449012 h 4882101"/>
                        <a:gd name="connsiteX5" fmla="*/ 995981 w 1778417"/>
                        <a:gd name="connsiteY5" fmla="*/ 4882101 h 4882101"/>
                        <a:gd name="connsiteX6" fmla="*/ 0 w 1778417"/>
                        <a:gd name="connsiteY6" fmla="*/ 4882101 h 4882101"/>
                        <a:gd name="connsiteX7" fmla="*/ 0 w 1778417"/>
                        <a:gd name="connsiteY7" fmla="*/ 0 h 4882101"/>
                        <a:gd name="connsiteX0" fmla="*/ 0 w 1752802"/>
                        <a:gd name="connsiteY0" fmla="*/ 0 h 4882101"/>
                        <a:gd name="connsiteX1" fmla="*/ 995981 w 1752802"/>
                        <a:gd name="connsiteY1" fmla="*/ 0 h 4882101"/>
                        <a:gd name="connsiteX2" fmla="*/ 747422 w 1752802"/>
                        <a:gd name="connsiteY2" fmla="*/ 1777287 h 4882101"/>
                        <a:gd name="connsiteX3" fmla="*/ 1745970 w 1752802"/>
                        <a:gd name="connsiteY3" fmla="*/ 3420963 h 4882101"/>
                        <a:gd name="connsiteX4" fmla="*/ 994255 w 1752802"/>
                        <a:gd name="connsiteY4" fmla="*/ 3449012 h 4882101"/>
                        <a:gd name="connsiteX5" fmla="*/ 995981 w 1752802"/>
                        <a:gd name="connsiteY5" fmla="*/ 4882101 h 4882101"/>
                        <a:gd name="connsiteX6" fmla="*/ 0 w 1752802"/>
                        <a:gd name="connsiteY6" fmla="*/ 4882101 h 4882101"/>
                        <a:gd name="connsiteX7" fmla="*/ 0 w 1752802"/>
                        <a:gd name="connsiteY7" fmla="*/ 0 h 4882101"/>
                        <a:gd name="connsiteX0" fmla="*/ 0 w 1748433"/>
                        <a:gd name="connsiteY0" fmla="*/ 0 h 4882101"/>
                        <a:gd name="connsiteX1" fmla="*/ 995981 w 1748433"/>
                        <a:gd name="connsiteY1" fmla="*/ 0 h 4882101"/>
                        <a:gd name="connsiteX2" fmla="*/ 747422 w 1748433"/>
                        <a:gd name="connsiteY2" fmla="*/ 1777287 h 4882101"/>
                        <a:gd name="connsiteX3" fmla="*/ 1218647 w 1748433"/>
                        <a:gd name="connsiteY3" fmla="*/ 2596320 h 4882101"/>
                        <a:gd name="connsiteX4" fmla="*/ 1745970 w 1748433"/>
                        <a:gd name="connsiteY4" fmla="*/ 3420963 h 4882101"/>
                        <a:gd name="connsiteX5" fmla="*/ 994255 w 1748433"/>
                        <a:gd name="connsiteY5" fmla="*/ 3449012 h 4882101"/>
                        <a:gd name="connsiteX6" fmla="*/ 995981 w 1748433"/>
                        <a:gd name="connsiteY6" fmla="*/ 4882101 h 4882101"/>
                        <a:gd name="connsiteX7" fmla="*/ 0 w 1748433"/>
                        <a:gd name="connsiteY7" fmla="*/ 4882101 h 4882101"/>
                        <a:gd name="connsiteX8" fmla="*/ 0 w 1748433"/>
                        <a:gd name="connsiteY8" fmla="*/ 0 h 4882101"/>
                        <a:gd name="connsiteX0" fmla="*/ 0 w 1817730"/>
                        <a:gd name="connsiteY0" fmla="*/ 0 h 4882101"/>
                        <a:gd name="connsiteX1" fmla="*/ 995981 w 1817730"/>
                        <a:gd name="connsiteY1" fmla="*/ 0 h 4882101"/>
                        <a:gd name="connsiteX2" fmla="*/ 747422 w 1817730"/>
                        <a:gd name="connsiteY2" fmla="*/ 1777287 h 4882101"/>
                        <a:gd name="connsiteX3" fmla="*/ 1729140 w 1817730"/>
                        <a:gd name="connsiteY3" fmla="*/ 1743628 h 4882101"/>
                        <a:gd name="connsiteX4" fmla="*/ 1745970 w 1817730"/>
                        <a:gd name="connsiteY4" fmla="*/ 3420963 h 4882101"/>
                        <a:gd name="connsiteX5" fmla="*/ 994255 w 1817730"/>
                        <a:gd name="connsiteY5" fmla="*/ 3449012 h 4882101"/>
                        <a:gd name="connsiteX6" fmla="*/ 995981 w 1817730"/>
                        <a:gd name="connsiteY6" fmla="*/ 4882101 h 4882101"/>
                        <a:gd name="connsiteX7" fmla="*/ 0 w 1817730"/>
                        <a:gd name="connsiteY7" fmla="*/ 4882101 h 4882101"/>
                        <a:gd name="connsiteX8" fmla="*/ 0 w 1817730"/>
                        <a:gd name="connsiteY8" fmla="*/ 0 h 4882101"/>
                        <a:gd name="connsiteX0" fmla="*/ 0 w 1817730"/>
                        <a:gd name="connsiteY0" fmla="*/ 0 h 4882101"/>
                        <a:gd name="connsiteX1" fmla="*/ 995981 w 1817730"/>
                        <a:gd name="connsiteY1" fmla="*/ 0 h 4882101"/>
                        <a:gd name="connsiteX2" fmla="*/ 747422 w 1817730"/>
                        <a:gd name="connsiteY2" fmla="*/ 1777287 h 4882101"/>
                        <a:gd name="connsiteX3" fmla="*/ 1729140 w 1817730"/>
                        <a:gd name="connsiteY3" fmla="*/ 1743628 h 4882101"/>
                        <a:gd name="connsiteX4" fmla="*/ 1745970 w 1817730"/>
                        <a:gd name="connsiteY4" fmla="*/ 3420963 h 4882101"/>
                        <a:gd name="connsiteX5" fmla="*/ 994255 w 1817730"/>
                        <a:gd name="connsiteY5" fmla="*/ 3449012 h 4882101"/>
                        <a:gd name="connsiteX6" fmla="*/ 995981 w 1817730"/>
                        <a:gd name="connsiteY6" fmla="*/ 4882101 h 4882101"/>
                        <a:gd name="connsiteX7" fmla="*/ 0 w 1817730"/>
                        <a:gd name="connsiteY7" fmla="*/ 4882101 h 4882101"/>
                        <a:gd name="connsiteX8" fmla="*/ 0 w 1817730"/>
                        <a:gd name="connsiteY8" fmla="*/ 0 h 4882101"/>
                        <a:gd name="connsiteX0" fmla="*/ 0 w 1762806"/>
                        <a:gd name="connsiteY0" fmla="*/ 0 h 4882101"/>
                        <a:gd name="connsiteX1" fmla="*/ 995981 w 1762806"/>
                        <a:gd name="connsiteY1" fmla="*/ 0 h 4882101"/>
                        <a:gd name="connsiteX2" fmla="*/ 747422 w 1762806"/>
                        <a:gd name="connsiteY2" fmla="*/ 1777287 h 4882101"/>
                        <a:gd name="connsiteX3" fmla="*/ 1729140 w 1762806"/>
                        <a:gd name="connsiteY3" fmla="*/ 1743628 h 4882101"/>
                        <a:gd name="connsiteX4" fmla="*/ 1745970 w 1762806"/>
                        <a:gd name="connsiteY4" fmla="*/ 3420963 h 4882101"/>
                        <a:gd name="connsiteX5" fmla="*/ 994255 w 1762806"/>
                        <a:gd name="connsiteY5" fmla="*/ 3449012 h 4882101"/>
                        <a:gd name="connsiteX6" fmla="*/ 995981 w 1762806"/>
                        <a:gd name="connsiteY6" fmla="*/ 4882101 h 4882101"/>
                        <a:gd name="connsiteX7" fmla="*/ 0 w 1762806"/>
                        <a:gd name="connsiteY7" fmla="*/ 4882101 h 4882101"/>
                        <a:gd name="connsiteX8" fmla="*/ 0 w 1762806"/>
                        <a:gd name="connsiteY8" fmla="*/ 0 h 4882101"/>
                        <a:gd name="connsiteX0" fmla="*/ 0 w 1762806"/>
                        <a:gd name="connsiteY0" fmla="*/ 0 h 4882101"/>
                        <a:gd name="connsiteX1" fmla="*/ 995981 w 1762806"/>
                        <a:gd name="connsiteY1" fmla="*/ 0 h 4882101"/>
                        <a:gd name="connsiteX2" fmla="*/ 747422 w 1762806"/>
                        <a:gd name="connsiteY2" fmla="*/ 1777287 h 4882101"/>
                        <a:gd name="connsiteX3" fmla="*/ 1729140 w 1762806"/>
                        <a:gd name="connsiteY3" fmla="*/ 1743628 h 4882101"/>
                        <a:gd name="connsiteX4" fmla="*/ 1745970 w 1762806"/>
                        <a:gd name="connsiteY4" fmla="*/ 3420963 h 4882101"/>
                        <a:gd name="connsiteX5" fmla="*/ 994255 w 1762806"/>
                        <a:gd name="connsiteY5" fmla="*/ 3449012 h 4882101"/>
                        <a:gd name="connsiteX6" fmla="*/ 995981 w 1762806"/>
                        <a:gd name="connsiteY6" fmla="*/ 4882101 h 4882101"/>
                        <a:gd name="connsiteX7" fmla="*/ 0 w 1762806"/>
                        <a:gd name="connsiteY7" fmla="*/ 4882101 h 4882101"/>
                        <a:gd name="connsiteX8" fmla="*/ 0 w 1762806"/>
                        <a:gd name="connsiteY8" fmla="*/ 0 h 4882101"/>
                        <a:gd name="connsiteX0" fmla="*/ 0 w 1771594"/>
                        <a:gd name="connsiteY0" fmla="*/ 0 h 4882101"/>
                        <a:gd name="connsiteX1" fmla="*/ 995981 w 1771594"/>
                        <a:gd name="connsiteY1" fmla="*/ 0 h 4882101"/>
                        <a:gd name="connsiteX2" fmla="*/ 747422 w 1771594"/>
                        <a:gd name="connsiteY2" fmla="*/ 1777287 h 4882101"/>
                        <a:gd name="connsiteX3" fmla="*/ 1729140 w 1771594"/>
                        <a:gd name="connsiteY3" fmla="*/ 1743628 h 4882101"/>
                        <a:gd name="connsiteX4" fmla="*/ 1757190 w 1771594"/>
                        <a:gd name="connsiteY4" fmla="*/ 3420963 h 4882101"/>
                        <a:gd name="connsiteX5" fmla="*/ 994255 w 1771594"/>
                        <a:gd name="connsiteY5" fmla="*/ 3449012 h 4882101"/>
                        <a:gd name="connsiteX6" fmla="*/ 995981 w 1771594"/>
                        <a:gd name="connsiteY6" fmla="*/ 4882101 h 4882101"/>
                        <a:gd name="connsiteX7" fmla="*/ 0 w 1771594"/>
                        <a:gd name="connsiteY7" fmla="*/ 4882101 h 4882101"/>
                        <a:gd name="connsiteX8" fmla="*/ 0 w 1771594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747422 w 1759839"/>
                        <a:gd name="connsiteY2" fmla="*/ 1777287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0 w 1759839"/>
                        <a:gd name="connsiteY7" fmla="*/ 4882101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747422 w 1759839"/>
                        <a:gd name="connsiteY2" fmla="*/ 1777287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0 w 1759839"/>
                        <a:gd name="connsiteY7" fmla="*/ 4882101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0 w 1759839"/>
                        <a:gd name="connsiteY7" fmla="*/ 4882101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0 w 1759839"/>
                        <a:gd name="connsiteY7" fmla="*/ 4882101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0 w 1759839"/>
                        <a:gd name="connsiteY7" fmla="*/ 4882101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0 w 1759839"/>
                        <a:gd name="connsiteY7" fmla="*/ 4882101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438912 w 1759839"/>
                        <a:gd name="connsiteY7" fmla="*/ 4878776 h 4882101"/>
                        <a:gd name="connsiteX8" fmla="*/ 0 w 1759839"/>
                        <a:gd name="connsiteY8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438912 w 1759839"/>
                        <a:gd name="connsiteY7" fmla="*/ 4878776 h 4882101"/>
                        <a:gd name="connsiteX8" fmla="*/ 411589 w 1759839"/>
                        <a:gd name="connsiteY8" fmla="*/ 4573301 h 4882101"/>
                        <a:gd name="connsiteX9" fmla="*/ 0 w 1759839"/>
                        <a:gd name="connsiteY9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438912 w 1759839"/>
                        <a:gd name="connsiteY7" fmla="*/ 4878776 h 4882101"/>
                        <a:gd name="connsiteX8" fmla="*/ 9253 w 1759839"/>
                        <a:gd name="connsiteY8" fmla="*/ 4550025 h 4882101"/>
                        <a:gd name="connsiteX9" fmla="*/ 0 w 1759839"/>
                        <a:gd name="connsiteY9" fmla="*/ 0 h 4882101"/>
                        <a:gd name="connsiteX0" fmla="*/ 0 w 1759839"/>
                        <a:gd name="connsiteY0" fmla="*/ 0 h 4882101"/>
                        <a:gd name="connsiteX1" fmla="*/ 995981 w 1759839"/>
                        <a:gd name="connsiteY1" fmla="*/ 0 h 4882101"/>
                        <a:gd name="connsiteX2" fmla="*/ 1005474 w 1759839"/>
                        <a:gd name="connsiteY2" fmla="*/ 1715579 h 4882101"/>
                        <a:gd name="connsiteX3" fmla="*/ 1729140 w 1759839"/>
                        <a:gd name="connsiteY3" fmla="*/ 1743628 h 4882101"/>
                        <a:gd name="connsiteX4" fmla="*/ 1757190 w 1759839"/>
                        <a:gd name="connsiteY4" fmla="*/ 3420963 h 4882101"/>
                        <a:gd name="connsiteX5" fmla="*/ 994255 w 1759839"/>
                        <a:gd name="connsiteY5" fmla="*/ 3449012 h 4882101"/>
                        <a:gd name="connsiteX6" fmla="*/ 995981 w 1759839"/>
                        <a:gd name="connsiteY6" fmla="*/ 4882101 h 4882101"/>
                        <a:gd name="connsiteX7" fmla="*/ 325859 w 1759839"/>
                        <a:gd name="connsiteY7" fmla="*/ 4858826 h 4882101"/>
                        <a:gd name="connsiteX8" fmla="*/ 9253 w 1759839"/>
                        <a:gd name="connsiteY8" fmla="*/ 4550025 h 4882101"/>
                        <a:gd name="connsiteX9" fmla="*/ 0 w 1759839"/>
                        <a:gd name="connsiteY9" fmla="*/ 0 h 4882101"/>
                        <a:gd name="connsiteX0" fmla="*/ 0 w 1759839"/>
                        <a:gd name="connsiteY0" fmla="*/ 0 h 4858826"/>
                        <a:gd name="connsiteX1" fmla="*/ 995981 w 1759839"/>
                        <a:gd name="connsiteY1" fmla="*/ 0 h 4858826"/>
                        <a:gd name="connsiteX2" fmla="*/ 1005474 w 1759839"/>
                        <a:gd name="connsiteY2" fmla="*/ 1715579 h 4858826"/>
                        <a:gd name="connsiteX3" fmla="*/ 1729140 w 1759839"/>
                        <a:gd name="connsiteY3" fmla="*/ 1743628 h 4858826"/>
                        <a:gd name="connsiteX4" fmla="*/ 1757190 w 1759839"/>
                        <a:gd name="connsiteY4" fmla="*/ 3420963 h 4858826"/>
                        <a:gd name="connsiteX5" fmla="*/ 994255 w 1759839"/>
                        <a:gd name="connsiteY5" fmla="*/ 3449012 h 4858826"/>
                        <a:gd name="connsiteX6" fmla="*/ 995981 w 1759839"/>
                        <a:gd name="connsiteY6" fmla="*/ 4546267 h 4858826"/>
                        <a:gd name="connsiteX7" fmla="*/ 325859 w 1759839"/>
                        <a:gd name="connsiteY7" fmla="*/ 4858826 h 4858826"/>
                        <a:gd name="connsiteX8" fmla="*/ 9253 w 1759839"/>
                        <a:gd name="connsiteY8" fmla="*/ 4550025 h 4858826"/>
                        <a:gd name="connsiteX9" fmla="*/ 0 w 1759839"/>
                        <a:gd name="connsiteY9" fmla="*/ 0 h 4858826"/>
                        <a:gd name="connsiteX0" fmla="*/ 0 w 1759839"/>
                        <a:gd name="connsiteY0" fmla="*/ 0 h 4858826"/>
                        <a:gd name="connsiteX1" fmla="*/ 995981 w 1759839"/>
                        <a:gd name="connsiteY1" fmla="*/ 0 h 4858826"/>
                        <a:gd name="connsiteX2" fmla="*/ 1005474 w 1759839"/>
                        <a:gd name="connsiteY2" fmla="*/ 1715579 h 4858826"/>
                        <a:gd name="connsiteX3" fmla="*/ 1729140 w 1759839"/>
                        <a:gd name="connsiteY3" fmla="*/ 1743628 h 4858826"/>
                        <a:gd name="connsiteX4" fmla="*/ 1757190 w 1759839"/>
                        <a:gd name="connsiteY4" fmla="*/ 3420963 h 4858826"/>
                        <a:gd name="connsiteX5" fmla="*/ 994255 w 1759839"/>
                        <a:gd name="connsiteY5" fmla="*/ 3449012 h 4858826"/>
                        <a:gd name="connsiteX6" fmla="*/ 995981 w 1759839"/>
                        <a:gd name="connsiteY6" fmla="*/ 4546267 h 4858826"/>
                        <a:gd name="connsiteX7" fmla="*/ 634370 w 1759839"/>
                        <a:gd name="connsiteY7" fmla="*/ 4716280 h 4858826"/>
                        <a:gd name="connsiteX8" fmla="*/ 325859 w 1759839"/>
                        <a:gd name="connsiteY8" fmla="*/ 4858826 h 4858826"/>
                        <a:gd name="connsiteX9" fmla="*/ 9253 w 1759839"/>
                        <a:gd name="connsiteY9" fmla="*/ 4550025 h 4858826"/>
                        <a:gd name="connsiteX10" fmla="*/ 0 w 1759839"/>
                        <a:gd name="connsiteY10" fmla="*/ 0 h 4858826"/>
                        <a:gd name="connsiteX0" fmla="*/ 0 w 1759839"/>
                        <a:gd name="connsiteY0" fmla="*/ 0 h 4862584"/>
                        <a:gd name="connsiteX1" fmla="*/ 995981 w 1759839"/>
                        <a:gd name="connsiteY1" fmla="*/ 0 h 4862584"/>
                        <a:gd name="connsiteX2" fmla="*/ 1005474 w 1759839"/>
                        <a:gd name="connsiteY2" fmla="*/ 1715579 h 4862584"/>
                        <a:gd name="connsiteX3" fmla="*/ 1729140 w 1759839"/>
                        <a:gd name="connsiteY3" fmla="*/ 1743628 h 4862584"/>
                        <a:gd name="connsiteX4" fmla="*/ 1757190 w 1759839"/>
                        <a:gd name="connsiteY4" fmla="*/ 3420963 h 4862584"/>
                        <a:gd name="connsiteX5" fmla="*/ 994255 w 1759839"/>
                        <a:gd name="connsiteY5" fmla="*/ 3449012 h 4862584"/>
                        <a:gd name="connsiteX6" fmla="*/ 995981 w 1759839"/>
                        <a:gd name="connsiteY6" fmla="*/ 4546267 h 4862584"/>
                        <a:gd name="connsiteX7" fmla="*/ 667621 w 1759839"/>
                        <a:gd name="connsiteY7" fmla="*/ 4862584 h 4862584"/>
                        <a:gd name="connsiteX8" fmla="*/ 325859 w 1759839"/>
                        <a:gd name="connsiteY8" fmla="*/ 4858826 h 4862584"/>
                        <a:gd name="connsiteX9" fmla="*/ 9253 w 1759839"/>
                        <a:gd name="connsiteY9" fmla="*/ 4550025 h 4862584"/>
                        <a:gd name="connsiteX10" fmla="*/ 0 w 1759839"/>
                        <a:gd name="connsiteY10" fmla="*/ 0 h 4862584"/>
                        <a:gd name="connsiteX0" fmla="*/ 0 w 1759839"/>
                        <a:gd name="connsiteY0" fmla="*/ 0 h 4865909"/>
                        <a:gd name="connsiteX1" fmla="*/ 995981 w 1759839"/>
                        <a:gd name="connsiteY1" fmla="*/ 0 h 4865909"/>
                        <a:gd name="connsiteX2" fmla="*/ 1005474 w 1759839"/>
                        <a:gd name="connsiteY2" fmla="*/ 1715579 h 4865909"/>
                        <a:gd name="connsiteX3" fmla="*/ 1729140 w 1759839"/>
                        <a:gd name="connsiteY3" fmla="*/ 1743628 h 4865909"/>
                        <a:gd name="connsiteX4" fmla="*/ 1757190 w 1759839"/>
                        <a:gd name="connsiteY4" fmla="*/ 3420963 h 4865909"/>
                        <a:gd name="connsiteX5" fmla="*/ 994255 w 1759839"/>
                        <a:gd name="connsiteY5" fmla="*/ 3449012 h 4865909"/>
                        <a:gd name="connsiteX6" fmla="*/ 995981 w 1759839"/>
                        <a:gd name="connsiteY6" fmla="*/ 4546267 h 4865909"/>
                        <a:gd name="connsiteX7" fmla="*/ 744098 w 1759839"/>
                        <a:gd name="connsiteY7" fmla="*/ 4865909 h 4865909"/>
                        <a:gd name="connsiteX8" fmla="*/ 325859 w 1759839"/>
                        <a:gd name="connsiteY8" fmla="*/ 4858826 h 4865909"/>
                        <a:gd name="connsiteX9" fmla="*/ 9253 w 1759839"/>
                        <a:gd name="connsiteY9" fmla="*/ 4550025 h 4865909"/>
                        <a:gd name="connsiteX10" fmla="*/ 0 w 1759839"/>
                        <a:gd name="connsiteY10" fmla="*/ 0 h 4865909"/>
                        <a:gd name="connsiteX0" fmla="*/ 0 w 1759839"/>
                        <a:gd name="connsiteY0" fmla="*/ 0 h 4865909"/>
                        <a:gd name="connsiteX1" fmla="*/ 995981 w 1759839"/>
                        <a:gd name="connsiteY1" fmla="*/ 0 h 4865909"/>
                        <a:gd name="connsiteX2" fmla="*/ 1020223 w 1759839"/>
                        <a:gd name="connsiteY2" fmla="*/ 1759824 h 4865909"/>
                        <a:gd name="connsiteX3" fmla="*/ 1729140 w 1759839"/>
                        <a:gd name="connsiteY3" fmla="*/ 1743628 h 4865909"/>
                        <a:gd name="connsiteX4" fmla="*/ 1757190 w 1759839"/>
                        <a:gd name="connsiteY4" fmla="*/ 3420963 h 4865909"/>
                        <a:gd name="connsiteX5" fmla="*/ 994255 w 1759839"/>
                        <a:gd name="connsiteY5" fmla="*/ 3449012 h 4865909"/>
                        <a:gd name="connsiteX6" fmla="*/ 995981 w 1759839"/>
                        <a:gd name="connsiteY6" fmla="*/ 4546267 h 4865909"/>
                        <a:gd name="connsiteX7" fmla="*/ 744098 w 1759839"/>
                        <a:gd name="connsiteY7" fmla="*/ 4865909 h 4865909"/>
                        <a:gd name="connsiteX8" fmla="*/ 325859 w 1759839"/>
                        <a:gd name="connsiteY8" fmla="*/ 4858826 h 4865909"/>
                        <a:gd name="connsiteX9" fmla="*/ 9253 w 1759839"/>
                        <a:gd name="connsiteY9" fmla="*/ 4550025 h 4865909"/>
                        <a:gd name="connsiteX10" fmla="*/ 0 w 1759839"/>
                        <a:gd name="connsiteY10" fmla="*/ 0 h 4865909"/>
                        <a:gd name="connsiteX0" fmla="*/ 0 w 1759839"/>
                        <a:gd name="connsiteY0" fmla="*/ 0 h 4865909"/>
                        <a:gd name="connsiteX1" fmla="*/ 995981 w 1759839"/>
                        <a:gd name="connsiteY1" fmla="*/ 0 h 4865909"/>
                        <a:gd name="connsiteX2" fmla="*/ 1020223 w 1759839"/>
                        <a:gd name="connsiteY2" fmla="*/ 1759824 h 4865909"/>
                        <a:gd name="connsiteX3" fmla="*/ 1729140 w 1759839"/>
                        <a:gd name="connsiteY3" fmla="*/ 1743628 h 4865909"/>
                        <a:gd name="connsiteX4" fmla="*/ 1757190 w 1759839"/>
                        <a:gd name="connsiteY4" fmla="*/ 3420963 h 4865909"/>
                        <a:gd name="connsiteX5" fmla="*/ 994255 w 1759839"/>
                        <a:gd name="connsiteY5" fmla="*/ 3449012 h 4865909"/>
                        <a:gd name="connsiteX6" fmla="*/ 995981 w 1759839"/>
                        <a:gd name="connsiteY6" fmla="*/ 4546267 h 4865909"/>
                        <a:gd name="connsiteX7" fmla="*/ 744098 w 1759839"/>
                        <a:gd name="connsiteY7" fmla="*/ 4865909 h 4865909"/>
                        <a:gd name="connsiteX8" fmla="*/ 325859 w 1759839"/>
                        <a:gd name="connsiteY8" fmla="*/ 4858826 h 4865909"/>
                        <a:gd name="connsiteX9" fmla="*/ 9253 w 1759839"/>
                        <a:gd name="connsiteY9" fmla="*/ 4550025 h 4865909"/>
                        <a:gd name="connsiteX10" fmla="*/ 0 w 1759839"/>
                        <a:gd name="connsiteY10" fmla="*/ 0 h 4865909"/>
                        <a:gd name="connsiteX0" fmla="*/ 0 w 1759839"/>
                        <a:gd name="connsiteY0" fmla="*/ 0 h 4865909"/>
                        <a:gd name="connsiteX1" fmla="*/ 995981 w 1759839"/>
                        <a:gd name="connsiteY1" fmla="*/ 0 h 4865909"/>
                        <a:gd name="connsiteX2" fmla="*/ 1020223 w 1759839"/>
                        <a:gd name="connsiteY2" fmla="*/ 1752450 h 4865909"/>
                        <a:gd name="connsiteX3" fmla="*/ 1729140 w 1759839"/>
                        <a:gd name="connsiteY3" fmla="*/ 1743628 h 4865909"/>
                        <a:gd name="connsiteX4" fmla="*/ 1757190 w 1759839"/>
                        <a:gd name="connsiteY4" fmla="*/ 3420963 h 4865909"/>
                        <a:gd name="connsiteX5" fmla="*/ 994255 w 1759839"/>
                        <a:gd name="connsiteY5" fmla="*/ 3449012 h 4865909"/>
                        <a:gd name="connsiteX6" fmla="*/ 995981 w 1759839"/>
                        <a:gd name="connsiteY6" fmla="*/ 4546267 h 4865909"/>
                        <a:gd name="connsiteX7" fmla="*/ 744098 w 1759839"/>
                        <a:gd name="connsiteY7" fmla="*/ 4865909 h 4865909"/>
                        <a:gd name="connsiteX8" fmla="*/ 325859 w 1759839"/>
                        <a:gd name="connsiteY8" fmla="*/ 4858826 h 4865909"/>
                        <a:gd name="connsiteX9" fmla="*/ 9253 w 1759839"/>
                        <a:gd name="connsiteY9" fmla="*/ 4550025 h 4865909"/>
                        <a:gd name="connsiteX10" fmla="*/ 0 w 1759839"/>
                        <a:gd name="connsiteY10" fmla="*/ 0 h 4865909"/>
                        <a:gd name="connsiteX0" fmla="*/ 0 w 1759839"/>
                        <a:gd name="connsiteY0" fmla="*/ 0 h 4865909"/>
                        <a:gd name="connsiteX1" fmla="*/ 995981 w 1759839"/>
                        <a:gd name="connsiteY1" fmla="*/ 0 h 4865909"/>
                        <a:gd name="connsiteX2" fmla="*/ 1020223 w 1759839"/>
                        <a:gd name="connsiteY2" fmla="*/ 1752450 h 4865909"/>
                        <a:gd name="connsiteX3" fmla="*/ 1729140 w 1759839"/>
                        <a:gd name="connsiteY3" fmla="*/ 1743628 h 4865909"/>
                        <a:gd name="connsiteX4" fmla="*/ 1757190 w 1759839"/>
                        <a:gd name="connsiteY4" fmla="*/ 3420963 h 4865909"/>
                        <a:gd name="connsiteX5" fmla="*/ 994255 w 1759839"/>
                        <a:gd name="connsiteY5" fmla="*/ 3449012 h 4865909"/>
                        <a:gd name="connsiteX6" fmla="*/ 995981 w 1759839"/>
                        <a:gd name="connsiteY6" fmla="*/ 4546267 h 4865909"/>
                        <a:gd name="connsiteX7" fmla="*/ 744098 w 1759839"/>
                        <a:gd name="connsiteY7" fmla="*/ 4865909 h 4865909"/>
                        <a:gd name="connsiteX8" fmla="*/ 325859 w 1759839"/>
                        <a:gd name="connsiteY8" fmla="*/ 4858826 h 4865909"/>
                        <a:gd name="connsiteX9" fmla="*/ 9253 w 1759839"/>
                        <a:gd name="connsiteY9" fmla="*/ 4550025 h 4865909"/>
                        <a:gd name="connsiteX10" fmla="*/ 0 w 1759839"/>
                        <a:gd name="connsiteY10" fmla="*/ 0 h 48659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759839" h="4865909">
                          <a:moveTo>
                            <a:pt x="0" y="0"/>
                          </a:moveTo>
                          <a:lnTo>
                            <a:pt x="995981" y="0"/>
                          </a:lnTo>
                          <a:cubicBezTo>
                            <a:pt x="995963" y="573680"/>
                            <a:pt x="1018007" y="1217713"/>
                            <a:pt x="1020223" y="1752450"/>
                          </a:cubicBezTo>
                          <a:cubicBezTo>
                            <a:pt x="1473907" y="1746156"/>
                            <a:pt x="1394420" y="1727733"/>
                            <a:pt x="1729140" y="1743628"/>
                          </a:cubicBezTo>
                          <a:cubicBezTo>
                            <a:pt x="1749710" y="2084892"/>
                            <a:pt x="1766540" y="3065675"/>
                            <a:pt x="1757190" y="3420963"/>
                          </a:cubicBezTo>
                          <a:cubicBezTo>
                            <a:pt x="1377592" y="3439662"/>
                            <a:pt x="1369824" y="3442036"/>
                            <a:pt x="994255" y="3449012"/>
                          </a:cubicBezTo>
                          <a:cubicBezTo>
                            <a:pt x="996700" y="4136141"/>
                            <a:pt x="993536" y="3859138"/>
                            <a:pt x="995981" y="4546267"/>
                          </a:cubicBezTo>
                          <a:lnTo>
                            <a:pt x="744098" y="4865909"/>
                          </a:lnTo>
                          <a:lnTo>
                            <a:pt x="325859" y="4858826"/>
                          </a:lnTo>
                          <a:lnTo>
                            <a:pt x="9253" y="4550025"/>
                          </a:lnTo>
                          <a:cubicBezTo>
                            <a:pt x="6169" y="3033350"/>
                            <a:pt x="3084" y="1516675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8" name="Rectangle 107">
                      <a:extLst>
                        <a:ext uri="{FF2B5EF4-FFF2-40B4-BE49-F238E27FC236}">
                          <a16:creationId xmlns:a16="http://schemas.microsoft.com/office/drawing/2014/main" id="{6033DC14-EED1-AA74-C87F-3CD42B9F89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4583" y="2866683"/>
                      <a:ext cx="1244710" cy="830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91440" tIns="45720" rIns="91440" bIns="45720">
                      <a:spAutoFit/>
                    </a:bodyPr>
                    <a:lstStyle/>
                    <a:p>
                      <a:pPr algn="ctr"/>
                      <a:r>
                        <a:rPr lang="en-US" sz="24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Upstairs Hall</a:t>
                      </a:r>
                    </a:p>
                  </p:txBody>
                </p:sp>
                <p:grpSp>
                  <p:nvGrpSpPr>
                    <p:cNvPr id="13" name="Group 12">
                      <a:extLst>
                        <a:ext uri="{FF2B5EF4-FFF2-40B4-BE49-F238E27FC236}">
                          <a16:creationId xmlns:a16="http://schemas.microsoft.com/office/drawing/2014/main" id="{7FDCB480-35AC-85D9-6C32-0C5E7DECE33F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5909827" y="1048508"/>
                      <a:ext cx="465051" cy="298386"/>
                      <a:chOff x="656321" y="2822285"/>
                      <a:chExt cx="465051" cy="298386"/>
                    </a:xfrm>
                  </p:grpSpPr>
                  <p:grpSp>
                    <p:nvGrpSpPr>
                      <p:cNvPr id="14" name="Group 13">
                        <a:extLst>
                          <a:ext uri="{FF2B5EF4-FFF2-40B4-BE49-F238E27FC236}">
                            <a16:creationId xmlns:a16="http://schemas.microsoft.com/office/drawing/2014/main" id="{5FFAECD4-8E7A-F8AB-3A6B-2ACD1B55A942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0800000" flipH="1">
                        <a:off x="881816" y="2822285"/>
                        <a:ext cx="239556" cy="295938"/>
                        <a:chOff x="9076361" y="2963878"/>
                        <a:chExt cx="239556" cy="295938"/>
                      </a:xfrm>
                    </p:grpSpPr>
                    <p:sp>
                      <p:nvSpPr>
                        <p:cNvPr id="18" name="Isosceles Triangle 10">
                          <a:extLst>
                            <a:ext uri="{FF2B5EF4-FFF2-40B4-BE49-F238E27FC236}">
                              <a16:creationId xmlns:a16="http://schemas.microsoft.com/office/drawing/2014/main" id="{A534A668-2D88-3AFB-3BCB-AF07F1CFCD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 flipV="1">
                          <a:off x="9076361" y="3001836"/>
                          <a:ext cx="239556" cy="257980"/>
                        </a:xfrm>
                        <a:custGeom>
                          <a:avLst/>
                          <a:gdLst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54996 w 154996"/>
                            <a:gd name="connsiteY2" fmla="*/ 132522 h 132522"/>
                            <a:gd name="connsiteX3" fmla="*/ 0 w 154996"/>
                            <a:gd name="connsiteY3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56930 w 154996"/>
                            <a:gd name="connsiteY2" fmla="*/ 45057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12589 w 154996"/>
                            <a:gd name="connsiteY2" fmla="*/ 18553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60273"/>
                            <a:gd name="connsiteY0" fmla="*/ 141085 h 141085"/>
                            <a:gd name="connsiteX1" fmla="*/ 0 w 160273"/>
                            <a:gd name="connsiteY1" fmla="*/ 8563 h 141085"/>
                            <a:gd name="connsiteX2" fmla="*/ 112589 w 160273"/>
                            <a:gd name="connsiteY2" fmla="*/ 27116 h 141085"/>
                            <a:gd name="connsiteX3" fmla="*/ 154996 w 160273"/>
                            <a:gd name="connsiteY3" fmla="*/ 141085 h 141085"/>
                            <a:gd name="connsiteX4" fmla="*/ 0 w 160273"/>
                            <a:gd name="connsiteY4" fmla="*/ 141085 h 141085"/>
                            <a:gd name="connsiteX0" fmla="*/ 0 w 158940"/>
                            <a:gd name="connsiteY0" fmla="*/ 138889 h 138889"/>
                            <a:gd name="connsiteX1" fmla="*/ 0 w 158940"/>
                            <a:gd name="connsiteY1" fmla="*/ 6367 h 138889"/>
                            <a:gd name="connsiteX2" fmla="*/ 112589 w 158940"/>
                            <a:gd name="connsiteY2" fmla="*/ 24920 h 138889"/>
                            <a:gd name="connsiteX3" fmla="*/ 154996 w 158940"/>
                            <a:gd name="connsiteY3" fmla="*/ 138889 h 138889"/>
                            <a:gd name="connsiteX4" fmla="*/ 0 w 158940"/>
                            <a:gd name="connsiteY4" fmla="*/ 138889 h 138889"/>
                            <a:gd name="connsiteX0" fmla="*/ 0 w 159464"/>
                            <a:gd name="connsiteY0" fmla="*/ 137644 h 137644"/>
                            <a:gd name="connsiteX1" fmla="*/ 0 w 159464"/>
                            <a:gd name="connsiteY1" fmla="*/ 5122 h 137644"/>
                            <a:gd name="connsiteX2" fmla="*/ 120540 w 159464"/>
                            <a:gd name="connsiteY2" fmla="*/ 34276 h 137644"/>
                            <a:gd name="connsiteX3" fmla="*/ 154996 w 159464"/>
                            <a:gd name="connsiteY3" fmla="*/ 137644 h 137644"/>
                            <a:gd name="connsiteX4" fmla="*/ 0 w 159464"/>
                            <a:gd name="connsiteY4" fmla="*/ 137644 h 137644"/>
                            <a:gd name="connsiteX0" fmla="*/ 0 w 159976"/>
                            <a:gd name="connsiteY0" fmla="*/ 142975 h 142975"/>
                            <a:gd name="connsiteX1" fmla="*/ 0 w 159976"/>
                            <a:gd name="connsiteY1" fmla="*/ 10453 h 142975"/>
                            <a:gd name="connsiteX2" fmla="*/ 71549 w 159976"/>
                            <a:gd name="connsiteY2" fmla="*/ 11882 h 142975"/>
                            <a:gd name="connsiteX3" fmla="*/ 120540 w 159976"/>
                            <a:gd name="connsiteY3" fmla="*/ 39607 h 142975"/>
                            <a:gd name="connsiteX4" fmla="*/ 154996 w 159976"/>
                            <a:gd name="connsiteY4" fmla="*/ 142975 h 142975"/>
                            <a:gd name="connsiteX5" fmla="*/ 0 w 159976"/>
                            <a:gd name="connsiteY5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7850"/>
                            <a:gd name="connsiteY0" fmla="*/ 142975 h 142975"/>
                            <a:gd name="connsiteX1" fmla="*/ 0 w 167850"/>
                            <a:gd name="connsiteY1" fmla="*/ 10453 h 142975"/>
                            <a:gd name="connsiteX2" fmla="*/ 71549 w 167850"/>
                            <a:gd name="connsiteY2" fmla="*/ 11882 h 142975"/>
                            <a:gd name="connsiteX3" fmla="*/ 120540 w 167850"/>
                            <a:gd name="connsiteY3" fmla="*/ 39607 h 142975"/>
                            <a:gd name="connsiteX4" fmla="*/ 150130 w 167850"/>
                            <a:gd name="connsiteY4" fmla="*/ 85700 h 142975"/>
                            <a:gd name="connsiteX5" fmla="*/ 154996 w 167850"/>
                            <a:gd name="connsiteY5" fmla="*/ 142975 h 142975"/>
                            <a:gd name="connsiteX6" fmla="*/ 0 w 167850"/>
                            <a:gd name="connsiteY6" fmla="*/ 142975 h 142975"/>
                            <a:gd name="connsiteX0" fmla="*/ 0 w 167241"/>
                            <a:gd name="connsiteY0" fmla="*/ 142975 h 142975"/>
                            <a:gd name="connsiteX1" fmla="*/ 0 w 167241"/>
                            <a:gd name="connsiteY1" fmla="*/ 10453 h 142975"/>
                            <a:gd name="connsiteX2" fmla="*/ 71549 w 167241"/>
                            <a:gd name="connsiteY2" fmla="*/ 11882 h 142975"/>
                            <a:gd name="connsiteX3" fmla="*/ 120540 w 167241"/>
                            <a:gd name="connsiteY3" fmla="*/ 39607 h 142975"/>
                            <a:gd name="connsiteX4" fmla="*/ 150130 w 167241"/>
                            <a:gd name="connsiteY4" fmla="*/ 85700 h 142975"/>
                            <a:gd name="connsiteX5" fmla="*/ 154996 w 167241"/>
                            <a:gd name="connsiteY5" fmla="*/ 142975 h 142975"/>
                            <a:gd name="connsiteX6" fmla="*/ 0 w 167241"/>
                            <a:gd name="connsiteY6" fmla="*/ 142975 h 14297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7241" h="142975">
                              <a:moveTo>
                                <a:pt x="0" y="142975"/>
                              </a:moveTo>
                              <a:lnTo>
                                <a:pt x="0" y="10453"/>
                              </a:lnTo>
                              <a:cubicBezTo>
                                <a:pt x="11925" y="-11396"/>
                                <a:pt x="56221" y="7023"/>
                                <a:pt x="71549" y="11882"/>
                              </a:cubicBezTo>
                              <a:cubicBezTo>
                                <a:pt x="86877" y="16741"/>
                                <a:pt x="107443" y="27304"/>
                                <a:pt x="120540" y="39607"/>
                              </a:cubicBezTo>
                              <a:cubicBezTo>
                                <a:pt x="133637" y="51910"/>
                                <a:pt x="139625" y="63710"/>
                                <a:pt x="150130" y="85700"/>
                              </a:cubicBezTo>
                              <a:cubicBezTo>
                                <a:pt x="160635" y="107690"/>
                                <a:pt x="180018" y="133429"/>
                                <a:pt x="154996" y="142975"/>
                              </a:cubicBezTo>
                              <a:lnTo>
                                <a:pt x="0" y="142975"/>
                              </a:lnTo>
                              <a:close/>
                            </a:path>
                          </a:pathLst>
                        </a:custGeom>
                        <a:noFill/>
                        <a:ln w="127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9" name="Rectangle 18">
                          <a:extLst>
                            <a:ext uri="{FF2B5EF4-FFF2-40B4-BE49-F238E27FC236}">
                              <a16:creationId xmlns:a16="http://schemas.microsoft.com/office/drawing/2014/main" id="{85F83EDA-91D8-FC70-7176-7FA5240A1C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9158183" y="2889241"/>
                          <a:ext cx="75913" cy="22518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" name="Group 14">
                        <a:extLst>
                          <a:ext uri="{FF2B5EF4-FFF2-40B4-BE49-F238E27FC236}">
                            <a16:creationId xmlns:a16="http://schemas.microsoft.com/office/drawing/2014/main" id="{95010990-7A22-CCF5-F3F8-45DC08067DF9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0800000">
                        <a:off x="656321" y="2824733"/>
                        <a:ext cx="239556" cy="295938"/>
                        <a:chOff x="9076361" y="2963878"/>
                        <a:chExt cx="239556" cy="295938"/>
                      </a:xfrm>
                    </p:grpSpPr>
                    <p:sp>
                      <p:nvSpPr>
                        <p:cNvPr id="16" name="Isosceles Triangle 10">
                          <a:extLst>
                            <a:ext uri="{FF2B5EF4-FFF2-40B4-BE49-F238E27FC236}">
                              <a16:creationId xmlns:a16="http://schemas.microsoft.com/office/drawing/2014/main" id="{833717C9-C6F2-86A2-E493-3B354E0FBED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 flipV="1">
                          <a:off x="9076361" y="3001836"/>
                          <a:ext cx="239556" cy="257980"/>
                        </a:xfrm>
                        <a:custGeom>
                          <a:avLst/>
                          <a:gdLst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54996 w 154996"/>
                            <a:gd name="connsiteY2" fmla="*/ 132522 h 132522"/>
                            <a:gd name="connsiteX3" fmla="*/ 0 w 154996"/>
                            <a:gd name="connsiteY3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56930 w 154996"/>
                            <a:gd name="connsiteY2" fmla="*/ 45057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54996"/>
                            <a:gd name="connsiteY0" fmla="*/ 132522 h 132522"/>
                            <a:gd name="connsiteX1" fmla="*/ 0 w 154996"/>
                            <a:gd name="connsiteY1" fmla="*/ 0 h 132522"/>
                            <a:gd name="connsiteX2" fmla="*/ 112589 w 154996"/>
                            <a:gd name="connsiteY2" fmla="*/ 18553 h 132522"/>
                            <a:gd name="connsiteX3" fmla="*/ 154996 w 154996"/>
                            <a:gd name="connsiteY3" fmla="*/ 132522 h 132522"/>
                            <a:gd name="connsiteX4" fmla="*/ 0 w 154996"/>
                            <a:gd name="connsiteY4" fmla="*/ 132522 h 132522"/>
                            <a:gd name="connsiteX0" fmla="*/ 0 w 160273"/>
                            <a:gd name="connsiteY0" fmla="*/ 141085 h 141085"/>
                            <a:gd name="connsiteX1" fmla="*/ 0 w 160273"/>
                            <a:gd name="connsiteY1" fmla="*/ 8563 h 141085"/>
                            <a:gd name="connsiteX2" fmla="*/ 112589 w 160273"/>
                            <a:gd name="connsiteY2" fmla="*/ 27116 h 141085"/>
                            <a:gd name="connsiteX3" fmla="*/ 154996 w 160273"/>
                            <a:gd name="connsiteY3" fmla="*/ 141085 h 141085"/>
                            <a:gd name="connsiteX4" fmla="*/ 0 w 160273"/>
                            <a:gd name="connsiteY4" fmla="*/ 141085 h 141085"/>
                            <a:gd name="connsiteX0" fmla="*/ 0 w 158940"/>
                            <a:gd name="connsiteY0" fmla="*/ 138889 h 138889"/>
                            <a:gd name="connsiteX1" fmla="*/ 0 w 158940"/>
                            <a:gd name="connsiteY1" fmla="*/ 6367 h 138889"/>
                            <a:gd name="connsiteX2" fmla="*/ 112589 w 158940"/>
                            <a:gd name="connsiteY2" fmla="*/ 24920 h 138889"/>
                            <a:gd name="connsiteX3" fmla="*/ 154996 w 158940"/>
                            <a:gd name="connsiteY3" fmla="*/ 138889 h 138889"/>
                            <a:gd name="connsiteX4" fmla="*/ 0 w 158940"/>
                            <a:gd name="connsiteY4" fmla="*/ 138889 h 138889"/>
                            <a:gd name="connsiteX0" fmla="*/ 0 w 159464"/>
                            <a:gd name="connsiteY0" fmla="*/ 137644 h 137644"/>
                            <a:gd name="connsiteX1" fmla="*/ 0 w 159464"/>
                            <a:gd name="connsiteY1" fmla="*/ 5122 h 137644"/>
                            <a:gd name="connsiteX2" fmla="*/ 120540 w 159464"/>
                            <a:gd name="connsiteY2" fmla="*/ 34276 h 137644"/>
                            <a:gd name="connsiteX3" fmla="*/ 154996 w 159464"/>
                            <a:gd name="connsiteY3" fmla="*/ 137644 h 137644"/>
                            <a:gd name="connsiteX4" fmla="*/ 0 w 159464"/>
                            <a:gd name="connsiteY4" fmla="*/ 137644 h 137644"/>
                            <a:gd name="connsiteX0" fmla="*/ 0 w 159976"/>
                            <a:gd name="connsiteY0" fmla="*/ 142975 h 142975"/>
                            <a:gd name="connsiteX1" fmla="*/ 0 w 159976"/>
                            <a:gd name="connsiteY1" fmla="*/ 10453 h 142975"/>
                            <a:gd name="connsiteX2" fmla="*/ 71549 w 159976"/>
                            <a:gd name="connsiteY2" fmla="*/ 11882 h 142975"/>
                            <a:gd name="connsiteX3" fmla="*/ 120540 w 159976"/>
                            <a:gd name="connsiteY3" fmla="*/ 39607 h 142975"/>
                            <a:gd name="connsiteX4" fmla="*/ 154996 w 159976"/>
                            <a:gd name="connsiteY4" fmla="*/ 142975 h 142975"/>
                            <a:gd name="connsiteX5" fmla="*/ 0 w 159976"/>
                            <a:gd name="connsiteY5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6133"/>
                            <a:gd name="connsiteY0" fmla="*/ 142975 h 142975"/>
                            <a:gd name="connsiteX1" fmla="*/ 0 w 166133"/>
                            <a:gd name="connsiteY1" fmla="*/ 10453 h 142975"/>
                            <a:gd name="connsiteX2" fmla="*/ 71549 w 166133"/>
                            <a:gd name="connsiteY2" fmla="*/ 11882 h 142975"/>
                            <a:gd name="connsiteX3" fmla="*/ 120540 w 166133"/>
                            <a:gd name="connsiteY3" fmla="*/ 39607 h 142975"/>
                            <a:gd name="connsiteX4" fmla="*/ 150130 w 166133"/>
                            <a:gd name="connsiteY4" fmla="*/ 85700 h 142975"/>
                            <a:gd name="connsiteX5" fmla="*/ 154996 w 166133"/>
                            <a:gd name="connsiteY5" fmla="*/ 142975 h 142975"/>
                            <a:gd name="connsiteX6" fmla="*/ 0 w 166133"/>
                            <a:gd name="connsiteY6" fmla="*/ 142975 h 142975"/>
                            <a:gd name="connsiteX0" fmla="*/ 0 w 167850"/>
                            <a:gd name="connsiteY0" fmla="*/ 142975 h 142975"/>
                            <a:gd name="connsiteX1" fmla="*/ 0 w 167850"/>
                            <a:gd name="connsiteY1" fmla="*/ 10453 h 142975"/>
                            <a:gd name="connsiteX2" fmla="*/ 71549 w 167850"/>
                            <a:gd name="connsiteY2" fmla="*/ 11882 h 142975"/>
                            <a:gd name="connsiteX3" fmla="*/ 120540 w 167850"/>
                            <a:gd name="connsiteY3" fmla="*/ 39607 h 142975"/>
                            <a:gd name="connsiteX4" fmla="*/ 150130 w 167850"/>
                            <a:gd name="connsiteY4" fmla="*/ 85700 h 142975"/>
                            <a:gd name="connsiteX5" fmla="*/ 154996 w 167850"/>
                            <a:gd name="connsiteY5" fmla="*/ 142975 h 142975"/>
                            <a:gd name="connsiteX6" fmla="*/ 0 w 167850"/>
                            <a:gd name="connsiteY6" fmla="*/ 142975 h 142975"/>
                            <a:gd name="connsiteX0" fmla="*/ 0 w 167241"/>
                            <a:gd name="connsiteY0" fmla="*/ 142975 h 142975"/>
                            <a:gd name="connsiteX1" fmla="*/ 0 w 167241"/>
                            <a:gd name="connsiteY1" fmla="*/ 10453 h 142975"/>
                            <a:gd name="connsiteX2" fmla="*/ 71549 w 167241"/>
                            <a:gd name="connsiteY2" fmla="*/ 11882 h 142975"/>
                            <a:gd name="connsiteX3" fmla="*/ 120540 w 167241"/>
                            <a:gd name="connsiteY3" fmla="*/ 39607 h 142975"/>
                            <a:gd name="connsiteX4" fmla="*/ 150130 w 167241"/>
                            <a:gd name="connsiteY4" fmla="*/ 85700 h 142975"/>
                            <a:gd name="connsiteX5" fmla="*/ 154996 w 167241"/>
                            <a:gd name="connsiteY5" fmla="*/ 142975 h 142975"/>
                            <a:gd name="connsiteX6" fmla="*/ 0 w 167241"/>
                            <a:gd name="connsiteY6" fmla="*/ 142975 h 142975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7241" h="142975">
                              <a:moveTo>
                                <a:pt x="0" y="142975"/>
                              </a:moveTo>
                              <a:lnTo>
                                <a:pt x="0" y="10453"/>
                              </a:lnTo>
                              <a:cubicBezTo>
                                <a:pt x="11925" y="-11396"/>
                                <a:pt x="56221" y="7023"/>
                                <a:pt x="71549" y="11882"/>
                              </a:cubicBezTo>
                              <a:cubicBezTo>
                                <a:pt x="86877" y="16741"/>
                                <a:pt x="107443" y="27304"/>
                                <a:pt x="120540" y="39607"/>
                              </a:cubicBezTo>
                              <a:cubicBezTo>
                                <a:pt x="133637" y="51910"/>
                                <a:pt x="139625" y="63710"/>
                                <a:pt x="150130" y="85700"/>
                              </a:cubicBezTo>
                              <a:cubicBezTo>
                                <a:pt x="160635" y="107690"/>
                                <a:pt x="180018" y="133429"/>
                                <a:pt x="154996" y="142975"/>
                              </a:cubicBezTo>
                              <a:lnTo>
                                <a:pt x="0" y="142975"/>
                              </a:lnTo>
                              <a:close/>
                            </a:path>
                          </a:pathLst>
                        </a:custGeom>
                        <a:noFill/>
                        <a:ln w="127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17" name="Rectangle 16">
                          <a:extLst>
                            <a:ext uri="{FF2B5EF4-FFF2-40B4-BE49-F238E27FC236}">
                              <a16:creationId xmlns:a16="http://schemas.microsoft.com/office/drawing/2014/main" id="{EFA06306-5983-D8F0-EF31-69F8ABE9011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6200000">
                          <a:off x="9158183" y="2889241"/>
                          <a:ext cx="75913" cy="22518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175"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AD434B40-1966-5391-4E85-B752B2115438}"/>
                    </a:ext>
                  </a:extLst>
                </p:cNvPr>
                <p:cNvSpPr/>
                <p:nvPr/>
              </p:nvSpPr>
              <p:spPr>
                <a:xfrm rot="18877311">
                  <a:off x="5798906" y="5600120"/>
                  <a:ext cx="49650" cy="361211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11C55F25-3A3F-32C8-964D-63B6BCECF04F}"/>
                    </a:ext>
                  </a:extLst>
                </p:cNvPr>
                <p:cNvSpPr/>
                <p:nvPr/>
              </p:nvSpPr>
              <p:spPr>
                <a:xfrm rot="2434037">
                  <a:off x="6502586" y="5592185"/>
                  <a:ext cx="65078" cy="361986"/>
                </a:xfrm>
                <a:prstGeom prst="rect">
                  <a:avLst/>
                </a:prstGeom>
                <a:solidFill>
                  <a:schemeClr val="bg1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138BBE4A-0034-E829-C0B7-B406E5D64B5F}"/>
                  </a:ext>
                </a:extLst>
              </p:cNvPr>
              <p:cNvSpPr/>
              <p:nvPr/>
            </p:nvSpPr>
            <p:spPr>
              <a:xfrm rot="5400000">
                <a:off x="6109236" y="5818026"/>
                <a:ext cx="135628" cy="2006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2C65CA6-5973-863F-A684-05A632820616}"/>
              </a:ext>
            </a:extLst>
          </p:cNvPr>
          <p:cNvGrpSpPr/>
          <p:nvPr/>
        </p:nvGrpSpPr>
        <p:grpSpPr>
          <a:xfrm>
            <a:off x="4070612" y="2902860"/>
            <a:ext cx="1652305" cy="830997"/>
            <a:chOff x="4070612" y="2902860"/>
            <a:chExt cx="1652305" cy="83099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E8D986C-5470-267F-7985-5371B43891FB}"/>
                </a:ext>
              </a:extLst>
            </p:cNvPr>
            <p:cNvSpPr/>
            <p:nvPr/>
          </p:nvSpPr>
          <p:spPr>
            <a:xfrm>
              <a:off x="4070612" y="2948894"/>
              <a:ext cx="1582308" cy="73005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BCB6B54-7699-D3EA-E00F-B158A9D98258}"/>
                </a:ext>
              </a:extLst>
            </p:cNvPr>
            <p:cNvSpPr/>
            <p:nvPr/>
          </p:nvSpPr>
          <p:spPr>
            <a:xfrm>
              <a:off x="4317277" y="2902860"/>
              <a:ext cx="1048653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Linen Closet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EFF950C-C0A9-9032-6191-0185B07BC95B}"/>
                </a:ext>
              </a:extLst>
            </p:cNvPr>
            <p:cNvGrpSpPr/>
            <p:nvPr/>
          </p:nvGrpSpPr>
          <p:grpSpPr>
            <a:xfrm rot="5400000">
              <a:off x="5455170" y="3222915"/>
              <a:ext cx="239556" cy="295938"/>
              <a:chOff x="9076361" y="2963878"/>
              <a:chExt cx="239556" cy="295938"/>
            </a:xfrm>
          </p:grpSpPr>
          <p:sp>
            <p:nvSpPr>
              <p:cNvPr id="43" name="Isosceles Triangle 10">
                <a:extLst>
                  <a:ext uri="{FF2B5EF4-FFF2-40B4-BE49-F238E27FC236}">
                    <a16:creationId xmlns:a16="http://schemas.microsoft.com/office/drawing/2014/main" id="{E9BF0EB9-A56A-0356-C04A-32288F8A59D3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F94A91A-8C28-37ED-E474-47064CC92B45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EE4217C-657B-EDA7-25BF-A8A50410DC32}"/>
              </a:ext>
            </a:extLst>
          </p:cNvPr>
          <p:cNvGrpSpPr/>
          <p:nvPr/>
        </p:nvGrpSpPr>
        <p:grpSpPr>
          <a:xfrm>
            <a:off x="2820691" y="1046059"/>
            <a:ext cx="2874298" cy="1942472"/>
            <a:chOff x="2820691" y="1046059"/>
            <a:chExt cx="2874298" cy="194247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697D50-7F6C-5507-2576-11DBE0F06B5F}"/>
                </a:ext>
              </a:extLst>
            </p:cNvPr>
            <p:cNvSpPr/>
            <p:nvPr/>
          </p:nvSpPr>
          <p:spPr>
            <a:xfrm>
              <a:off x="2871746" y="1089329"/>
              <a:ext cx="2781631" cy="186241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4576052-ADF6-3FE7-C710-AC3BAA75A3C2}"/>
                </a:ext>
              </a:extLst>
            </p:cNvPr>
            <p:cNvGrpSpPr/>
            <p:nvPr/>
          </p:nvGrpSpPr>
          <p:grpSpPr>
            <a:xfrm rot="10800000">
              <a:off x="3311469" y="2692593"/>
              <a:ext cx="239556" cy="295938"/>
              <a:chOff x="9076361" y="2963878"/>
              <a:chExt cx="239556" cy="295938"/>
            </a:xfrm>
          </p:grpSpPr>
          <p:sp>
            <p:nvSpPr>
              <p:cNvPr id="49" name="Isosceles Triangle 10">
                <a:extLst>
                  <a:ext uri="{FF2B5EF4-FFF2-40B4-BE49-F238E27FC236}">
                    <a16:creationId xmlns:a16="http://schemas.microsoft.com/office/drawing/2014/main" id="{C69CD4BE-6BCF-4EE0-80E6-329CFDB467E8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AC3FA63-37A5-0D2F-D1B4-3AF223E333F8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B238662-18BF-DCD2-5C1A-3E634101A8C6}"/>
                </a:ext>
              </a:extLst>
            </p:cNvPr>
            <p:cNvGrpSpPr/>
            <p:nvPr/>
          </p:nvGrpSpPr>
          <p:grpSpPr>
            <a:xfrm rot="10800000">
              <a:off x="4279053" y="1046059"/>
              <a:ext cx="465051" cy="326296"/>
              <a:chOff x="656321" y="2822285"/>
              <a:chExt cx="465051" cy="326296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BE92A04D-3E29-A36D-95C5-2AC011AEF1C2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323848"/>
                <a:chOff x="9076361" y="2935968"/>
                <a:chExt cx="239556" cy="323848"/>
              </a:xfrm>
            </p:grpSpPr>
            <p:sp>
              <p:nvSpPr>
                <p:cNvPr id="56" name="Isosceles Triangle 10">
                  <a:extLst>
                    <a:ext uri="{FF2B5EF4-FFF2-40B4-BE49-F238E27FC236}">
                      <a16:creationId xmlns:a16="http://schemas.microsoft.com/office/drawing/2014/main" id="{4FC9B245-12A4-C1E6-E100-CCD3850ADBDD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783CE3D5-F4FF-DA40-81D9-5E247EAFB696}"/>
                    </a:ext>
                  </a:extLst>
                </p:cNvPr>
                <p:cNvSpPr/>
                <p:nvPr/>
              </p:nvSpPr>
              <p:spPr>
                <a:xfrm rot="16200000">
                  <a:off x="9144228" y="2875286"/>
                  <a:ext cx="10382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165C365F-9C06-9F1F-6CFA-0A53A57A2C38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323848"/>
                <a:chOff x="9076361" y="2935968"/>
                <a:chExt cx="239556" cy="323848"/>
              </a:xfrm>
            </p:grpSpPr>
            <p:sp>
              <p:nvSpPr>
                <p:cNvPr id="54" name="Isosceles Triangle 10">
                  <a:extLst>
                    <a:ext uri="{FF2B5EF4-FFF2-40B4-BE49-F238E27FC236}">
                      <a16:creationId xmlns:a16="http://schemas.microsoft.com/office/drawing/2014/main" id="{46FA7519-E8C9-54E0-331D-9213860E502F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8E82CC8-59BE-15BD-CF32-48AD51B66514}"/>
                    </a:ext>
                  </a:extLst>
                </p:cNvPr>
                <p:cNvSpPr/>
                <p:nvPr/>
              </p:nvSpPr>
              <p:spPr>
                <a:xfrm rot="16200000">
                  <a:off x="9144228" y="2875286"/>
                  <a:ext cx="10382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3AB855F-EF26-92E2-182A-F535530CB735}"/>
                </a:ext>
              </a:extLst>
            </p:cNvPr>
            <p:cNvSpPr/>
            <p:nvPr/>
          </p:nvSpPr>
          <p:spPr>
            <a:xfrm rot="16200000">
              <a:off x="3859246" y="873607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6DFC8CC-651F-839C-713F-58341E711B51}"/>
                </a:ext>
              </a:extLst>
            </p:cNvPr>
            <p:cNvSpPr/>
            <p:nvPr/>
          </p:nvSpPr>
          <p:spPr>
            <a:xfrm rot="16200000">
              <a:off x="5142529" y="888009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9DB0442-D5E6-697E-45E1-9BCE4E65169D}"/>
                </a:ext>
              </a:extLst>
            </p:cNvPr>
            <p:cNvSpPr/>
            <p:nvPr/>
          </p:nvSpPr>
          <p:spPr>
            <a:xfrm>
              <a:off x="2843551" y="1371217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DF8F4C1-CB70-55CC-8A0C-C34F192CBAB8}"/>
                </a:ext>
              </a:extLst>
            </p:cNvPr>
            <p:cNvSpPr/>
            <p:nvPr/>
          </p:nvSpPr>
          <p:spPr>
            <a:xfrm>
              <a:off x="2820691" y="2231640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57FBE2C-A876-528B-36F7-E957BB5C102F}"/>
                </a:ext>
              </a:extLst>
            </p:cNvPr>
            <p:cNvSpPr/>
            <p:nvPr/>
          </p:nvSpPr>
          <p:spPr>
            <a:xfrm>
              <a:off x="3288489" y="1662330"/>
              <a:ext cx="1867542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Purple Bedchamber</a:t>
              </a: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8FE77028-D25A-2354-C389-F71E0DCD361F}"/>
                </a:ext>
              </a:extLst>
            </p:cNvPr>
            <p:cNvGrpSpPr/>
            <p:nvPr/>
          </p:nvGrpSpPr>
          <p:grpSpPr>
            <a:xfrm rot="5400000">
              <a:off x="5427242" y="2431957"/>
              <a:ext cx="239556" cy="295938"/>
              <a:chOff x="9076361" y="2963878"/>
              <a:chExt cx="239556" cy="295938"/>
            </a:xfrm>
          </p:grpSpPr>
          <p:sp>
            <p:nvSpPr>
              <p:cNvPr id="93" name="Isosceles Triangle 10">
                <a:extLst>
                  <a:ext uri="{FF2B5EF4-FFF2-40B4-BE49-F238E27FC236}">
                    <a16:creationId xmlns:a16="http://schemas.microsoft.com/office/drawing/2014/main" id="{50657A5D-8FCE-E434-ADB4-402C5AF7FCAA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D5F07FFF-0E4B-9511-41D7-275AD699E2A1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5254716-CCDD-D876-6D6E-08546AD9F9B9}"/>
              </a:ext>
            </a:extLst>
          </p:cNvPr>
          <p:cNvGrpSpPr/>
          <p:nvPr/>
        </p:nvGrpSpPr>
        <p:grpSpPr>
          <a:xfrm>
            <a:off x="2849686" y="3666104"/>
            <a:ext cx="2849200" cy="1999843"/>
            <a:chOff x="2849686" y="3666104"/>
            <a:chExt cx="2849200" cy="199984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A768FD9-C323-0716-9017-7BB0A11EC80D}"/>
                </a:ext>
              </a:extLst>
            </p:cNvPr>
            <p:cNvSpPr/>
            <p:nvPr/>
          </p:nvSpPr>
          <p:spPr>
            <a:xfrm>
              <a:off x="2871746" y="3688705"/>
              <a:ext cx="2781631" cy="195438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2F9ACDD-189B-E67F-C0C3-0B74CE30966D}"/>
                </a:ext>
              </a:extLst>
            </p:cNvPr>
            <p:cNvGrpSpPr/>
            <p:nvPr/>
          </p:nvGrpSpPr>
          <p:grpSpPr>
            <a:xfrm>
              <a:off x="3322628" y="3666104"/>
              <a:ext cx="239556" cy="295938"/>
              <a:chOff x="9076361" y="2963878"/>
              <a:chExt cx="239556" cy="295938"/>
            </a:xfrm>
          </p:grpSpPr>
          <p:sp>
            <p:nvSpPr>
              <p:cNvPr id="46" name="Isosceles Triangle 10">
                <a:extLst>
                  <a:ext uri="{FF2B5EF4-FFF2-40B4-BE49-F238E27FC236}">
                    <a16:creationId xmlns:a16="http://schemas.microsoft.com/office/drawing/2014/main" id="{D74F72B3-F6F4-2494-FC54-3602A0B2356E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E22F8CF-9215-3ADC-946B-FC7D031D1A54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27AA5B2-F486-11B8-E654-463749498CC7}"/>
                </a:ext>
              </a:extLst>
            </p:cNvPr>
            <p:cNvSpPr/>
            <p:nvPr/>
          </p:nvSpPr>
          <p:spPr>
            <a:xfrm rot="16200000">
              <a:off x="3491088" y="5434269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90B5454-859F-BE19-23ED-8AF394D4DC11}"/>
                </a:ext>
              </a:extLst>
            </p:cNvPr>
            <p:cNvSpPr/>
            <p:nvPr/>
          </p:nvSpPr>
          <p:spPr>
            <a:xfrm>
              <a:off x="2849686" y="4013089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AB2C489-7F3A-83C5-DFE9-DCA5E1388622}"/>
                </a:ext>
              </a:extLst>
            </p:cNvPr>
            <p:cNvSpPr/>
            <p:nvPr/>
          </p:nvSpPr>
          <p:spPr>
            <a:xfrm>
              <a:off x="2851626" y="4874496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6D1B704-5873-CDE9-46D1-B3D51B716D90}"/>
                </a:ext>
              </a:extLst>
            </p:cNvPr>
            <p:cNvSpPr/>
            <p:nvPr/>
          </p:nvSpPr>
          <p:spPr>
            <a:xfrm rot="16200000">
              <a:off x="4551911" y="5433706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C05ABEE-CABB-3A79-C6C5-38A51E771DAF}"/>
                </a:ext>
              </a:extLst>
            </p:cNvPr>
            <p:cNvSpPr/>
            <p:nvPr/>
          </p:nvSpPr>
          <p:spPr>
            <a:xfrm>
              <a:off x="3777030" y="4430727"/>
              <a:ext cx="1048653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Yello</a:t>
              </a:r>
              <a:r>
                <a:rPr 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 Room</a:t>
              </a:r>
              <a:endPara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35B3F42-B152-3068-4FDF-A78AA66403BD}"/>
                </a:ext>
              </a:extLst>
            </p:cNvPr>
            <p:cNvGrpSpPr/>
            <p:nvPr/>
          </p:nvGrpSpPr>
          <p:grpSpPr>
            <a:xfrm rot="5400000">
              <a:off x="5431139" y="4249399"/>
              <a:ext cx="239556" cy="295938"/>
              <a:chOff x="9076361" y="2963878"/>
              <a:chExt cx="239556" cy="295938"/>
            </a:xfrm>
          </p:grpSpPr>
          <p:sp>
            <p:nvSpPr>
              <p:cNvPr id="96" name="Isosceles Triangle 10">
                <a:extLst>
                  <a:ext uri="{FF2B5EF4-FFF2-40B4-BE49-F238E27FC236}">
                    <a16:creationId xmlns:a16="http://schemas.microsoft.com/office/drawing/2014/main" id="{EFE8D780-97DB-1E17-B8CA-E295D5E7E4A1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FFDD626F-528F-538B-0158-CDFA979DA74A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D58A36F8-F7F6-53DC-EA73-3D578B3D360A}"/>
              </a:ext>
            </a:extLst>
          </p:cNvPr>
          <p:cNvGrpSpPr/>
          <p:nvPr/>
        </p:nvGrpSpPr>
        <p:grpSpPr>
          <a:xfrm>
            <a:off x="2848885" y="2951744"/>
            <a:ext cx="1222184" cy="730059"/>
            <a:chOff x="2848885" y="2951744"/>
            <a:chExt cx="1222184" cy="73005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1BE5C8B-8A3A-9B43-0C88-216F5FBB78F6}"/>
                </a:ext>
              </a:extLst>
            </p:cNvPr>
            <p:cNvSpPr/>
            <p:nvPr/>
          </p:nvSpPr>
          <p:spPr>
            <a:xfrm>
              <a:off x="2871747" y="2951744"/>
              <a:ext cx="1199322" cy="73005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439EDD1-DE47-7F2F-3E43-EDEC70F9BE61}"/>
                </a:ext>
              </a:extLst>
            </p:cNvPr>
            <p:cNvSpPr/>
            <p:nvPr/>
          </p:nvSpPr>
          <p:spPr>
            <a:xfrm>
              <a:off x="2848885" y="3122364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43BD99A-AD41-5CC4-1CE9-D4AEDF5AF4ED}"/>
              </a:ext>
            </a:extLst>
          </p:cNvPr>
          <p:cNvGrpSpPr/>
          <p:nvPr/>
        </p:nvGrpSpPr>
        <p:grpSpPr>
          <a:xfrm>
            <a:off x="6659007" y="2836478"/>
            <a:ext cx="2796423" cy="2858824"/>
            <a:chOff x="6679165" y="2820064"/>
            <a:chExt cx="2796423" cy="28588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D5910BB-2F02-88AE-3EF5-90219A0D3A4C}"/>
                </a:ext>
              </a:extLst>
            </p:cNvPr>
            <p:cNvSpPr/>
            <p:nvPr/>
          </p:nvSpPr>
          <p:spPr>
            <a:xfrm>
              <a:off x="6679165" y="4531663"/>
              <a:ext cx="1081308" cy="110330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3BBD432-2976-8BC7-1CBE-00C18428ED55}"/>
                </a:ext>
              </a:extLst>
            </p:cNvPr>
            <p:cNvGrpSpPr/>
            <p:nvPr/>
          </p:nvGrpSpPr>
          <p:grpSpPr>
            <a:xfrm>
              <a:off x="7065611" y="2820064"/>
              <a:ext cx="2409977" cy="2858824"/>
              <a:chOff x="7065611" y="2820064"/>
              <a:chExt cx="2409977" cy="2858824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B7FDBA6-28C0-4C68-5D65-4A3BA7E46FD4}"/>
                  </a:ext>
                </a:extLst>
              </p:cNvPr>
              <p:cNvSpPr/>
              <p:nvPr/>
            </p:nvSpPr>
            <p:spPr>
              <a:xfrm>
                <a:off x="7412183" y="2820064"/>
                <a:ext cx="2031289" cy="2814903"/>
              </a:xfrm>
              <a:custGeom>
                <a:avLst/>
                <a:gdLst>
                  <a:gd name="connsiteX0" fmla="*/ 0 w 1659147"/>
                  <a:gd name="connsiteY0" fmla="*/ 0 h 2381195"/>
                  <a:gd name="connsiteX1" fmla="*/ 1659147 w 1659147"/>
                  <a:gd name="connsiteY1" fmla="*/ 0 h 2381195"/>
                  <a:gd name="connsiteX2" fmla="*/ 1659147 w 1659147"/>
                  <a:gd name="connsiteY2" fmla="*/ 2381195 h 2381195"/>
                  <a:gd name="connsiteX3" fmla="*/ 0 w 1659147"/>
                  <a:gd name="connsiteY3" fmla="*/ 2381195 h 2381195"/>
                  <a:gd name="connsiteX4" fmla="*/ 0 w 1659147"/>
                  <a:gd name="connsiteY4" fmla="*/ 0 h 2381195"/>
                  <a:gd name="connsiteX0" fmla="*/ 3511 w 1662658"/>
                  <a:gd name="connsiteY0" fmla="*/ 0 h 2381195"/>
                  <a:gd name="connsiteX1" fmla="*/ 1662658 w 1662658"/>
                  <a:gd name="connsiteY1" fmla="*/ 0 h 2381195"/>
                  <a:gd name="connsiteX2" fmla="*/ 1662658 w 1662658"/>
                  <a:gd name="connsiteY2" fmla="*/ 2381195 h 2381195"/>
                  <a:gd name="connsiteX3" fmla="*/ 3511 w 1662658"/>
                  <a:gd name="connsiteY3" fmla="*/ 2381195 h 2381195"/>
                  <a:gd name="connsiteX4" fmla="*/ 0 w 1662658"/>
                  <a:gd name="connsiteY4" fmla="*/ 1020908 h 2381195"/>
                  <a:gd name="connsiteX5" fmla="*/ 3511 w 1662658"/>
                  <a:gd name="connsiteY5" fmla="*/ 0 h 2381195"/>
                  <a:gd name="connsiteX0" fmla="*/ 123945 w 1783092"/>
                  <a:gd name="connsiteY0" fmla="*/ 0 h 2381195"/>
                  <a:gd name="connsiteX1" fmla="*/ 1783092 w 1783092"/>
                  <a:gd name="connsiteY1" fmla="*/ 0 h 2381195"/>
                  <a:gd name="connsiteX2" fmla="*/ 1783092 w 1783092"/>
                  <a:gd name="connsiteY2" fmla="*/ 2381195 h 2381195"/>
                  <a:gd name="connsiteX3" fmla="*/ 123945 w 1783092"/>
                  <a:gd name="connsiteY3" fmla="*/ 2381195 h 2381195"/>
                  <a:gd name="connsiteX4" fmla="*/ 120434 w 1783092"/>
                  <a:gd name="connsiteY4" fmla="*/ 1020908 h 2381195"/>
                  <a:gd name="connsiteX5" fmla="*/ 120434 w 1783092"/>
                  <a:gd name="connsiteY5" fmla="*/ 476756 h 2381195"/>
                  <a:gd name="connsiteX6" fmla="*/ 123945 w 1783092"/>
                  <a:gd name="connsiteY6" fmla="*/ 0 h 2381195"/>
                  <a:gd name="connsiteX0" fmla="*/ 373759 w 2032906"/>
                  <a:gd name="connsiteY0" fmla="*/ 0 h 2381195"/>
                  <a:gd name="connsiteX1" fmla="*/ 2032906 w 2032906"/>
                  <a:gd name="connsiteY1" fmla="*/ 0 h 2381195"/>
                  <a:gd name="connsiteX2" fmla="*/ 2032906 w 2032906"/>
                  <a:gd name="connsiteY2" fmla="*/ 2381195 h 2381195"/>
                  <a:gd name="connsiteX3" fmla="*/ 373759 w 2032906"/>
                  <a:gd name="connsiteY3" fmla="*/ 2381195 h 2381195"/>
                  <a:gd name="connsiteX4" fmla="*/ 370248 w 2032906"/>
                  <a:gd name="connsiteY4" fmla="*/ 1020908 h 2381195"/>
                  <a:gd name="connsiteX5" fmla="*/ 0 w 2032906"/>
                  <a:gd name="connsiteY5" fmla="*/ 981639 h 2381195"/>
                  <a:gd name="connsiteX6" fmla="*/ 373759 w 2032906"/>
                  <a:gd name="connsiteY6" fmla="*/ 0 h 2381195"/>
                  <a:gd name="connsiteX0" fmla="*/ 373759 w 2032906"/>
                  <a:gd name="connsiteY0" fmla="*/ 0 h 2381195"/>
                  <a:gd name="connsiteX1" fmla="*/ 2032906 w 2032906"/>
                  <a:gd name="connsiteY1" fmla="*/ 0 h 2381195"/>
                  <a:gd name="connsiteX2" fmla="*/ 2032906 w 2032906"/>
                  <a:gd name="connsiteY2" fmla="*/ 2381195 h 2381195"/>
                  <a:gd name="connsiteX3" fmla="*/ 373759 w 2032906"/>
                  <a:gd name="connsiteY3" fmla="*/ 2381195 h 2381195"/>
                  <a:gd name="connsiteX4" fmla="*/ 370248 w 2032906"/>
                  <a:gd name="connsiteY4" fmla="*/ 1020908 h 2381195"/>
                  <a:gd name="connsiteX5" fmla="*/ 0 w 2032906"/>
                  <a:gd name="connsiteY5" fmla="*/ 981639 h 2381195"/>
                  <a:gd name="connsiteX6" fmla="*/ 373759 w 2032906"/>
                  <a:gd name="connsiteY6" fmla="*/ 0 h 2381195"/>
                  <a:gd name="connsiteX0" fmla="*/ 373759 w 2032906"/>
                  <a:gd name="connsiteY0" fmla="*/ 0 h 2381195"/>
                  <a:gd name="connsiteX1" fmla="*/ 2032906 w 2032906"/>
                  <a:gd name="connsiteY1" fmla="*/ 0 h 2381195"/>
                  <a:gd name="connsiteX2" fmla="*/ 2032906 w 2032906"/>
                  <a:gd name="connsiteY2" fmla="*/ 2381195 h 2381195"/>
                  <a:gd name="connsiteX3" fmla="*/ 373759 w 2032906"/>
                  <a:gd name="connsiteY3" fmla="*/ 2381195 h 2381195"/>
                  <a:gd name="connsiteX4" fmla="*/ 370248 w 2032906"/>
                  <a:gd name="connsiteY4" fmla="*/ 1020908 h 2381195"/>
                  <a:gd name="connsiteX5" fmla="*/ 0 w 2032906"/>
                  <a:gd name="connsiteY5" fmla="*/ 981639 h 2381195"/>
                  <a:gd name="connsiteX6" fmla="*/ 373759 w 2032906"/>
                  <a:gd name="connsiteY6" fmla="*/ 0 h 2381195"/>
                  <a:gd name="connsiteX0" fmla="*/ 368149 w 2027296"/>
                  <a:gd name="connsiteY0" fmla="*/ 0 h 2381195"/>
                  <a:gd name="connsiteX1" fmla="*/ 2027296 w 2027296"/>
                  <a:gd name="connsiteY1" fmla="*/ 0 h 2381195"/>
                  <a:gd name="connsiteX2" fmla="*/ 2027296 w 2027296"/>
                  <a:gd name="connsiteY2" fmla="*/ 2381195 h 2381195"/>
                  <a:gd name="connsiteX3" fmla="*/ 368149 w 2027296"/>
                  <a:gd name="connsiteY3" fmla="*/ 2381195 h 2381195"/>
                  <a:gd name="connsiteX4" fmla="*/ 364638 w 2027296"/>
                  <a:gd name="connsiteY4" fmla="*/ 1020908 h 2381195"/>
                  <a:gd name="connsiteX5" fmla="*/ 0 w 2027296"/>
                  <a:gd name="connsiteY5" fmla="*/ 1026517 h 2381195"/>
                  <a:gd name="connsiteX6" fmla="*/ 368149 w 2027296"/>
                  <a:gd name="connsiteY6" fmla="*/ 0 h 2381195"/>
                  <a:gd name="connsiteX0" fmla="*/ 368149 w 2027296"/>
                  <a:gd name="connsiteY0" fmla="*/ 0 h 2381195"/>
                  <a:gd name="connsiteX1" fmla="*/ 2027296 w 2027296"/>
                  <a:gd name="connsiteY1" fmla="*/ 0 h 2381195"/>
                  <a:gd name="connsiteX2" fmla="*/ 2027296 w 2027296"/>
                  <a:gd name="connsiteY2" fmla="*/ 2381195 h 2381195"/>
                  <a:gd name="connsiteX3" fmla="*/ 368149 w 2027296"/>
                  <a:gd name="connsiteY3" fmla="*/ 2381195 h 2381195"/>
                  <a:gd name="connsiteX4" fmla="*/ 364638 w 2027296"/>
                  <a:gd name="connsiteY4" fmla="*/ 1020908 h 2381195"/>
                  <a:gd name="connsiteX5" fmla="*/ 0 w 2027296"/>
                  <a:gd name="connsiteY5" fmla="*/ 1026517 h 2381195"/>
                  <a:gd name="connsiteX6" fmla="*/ 368149 w 2027296"/>
                  <a:gd name="connsiteY6" fmla="*/ 0 h 2381195"/>
                  <a:gd name="connsiteX0" fmla="*/ 368149 w 2027296"/>
                  <a:gd name="connsiteY0" fmla="*/ 0 h 2381195"/>
                  <a:gd name="connsiteX1" fmla="*/ 2027296 w 2027296"/>
                  <a:gd name="connsiteY1" fmla="*/ 0 h 2381195"/>
                  <a:gd name="connsiteX2" fmla="*/ 2027296 w 2027296"/>
                  <a:gd name="connsiteY2" fmla="*/ 2381195 h 2381195"/>
                  <a:gd name="connsiteX3" fmla="*/ 368149 w 2027296"/>
                  <a:gd name="connsiteY3" fmla="*/ 2381195 h 2381195"/>
                  <a:gd name="connsiteX4" fmla="*/ 364638 w 2027296"/>
                  <a:gd name="connsiteY4" fmla="*/ 1020908 h 2381195"/>
                  <a:gd name="connsiteX5" fmla="*/ 0 w 2027296"/>
                  <a:gd name="connsiteY5" fmla="*/ 1026517 h 2381195"/>
                  <a:gd name="connsiteX6" fmla="*/ 368149 w 2027296"/>
                  <a:gd name="connsiteY6" fmla="*/ 0 h 2381195"/>
                  <a:gd name="connsiteX0" fmla="*/ 805714 w 2027296"/>
                  <a:gd name="connsiteY0" fmla="*/ 0 h 2392415"/>
                  <a:gd name="connsiteX1" fmla="*/ 2027296 w 2027296"/>
                  <a:gd name="connsiteY1" fmla="*/ 11220 h 2392415"/>
                  <a:gd name="connsiteX2" fmla="*/ 2027296 w 2027296"/>
                  <a:gd name="connsiteY2" fmla="*/ 2392415 h 2392415"/>
                  <a:gd name="connsiteX3" fmla="*/ 368149 w 2027296"/>
                  <a:gd name="connsiteY3" fmla="*/ 2392415 h 2392415"/>
                  <a:gd name="connsiteX4" fmla="*/ 364638 w 2027296"/>
                  <a:gd name="connsiteY4" fmla="*/ 1032128 h 2392415"/>
                  <a:gd name="connsiteX5" fmla="*/ 0 w 2027296"/>
                  <a:gd name="connsiteY5" fmla="*/ 1037737 h 2392415"/>
                  <a:gd name="connsiteX6" fmla="*/ 805714 w 2027296"/>
                  <a:gd name="connsiteY6" fmla="*/ 0 h 2392415"/>
                  <a:gd name="connsiteX0" fmla="*/ 805714 w 2027296"/>
                  <a:gd name="connsiteY0" fmla="*/ 0 h 2392415"/>
                  <a:gd name="connsiteX1" fmla="*/ 2027296 w 2027296"/>
                  <a:gd name="connsiteY1" fmla="*/ 11220 h 2392415"/>
                  <a:gd name="connsiteX2" fmla="*/ 2027296 w 2027296"/>
                  <a:gd name="connsiteY2" fmla="*/ 2392415 h 2392415"/>
                  <a:gd name="connsiteX3" fmla="*/ 368149 w 2027296"/>
                  <a:gd name="connsiteY3" fmla="*/ 2392415 h 2392415"/>
                  <a:gd name="connsiteX4" fmla="*/ 364638 w 2027296"/>
                  <a:gd name="connsiteY4" fmla="*/ 1032128 h 2392415"/>
                  <a:gd name="connsiteX5" fmla="*/ 0 w 2027296"/>
                  <a:gd name="connsiteY5" fmla="*/ 1037737 h 2392415"/>
                  <a:gd name="connsiteX6" fmla="*/ 460005 w 2027296"/>
                  <a:gd name="connsiteY6" fmla="*/ 263583 h 2392415"/>
                  <a:gd name="connsiteX7" fmla="*/ 805714 w 2027296"/>
                  <a:gd name="connsiteY7" fmla="*/ 0 h 2392415"/>
                  <a:gd name="connsiteX0" fmla="*/ 805714 w 2027296"/>
                  <a:gd name="connsiteY0" fmla="*/ 445323 h 2837738"/>
                  <a:gd name="connsiteX1" fmla="*/ 2027296 w 2027296"/>
                  <a:gd name="connsiteY1" fmla="*/ 456543 h 2837738"/>
                  <a:gd name="connsiteX2" fmla="*/ 2027296 w 2027296"/>
                  <a:gd name="connsiteY2" fmla="*/ 2837738 h 2837738"/>
                  <a:gd name="connsiteX3" fmla="*/ 368149 w 2027296"/>
                  <a:gd name="connsiteY3" fmla="*/ 2837738 h 2837738"/>
                  <a:gd name="connsiteX4" fmla="*/ 364638 w 2027296"/>
                  <a:gd name="connsiteY4" fmla="*/ 1477451 h 2837738"/>
                  <a:gd name="connsiteX5" fmla="*/ 0 w 2027296"/>
                  <a:gd name="connsiteY5" fmla="*/ 1483060 h 2837738"/>
                  <a:gd name="connsiteX6" fmla="*/ 813423 w 2027296"/>
                  <a:gd name="connsiteY6" fmla="*/ 30118 h 2837738"/>
                  <a:gd name="connsiteX7" fmla="*/ 805714 w 2027296"/>
                  <a:gd name="connsiteY7" fmla="*/ 445323 h 2837738"/>
                  <a:gd name="connsiteX0" fmla="*/ 806233 w 2027815"/>
                  <a:gd name="connsiteY0" fmla="*/ 445323 h 2837738"/>
                  <a:gd name="connsiteX1" fmla="*/ 2027815 w 2027815"/>
                  <a:gd name="connsiteY1" fmla="*/ 456543 h 2837738"/>
                  <a:gd name="connsiteX2" fmla="*/ 2027815 w 2027815"/>
                  <a:gd name="connsiteY2" fmla="*/ 2837738 h 2837738"/>
                  <a:gd name="connsiteX3" fmla="*/ 368668 w 2027815"/>
                  <a:gd name="connsiteY3" fmla="*/ 2837738 h 2837738"/>
                  <a:gd name="connsiteX4" fmla="*/ 365157 w 2027815"/>
                  <a:gd name="connsiteY4" fmla="*/ 1477451 h 2837738"/>
                  <a:gd name="connsiteX5" fmla="*/ 519 w 2027815"/>
                  <a:gd name="connsiteY5" fmla="*/ 1483060 h 2837738"/>
                  <a:gd name="connsiteX6" fmla="*/ 297839 w 2027815"/>
                  <a:gd name="connsiteY6" fmla="*/ 888420 h 2837738"/>
                  <a:gd name="connsiteX7" fmla="*/ 813942 w 2027815"/>
                  <a:gd name="connsiteY7" fmla="*/ 30118 h 2837738"/>
                  <a:gd name="connsiteX8" fmla="*/ 806233 w 2027815"/>
                  <a:gd name="connsiteY8" fmla="*/ 445323 h 2837738"/>
                  <a:gd name="connsiteX0" fmla="*/ 864527 w 2086109"/>
                  <a:gd name="connsiteY0" fmla="*/ 508187 h 2900602"/>
                  <a:gd name="connsiteX1" fmla="*/ 2086109 w 2086109"/>
                  <a:gd name="connsiteY1" fmla="*/ 519407 h 2900602"/>
                  <a:gd name="connsiteX2" fmla="*/ 2086109 w 2086109"/>
                  <a:gd name="connsiteY2" fmla="*/ 2900602 h 2900602"/>
                  <a:gd name="connsiteX3" fmla="*/ 426962 w 2086109"/>
                  <a:gd name="connsiteY3" fmla="*/ 2900602 h 2900602"/>
                  <a:gd name="connsiteX4" fmla="*/ 423451 w 2086109"/>
                  <a:gd name="connsiteY4" fmla="*/ 1540315 h 2900602"/>
                  <a:gd name="connsiteX5" fmla="*/ 58813 w 2086109"/>
                  <a:gd name="connsiteY5" fmla="*/ 1545924 h 2900602"/>
                  <a:gd name="connsiteX6" fmla="*/ 64423 w 2086109"/>
                  <a:gd name="connsiteY6" fmla="*/ 92982 h 2900602"/>
                  <a:gd name="connsiteX7" fmla="*/ 872236 w 2086109"/>
                  <a:gd name="connsiteY7" fmla="*/ 92982 h 2900602"/>
                  <a:gd name="connsiteX8" fmla="*/ 864527 w 2086109"/>
                  <a:gd name="connsiteY8" fmla="*/ 508187 h 2900602"/>
                  <a:gd name="connsiteX0" fmla="*/ 809707 w 2031289"/>
                  <a:gd name="connsiteY0" fmla="*/ 508187 h 2900602"/>
                  <a:gd name="connsiteX1" fmla="*/ 2031289 w 2031289"/>
                  <a:gd name="connsiteY1" fmla="*/ 519407 h 2900602"/>
                  <a:gd name="connsiteX2" fmla="*/ 2031289 w 2031289"/>
                  <a:gd name="connsiteY2" fmla="*/ 2900602 h 2900602"/>
                  <a:gd name="connsiteX3" fmla="*/ 372142 w 2031289"/>
                  <a:gd name="connsiteY3" fmla="*/ 2900602 h 2900602"/>
                  <a:gd name="connsiteX4" fmla="*/ 368631 w 2031289"/>
                  <a:gd name="connsiteY4" fmla="*/ 1540315 h 2900602"/>
                  <a:gd name="connsiteX5" fmla="*/ 3993 w 2031289"/>
                  <a:gd name="connsiteY5" fmla="*/ 1545924 h 2900602"/>
                  <a:gd name="connsiteX6" fmla="*/ 9603 w 2031289"/>
                  <a:gd name="connsiteY6" fmla="*/ 92982 h 2900602"/>
                  <a:gd name="connsiteX7" fmla="*/ 817416 w 2031289"/>
                  <a:gd name="connsiteY7" fmla="*/ 92982 h 2900602"/>
                  <a:gd name="connsiteX8" fmla="*/ 809707 w 2031289"/>
                  <a:gd name="connsiteY8" fmla="*/ 508187 h 2900602"/>
                  <a:gd name="connsiteX0" fmla="*/ 809707 w 2031289"/>
                  <a:gd name="connsiteY0" fmla="*/ 445324 h 2837739"/>
                  <a:gd name="connsiteX1" fmla="*/ 2031289 w 2031289"/>
                  <a:gd name="connsiteY1" fmla="*/ 456544 h 2837739"/>
                  <a:gd name="connsiteX2" fmla="*/ 2031289 w 2031289"/>
                  <a:gd name="connsiteY2" fmla="*/ 2837739 h 2837739"/>
                  <a:gd name="connsiteX3" fmla="*/ 372142 w 2031289"/>
                  <a:gd name="connsiteY3" fmla="*/ 2837739 h 2837739"/>
                  <a:gd name="connsiteX4" fmla="*/ 368631 w 2031289"/>
                  <a:gd name="connsiteY4" fmla="*/ 1477452 h 2837739"/>
                  <a:gd name="connsiteX5" fmla="*/ 3993 w 2031289"/>
                  <a:gd name="connsiteY5" fmla="*/ 1483061 h 2837739"/>
                  <a:gd name="connsiteX6" fmla="*/ 9603 w 2031289"/>
                  <a:gd name="connsiteY6" fmla="*/ 30119 h 2837739"/>
                  <a:gd name="connsiteX7" fmla="*/ 817416 w 2031289"/>
                  <a:gd name="connsiteY7" fmla="*/ 30119 h 2837739"/>
                  <a:gd name="connsiteX8" fmla="*/ 809707 w 2031289"/>
                  <a:gd name="connsiteY8" fmla="*/ 445324 h 2837739"/>
                  <a:gd name="connsiteX0" fmla="*/ 809707 w 2031289"/>
                  <a:gd name="connsiteY0" fmla="*/ 445324 h 2837739"/>
                  <a:gd name="connsiteX1" fmla="*/ 2031289 w 2031289"/>
                  <a:gd name="connsiteY1" fmla="*/ 456544 h 2837739"/>
                  <a:gd name="connsiteX2" fmla="*/ 2031289 w 2031289"/>
                  <a:gd name="connsiteY2" fmla="*/ 2837739 h 2837739"/>
                  <a:gd name="connsiteX3" fmla="*/ 372142 w 2031289"/>
                  <a:gd name="connsiteY3" fmla="*/ 2837739 h 2837739"/>
                  <a:gd name="connsiteX4" fmla="*/ 368631 w 2031289"/>
                  <a:gd name="connsiteY4" fmla="*/ 1477452 h 2837739"/>
                  <a:gd name="connsiteX5" fmla="*/ 3993 w 2031289"/>
                  <a:gd name="connsiteY5" fmla="*/ 1483061 h 2837739"/>
                  <a:gd name="connsiteX6" fmla="*/ 9603 w 2031289"/>
                  <a:gd name="connsiteY6" fmla="*/ 30119 h 2837739"/>
                  <a:gd name="connsiteX7" fmla="*/ 817416 w 2031289"/>
                  <a:gd name="connsiteY7" fmla="*/ 30119 h 2837739"/>
                  <a:gd name="connsiteX8" fmla="*/ 809707 w 2031289"/>
                  <a:gd name="connsiteY8" fmla="*/ 445324 h 2837739"/>
                  <a:gd name="connsiteX0" fmla="*/ 809707 w 2031289"/>
                  <a:gd name="connsiteY0" fmla="*/ 422488 h 2814903"/>
                  <a:gd name="connsiteX1" fmla="*/ 2031289 w 2031289"/>
                  <a:gd name="connsiteY1" fmla="*/ 433708 h 2814903"/>
                  <a:gd name="connsiteX2" fmla="*/ 2031289 w 2031289"/>
                  <a:gd name="connsiteY2" fmla="*/ 2814903 h 2814903"/>
                  <a:gd name="connsiteX3" fmla="*/ 372142 w 2031289"/>
                  <a:gd name="connsiteY3" fmla="*/ 2814903 h 2814903"/>
                  <a:gd name="connsiteX4" fmla="*/ 368631 w 2031289"/>
                  <a:gd name="connsiteY4" fmla="*/ 1454616 h 2814903"/>
                  <a:gd name="connsiteX5" fmla="*/ 3993 w 2031289"/>
                  <a:gd name="connsiteY5" fmla="*/ 1460225 h 2814903"/>
                  <a:gd name="connsiteX6" fmla="*/ 9603 w 2031289"/>
                  <a:gd name="connsiteY6" fmla="*/ 7283 h 2814903"/>
                  <a:gd name="connsiteX7" fmla="*/ 817416 w 2031289"/>
                  <a:gd name="connsiteY7" fmla="*/ 7283 h 2814903"/>
                  <a:gd name="connsiteX8" fmla="*/ 809707 w 2031289"/>
                  <a:gd name="connsiteY8" fmla="*/ 422488 h 2814903"/>
                  <a:gd name="connsiteX0" fmla="*/ 809707 w 2031289"/>
                  <a:gd name="connsiteY0" fmla="*/ 422488 h 2814903"/>
                  <a:gd name="connsiteX1" fmla="*/ 2031289 w 2031289"/>
                  <a:gd name="connsiteY1" fmla="*/ 433708 h 2814903"/>
                  <a:gd name="connsiteX2" fmla="*/ 2031289 w 2031289"/>
                  <a:gd name="connsiteY2" fmla="*/ 2814903 h 2814903"/>
                  <a:gd name="connsiteX3" fmla="*/ 372142 w 2031289"/>
                  <a:gd name="connsiteY3" fmla="*/ 2814903 h 2814903"/>
                  <a:gd name="connsiteX4" fmla="*/ 368631 w 2031289"/>
                  <a:gd name="connsiteY4" fmla="*/ 1454616 h 2814903"/>
                  <a:gd name="connsiteX5" fmla="*/ 3993 w 2031289"/>
                  <a:gd name="connsiteY5" fmla="*/ 1460225 h 2814903"/>
                  <a:gd name="connsiteX6" fmla="*/ 9603 w 2031289"/>
                  <a:gd name="connsiteY6" fmla="*/ 7283 h 2814903"/>
                  <a:gd name="connsiteX7" fmla="*/ 817416 w 2031289"/>
                  <a:gd name="connsiteY7" fmla="*/ 7283 h 2814903"/>
                  <a:gd name="connsiteX8" fmla="*/ 809707 w 2031289"/>
                  <a:gd name="connsiteY8" fmla="*/ 422488 h 2814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31289" h="2814903">
                    <a:moveTo>
                      <a:pt x="809707" y="422488"/>
                    </a:moveTo>
                    <a:lnTo>
                      <a:pt x="2031289" y="433708"/>
                    </a:lnTo>
                    <a:lnTo>
                      <a:pt x="2031289" y="2814903"/>
                    </a:lnTo>
                    <a:lnTo>
                      <a:pt x="372142" y="2814903"/>
                    </a:lnTo>
                    <a:cubicBezTo>
                      <a:pt x="370972" y="2361474"/>
                      <a:pt x="369801" y="1908045"/>
                      <a:pt x="368631" y="1454616"/>
                    </a:cubicBezTo>
                    <a:cubicBezTo>
                      <a:pt x="20238" y="1468189"/>
                      <a:pt x="351217" y="1462082"/>
                      <a:pt x="3993" y="1460225"/>
                    </a:cubicBezTo>
                    <a:cubicBezTo>
                      <a:pt x="-7227" y="1362053"/>
                      <a:pt x="8669" y="316758"/>
                      <a:pt x="9603" y="7283"/>
                    </a:cubicBezTo>
                    <a:cubicBezTo>
                      <a:pt x="375176" y="6348"/>
                      <a:pt x="474633" y="-8625"/>
                      <a:pt x="817416" y="7283"/>
                    </a:cubicBezTo>
                    <a:cubicBezTo>
                      <a:pt x="811457" y="327991"/>
                      <a:pt x="812154" y="127959"/>
                      <a:pt x="809707" y="422488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FF3E0890-BE2B-40A8-DC8A-73287B824B5B}"/>
                  </a:ext>
                </a:extLst>
              </p:cNvPr>
              <p:cNvSpPr/>
              <p:nvPr/>
            </p:nvSpPr>
            <p:spPr>
              <a:xfrm>
                <a:off x="9429168" y="3767569"/>
                <a:ext cx="45719" cy="417638"/>
              </a:xfrm>
              <a:prstGeom prst="rect">
                <a:avLst/>
              </a:prstGeom>
              <a:solidFill>
                <a:schemeClr val="bg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294D1F76-FC0E-351E-6769-4FA96DCA7D91}"/>
                  </a:ext>
                </a:extLst>
              </p:cNvPr>
              <p:cNvSpPr/>
              <p:nvPr/>
            </p:nvSpPr>
            <p:spPr>
              <a:xfrm>
                <a:off x="9429869" y="4651982"/>
                <a:ext cx="45719" cy="417638"/>
              </a:xfrm>
              <a:prstGeom prst="rect">
                <a:avLst/>
              </a:prstGeom>
              <a:solidFill>
                <a:schemeClr val="bg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CC819B1-F8F3-B220-E9FE-D271531462CA}"/>
                  </a:ext>
                </a:extLst>
              </p:cNvPr>
              <p:cNvSpPr/>
              <p:nvPr/>
            </p:nvSpPr>
            <p:spPr>
              <a:xfrm rot="16200000">
                <a:off x="7251570" y="5426148"/>
                <a:ext cx="45719" cy="417638"/>
              </a:xfrm>
              <a:prstGeom prst="rect">
                <a:avLst/>
              </a:prstGeom>
              <a:solidFill>
                <a:schemeClr val="bg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15025713-750F-05A4-9F2B-A24CCAD1D068}"/>
                  </a:ext>
                </a:extLst>
              </p:cNvPr>
              <p:cNvSpPr/>
              <p:nvPr/>
            </p:nvSpPr>
            <p:spPr>
              <a:xfrm rot="16200000">
                <a:off x="8579113" y="5447210"/>
                <a:ext cx="45719" cy="417638"/>
              </a:xfrm>
              <a:prstGeom prst="rect">
                <a:avLst/>
              </a:prstGeom>
              <a:solidFill>
                <a:schemeClr val="bg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3EFB4834-2A72-F892-A85F-E79EE132BDE2}"/>
                  </a:ext>
                </a:extLst>
              </p:cNvPr>
              <p:cNvGrpSpPr/>
              <p:nvPr/>
            </p:nvGrpSpPr>
            <p:grpSpPr>
              <a:xfrm rot="5400000">
                <a:off x="7544845" y="5006539"/>
                <a:ext cx="239556" cy="295938"/>
                <a:chOff x="9076361" y="2963878"/>
                <a:chExt cx="239556" cy="295938"/>
              </a:xfrm>
            </p:grpSpPr>
            <p:sp>
              <p:nvSpPr>
                <p:cNvPr id="99" name="Isosceles Triangle 10">
                  <a:extLst>
                    <a:ext uri="{FF2B5EF4-FFF2-40B4-BE49-F238E27FC236}">
                      <a16:creationId xmlns:a16="http://schemas.microsoft.com/office/drawing/2014/main" id="{75C63FDB-2CAC-2505-FA75-EE3F6B76F729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719B095B-9DC2-140F-89E2-D05393AAD4AC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16BD304B-8D84-7366-E634-95DF9F51E4AC}"/>
                  </a:ext>
                </a:extLst>
              </p:cNvPr>
              <p:cNvSpPr/>
              <p:nvPr/>
            </p:nvSpPr>
            <p:spPr>
              <a:xfrm>
                <a:off x="7600333" y="3637269"/>
                <a:ext cx="1710450" cy="83099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Temperance Bedroom</a:t>
                </a:r>
                <a:endParaRPr 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3B10ACEA-1321-6CAE-040C-AABCFC90B46B}"/>
                  </a:ext>
                </a:extLst>
              </p:cNvPr>
              <p:cNvGrpSpPr/>
              <p:nvPr/>
            </p:nvGrpSpPr>
            <p:grpSpPr>
              <a:xfrm rot="16200000">
                <a:off x="7417564" y="3075584"/>
                <a:ext cx="239556" cy="295938"/>
                <a:chOff x="9076361" y="2963878"/>
                <a:chExt cx="239556" cy="295938"/>
              </a:xfrm>
            </p:grpSpPr>
            <p:sp>
              <p:nvSpPr>
                <p:cNvPr id="102" name="Isosceles Triangle 10">
                  <a:extLst>
                    <a:ext uri="{FF2B5EF4-FFF2-40B4-BE49-F238E27FC236}">
                      <a16:creationId xmlns:a16="http://schemas.microsoft.com/office/drawing/2014/main" id="{1A09DEF1-E74C-03BE-55EC-4D1BAEB0CD40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C3B1E8D1-BCA9-490E-FC70-19480A356C97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080753A-36BF-5C32-B163-431B34FB80C2}"/>
              </a:ext>
            </a:extLst>
          </p:cNvPr>
          <p:cNvGrpSpPr/>
          <p:nvPr/>
        </p:nvGrpSpPr>
        <p:grpSpPr>
          <a:xfrm>
            <a:off x="6649357" y="1060235"/>
            <a:ext cx="2818030" cy="2193537"/>
            <a:chOff x="6649357" y="1060235"/>
            <a:chExt cx="2818030" cy="219353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FF02748-C3F0-CDF7-6127-AE5FC080C11A}"/>
                </a:ext>
              </a:extLst>
            </p:cNvPr>
            <p:cNvSpPr/>
            <p:nvPr/>
          </p:nvSpPr>
          <p:spPr>
            <a:xfrm>
              <a:off x="6649357" y="1089331"/>
              <a:ext cx="2794116" cy="1752296"/>
            </a:xfrm>
            <a:custGeom>
              <a:avLst/>
              <a:gdLst>
                <a:gd name="connsiteX0" fmla="*/ 0 w 2794116"/>
                <a:gd name="connsiteY0" fmla="*/ 0 h 1144988"/>
                <a:gd name="connsiteX1" fmla="*/ 2794116 w 2794116"/>
                <a:gd name="connsiteY1" fmla="*/ 0 h 1144988"/>
                <a:gd name="connsiteX2" fmla="*/ 2794116 w 2794116"/>
                <a:gd name="connsiteY2" fmla="*/ 1144988 h 1144988"/>
                <a:gd name="connsiteX3" fmla="*/ 0 w 2794116"/>
                <a:gd name="connsiteY3" fmla="*/ 1144988 h 1144988"/>
                <a:gd name="connsiteX4" fmla="*/ 0 w 2794116"/>
                <a:gd name="connsiteY4" fmla="*/ 0 h 1144988"/>
                <a:gd name="connsiteX0" fmla="*/ 0 w 2794116"/>
                <a:gd name="connsiteY0" fmla="*/ 0 h 1144988"/>
                <a:gd name="connsiteX1" fmla="*/ 2794116 w 2794116"/>
                <a:gd name="connsiteY1" fmla="*/ 0 h 1144988"/>
                <a:gd name="connsiteX2" fmla="*/ 2794116 w 2794116"/>
                <a:gd name="connsiteY2" fmla="*/ 1144988 h 1144988"/>
                <a:gd name="connsiteX3" fmla="*/ 1557804 w 2794116"/>
                <a:gd name="connsiteY3" fmla="*/ 1143378 h 1144988"/>
                <a:gd name="connsiteX4" fmla="*/ 0 w 2794116"/>
                <a:gd name="connsiteY4" fmla="*/ 1144988 h 1144988"/>
                <a:gd name="connsiteX5" fmla="*/ 0 w 2794116"/>
                <a:gd name="connsiteY5" fmla="*/ 0 h 1144988"/>
                <a:gd name="connsiteX0" fmla="*/ 0 w 2794116"/>
                <a:gd name="connsiteY0" fmla="*/ 0 h 1144988"/>
                <a:gd name="connsiteX1" fmla="*/ 2794116 w 2794116"/>
                <a:gd name="connsiteY1" fmla="*/ 0 h 1144988"/>
                <a:gd name="connsiteX2" fmla="*/ 2794116 w 2794116"/>
                <a:gd name="connsiteY2" fmla="*/ 1144988 h 1144988"/>
                <a:gd name="connsiteX3" fmla="*/ 1557804 w 2794116"/>
                <a:gd name="connsiteY3" fmla="*/ 1143378 h 1144988"/>
                <a:gd name="connsiteX4" fmla="*/ 918285 w 2794116"/>
                <a:gd name="connsiteY4" fmla="*/ 1137768 h 1144988"/>
                <a:gd name="connsiteX5" fmla="*/ 0 w 2794116"/>
                <a:gd name="connsiteY5" fmla="*/ 1144988 h 1144988"/>
                <a:gd name="connsiteX6" fmla="*/ 0 w 2794116"/>
                <a:gd name="connsiteY6" fmla="*/ 0 h 1144988"/>
                <a:gd name="connsiteX0" fmla="*/ 0 w 2794116"/>
                <a:gd name="connsiteY0" fmla="*/ 0 h 1345331"/>
                <a:gd name="connsiteX1" fmla="*/ 2794116 w 2794116"/>
                <a:gd name="connsiteY1" fmla="*/ 0 h 1345331"/>
                <a:gd name="connsiteX2" fmla="*/ 2794116 w 2794116"/>
                <a:gd name="connsiteY2" fmla="*/ 1144988 h 1345331"/>
                <a:gd name="connsiteX3" fmla="*/ 1557804 w 2794116"/>
                <a:gd name="connsiteY3" fmla="*/ 1143378 h 1345331"/>
                <a:gd name="connsiteX4" fmla="*/ 1569024 w 2794116"/>
                <a:gd name="connsiteY4" fmla="*/ 1345331 h 1345331"/>
                <a:gd name="connsiteX5" fmla="*/ 0 w 2794116"/>
                <a:gd name="connsiteY5" fmla="*/ 1144988 h 1345331"/>
                <a:gd name="connsiteX6" fmla="*/ 0 w 2794116"/>
                <a:gd name="connsiteY6" fmla="*/ 0 h 1345331"/>
                <a:gd name="connsiteX0" fmla="*/ 0 w 2794116"/>
                <a:gd name="connsiteY0" fmla="*/ 0 h 1345331"/>
                <a:gd name="connsiteX1" fmla="*/ 2794116 w 2794116"/>
                <a:gd name="connsiteY1" fmla="*/ 0 h 1345331"/>
                <a:gd name="connsiteX2" fmla="*/ 2794116 w 2794116"/>
                <a:gd name="connsiteY2" fmla="*/ 1144988 h 1345331"/>
                <a:gd name="connsiteX3" fmla="*/ 1557804 w 2794116"/>
                <a:gd name="connsiteY3" fmla="*/ 1143378 h 1345331"/>
                <a:gd name="connsiteX4" fmla="*/ 1569024 w 2794116"/>
                <a:gd name="connsiteY4" fmla="*/ 1345331 h 1345331"/>
                <a:gd name="connsiteX5" fmla="*/ 845357 w 2794116"/>
                <a:gd name="connsiteY5" fmla="*/ 1244354 h 1345331"/>
                <a:gd name="connsiteX6" fmla="*/ 0 w 2794116"/>
                <a:gd name="connsiteY6" fmla="*/ 1144988 h 1345331"/>
                <a:gd name="connsiteX7" fmla="*/ 0 w 2794116"/>
                <a:gd name="connsiteY7" fmla="*/ 0 h 1345331"/>
                <a:gd name="connsiteX0" fmla="*/ 0 w 2794116"/>
                <a:gd name="connsiteY0" fmla="*/ 0 h 1362160"/>
                <a:gd name="connsiteX1" fmla="*/ 2794116 w 2794116"/>
                <a:gd name="connsiteY1" fmla="*/ 0 h 1362160"/>
                <a:gd name="connsiteX2" fmla="*/ 2794116 w 2794116"/>
                <a:gd name="connsiteY2" fmla="*/ 1144988 h 1362160"/>
                <a:gd name="connsiteX3" fmla="*/ 1557804 w 2794116"/>
                <a:gd name="connsiteY3" fmla="*/ 1143378 h 1362160"/>
                <a:gd name="connsiteX4" fmla="*/ 1569024 w 2794116"/>
                <a:gd name="connsiteY4" fmla="*/ 1345331 h 1362160"/>
                <a:gd name="connsiteX5" fmla="*/ 1271703 w 2794116"/>
                <a:gd name="connsiteY5" fmla="*/ 1362160 h 1362160"/>
                <a:gd name="connsiteX6" fmla="*/ 0 w 2794116"/>
                <a:gd name="connsiteY6" fmla="*/ 1144988 h 1362160"/>
                <a:gd name="connsiteX7" fmla="*/ 0 w 2794116"/>
                <a:gd name="connsiteY7" fmla="*/ 0 h 1362160"/>
                <a:gd name="connsiteX0" fmla="*/ 0 w 2794116"/>
                <a:gd name="connsiteY0" fmla="*/ 0 h 1362160"/>
                <a:gd name="connsiteX1" fmla="*/ 2794116 w 2794116"/>
                <a:gd name="connsiteY1" fmla="*/ 0 h 1362160"/>
                <a:gd name="connsiteX2" fmla="*/ 2794116 w 2794116"/>
                <a:gd name="connsiteY2" fmla="*/ 1144988 h 1362160"/>
                <a:gd name="connsiteX3" fmla="*/ 1557804 w 2794116"/>
                <a:gd name="connsiteY3" fmla="*/ 1143378 h 1362160"/>
                <a:gd name="connsiteX4" fmla="*/ 1569024 w 2794116"/>
                <a:gd name="connsiteY4" fmla="*/ 1345331 h 1362160"/>
                <a:gd name="connsiteX5" fmla="*/ 1271703 w 2794116"/>
                <a:gd name="connsiteY5" fmla="*/ 1362160 h 1362160"/>
                <a:gd name="connsiteX6" fmla="*/ 615355 w 2794116"/>
                <a:gd name="connsiteY6" fmla="*/ 1249963 h 1362160"/>
                <a:gd name="connsiteX7" fmla="*/ 0 w 2794116"/>
                <a:gd name="connsiteY7" fmla="*/ 1144988 h 1362160"/>
                <a:gd name="connsiteX8" fmla="*/ 0 w 2794116"/>
                <a:gd name="connsiteY8" fmla="*/ 0 h 1362160"/>
                <a:gd name="connsiteX0" fmla="*/ 0 w 2794116"/>
                <a:gd name="connsiteY0" fmla="*/ 0 h 1709968"/>
                <a:gd name="connsiteX1" fmla="*/ 2794116 w 2794116"/>
                <a:gd name="connsiteY1" fmla="*/ 0 h 1709968"/>
                <a:gd name="connsiteX2" fmla="*/ 2794116 w 2794116"/>
                <a:gd name="connsiteY2" fmla="*/ 1144988 h 1709968"/>
                <a:gd name="connsiteX3" fmla="*/ 1557804 w 2794116"/>
                <a:gd name="connsiteY3" fmla="*/ 1143378 h 1709968"/>
                <a:gd name="connsiteX4" fmla="*/ 1569024 w 2794116"/>
                <a:gd name="connsiteY4" fmla="*/ 1345331 h 1709968"/>
                <a:gd name="connsiteX5" fmla="*/ 1271703 w 2794116"/>
                <a:gd name="connsiteY5" fmla="*/ 1362160 h 1709968"/>
                <a:gd name="connsiteX6" fmla="*/ 1271703 w 2794116"/>
                <a:gd name="connsiteY6" fmla="*/ 1709968 h 1709968"/>
                <a:gd name="connsiteX7" fmla="*/ 0 w 2794116"/>
                <a:gd name="connsiteY7" fmla="*/ 1144988 h 1709968"/>
                <a:gd name="connsiteX8" fmla="*/ 0 w 2794116"/>
                <a:gd name="connsiteY8" fmla="*/ 0 h 1709968"/>
                <a:gd name="connsiteX0" fmla="*/ 0 w 2794116"/>
                <a:gd name="connsiteY0" fmla="*/ 0 h 1722799"/>
                <a:gd name="connsiteX1" fmla="*/ 2794116 w 2794116"/>
                <a:gd name="connsiteY1" fmla="*/ 0 h 1722799"/>
                <a:gd name="connsiteX2" fmla="*/ 2794116 w 2794116"/>
                <a:gd name="connsiteY2" fmla="*/ 1144988 h 1722799"/>
                <a:gd name="connsiteX3" fmla="*/ 1557804 w 2794116"/>
                <a:gd name="connsiteY3" fmla="*/ 1143378 h 1722799"/>
                <a:gd name="connsiteX4" fmla="*/ 1569024 w 2794116"/>
                <a:gd name="connsiteY4" fmla="*/ 1345331 h 1722799"/>
                <a:gd name="connsiteX5" fmla="*/ 1271703 w 2794116"/>
                <a:gd name="connsiteY5" fmla="*/ 1362160 h 1722799"/>
                <a:gd name="connsiteX6" fmla="*/ 1271703 w 2794116"/>
                <a:gd name="connsiteY6" fmla="*/ 1709968 h 1722799"/>
                <a:gd name="connsiteX7" fmla="*/ 5609 w 2794116"/>
                <a:gd name="connsiteY7" fmla="*/ 1722799 h 1722799"/>
                <a:gd name="connsiteX8" fmla="*/ 0 w 2794116"/>
                <a:gd name="connsiteY8" fmla="*/ 0 h 1722799"/>
                <a:gd name="connsiteX0" fmla="*/ 0 w 2794116"/>
                <a:gd name="connsiteY0" fmla="*/ 0 h 1722799"/>
                <a:gd name="connsiteX1" fmla="*/ 2794116 w 2794116"/>
                <a:gd name="connsiteY1" fmla="*/ 0 h 1722799"/>
                <a:gd name="connsiteX2" fmla="*/ 2794116 w 2794116"/>
                <a:gd name="connsiteY2" fmla="*/ 1144988 h 1722799"/>
                <a:gd name="connsiteX3" fmla="*/ 1557804 w 2794116"/>
                <a:gd name="connsiteY3" fmla="*/ 1143378 h 1722799"/>
                <a:gd name="connsiteX4" fmla="*/ 1563414 w 2794116"/>
                <a:gd name="connsiteY4" fmla="*/ 1356551 h 1722799"/>
                <a:gd name="connsiteX5" fmla="*/ 1271703 w 2794116"/>
                <a:gd name="connsiteY5" fmla="*/ 1362160 h 1722799"/>
                <a:gd name="connsiteX6" fmla="*/ 1271703 w 2794116"/>
                <a:gd name="connsiteY6" fmla="*/ 1709968 h 1722799"/>
                <a:gd name="connsiteX7" fmla="*/ 5609 w 2794116"/>
                <a:gd name="connsiteY7" fmla="*/ 1722799 h 1722799"/>
                <a:gd name="connsiteX8" fmla="*/ 0 w 2794116"/>
                <a:gd name="connsiteY8" fmla="*/ 0 h 1722799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563414 w 2794116"/>
                <a:gd name="connsiteY4" fmla="*/ 1356551 h 1726798"/>
                <a:gd name="connsiteX5" fmla="*/ 1271703 w 2794116"/>
                <a:gd name="connsiteY5" fmla="*/ 1362160 h 1726798"/>
                <a:gd name="connsiteX6" fmla="*/ 1395119 w 2794116"/>
                <a:gd name="connsiteY6" fmla="*/ 1726798 h 1726798"/>
                <a:gd name="connsiteX7" fmla="*/ 5609 w 2794116"/>
                <a:gd name="connsiteY7" fmla="*/ 1722799 h 1726798"/>
                <a:gd name="connsiteX8" fmla="*/ 0 w 2794116"/>
                <a:gd name="connsiteY8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563414 w 2794116"/>
                <a:gd name="connsiteY4" fmla="*/ 1356551 h 1726798"/>
                <a:gd name="connsiteX5" fmla="*/ 1367070 w 2794116"/>
                <a:gd name="connsiteY5" fmla="*/ 1373379 h 1726798"/>
                <a:gd name="connsiteX6" fmla="*/ 1395119 w 2794116"/>
                <a:gd name="connsiteY6" fmla="*/ 1726798 h 1726798"/>
                <a:gd name="connsiteX7" fmla="*/ 5609 w 2794116"/>
                <a:gd name="connsiteY7" fmla="*/ 1722799 h 1726798"/>
                <a:gd name="connsiteX8" fmla="*/ 0 w 2794116"/>
                <a:gd name="connsiteY8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563414 w 2794116"/>
                <a:gd name="connsiteY4" fmla="*/ 1356551 h 1726798"/>
                <a:gd name="connsiteX5" fmla="*/ 1400729 w 2794116"/>
                <a:gd name="connsiteY5" fmla="*/ 1367769 h 1726798"/>
                <a:gd name="connsiteX6" fmla="*/ 1395119 w 2794116"/>
                <a:gd name="connsiteY6" fmla="*/ 1726798 h 1726798"/>
                <a:gd name="connsiteX7" fmla="*/ 5609 w 2794116"/>
                <a:gd name="connsiteY7" fmla="*/ 1722799 h 1726798"/>
                <a:gd name="connsiteX8" fmla="*/ 0 w 2794116"/>
                <a:gd name="connsiteY8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400729 w 2794116"/>
                <a:gd name="connsiteY4" fmla="*/ 1367769 h 1726798"/>
                <a:gd name="connsiteX5" fmla="*/ 1395119 w 2794116"/>
                <a:gd name="connsiteY5" fmla="*/ 1726798 h 1726798"/>
                <a:gd name="connsiteX6" fmla="*/ 5609 w 2794116"/>
                <a:gd name="connsiteY6" fmla="*/ 1722799 h 1726798"/>
                <a:gd name="connsiteX7" fmla="*/ 0 w 2794116"/>
                <a:gd name="connsiteY7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557804 w 2794116"/>
                <a:gd name="connsiteY3" fmla="*/ 1143378 h 1726798"/>
                <a:gd name="connsiteX4" fmla="*/ 1395119 w 2794116"/>
                <a:gd name="connsiteY4" fmla="*/ 1154596 h 1726798"/>
                <a:gd name="connsiteX5" fmla="*/ 1395119 w 2794116"/>
                <a:gd name="connsiteY5" fmla="*/ 1726798 h 1726798"/>
                <a:gd name="connsiteX6" fmla="*/ 5609 w 2794116"/>
                <a:gd name="connsiteY6" fmla="*/ 1722799 h 1726798"/>
                <a:gd name="connsiteX7" fmla="*/ 0 w 2794116"/>
                <a:gd name="connsiteY7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395119 w 2794116"/>
                <a:gd name="connsiteY3" fmla="*/ 1154596 h 1726798"/>
                <a:gd name="connsiteX4" fmla="*/ 1395119 w 2794116"/>
                <a:gd name="connsiteY4" fmla="*/ 1726798 h 1726798"/>
                <a:gd name="connsiteX5" fmla="*/ 5609 w 2794116"/>
                <a:gd name="connsiteY5" fmla="*/ 1722799 h 1726798"/>
                <a:gd name="connsiteX6" fmla="*/ 0 w 2794116"/>
                <a:gd name="connsiteY6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94116 w 2794116"/>
                <a:gd name="connsiteY2" fmla="*/ 1144988 h 1726798"/>
                <a:gd name="connsiteX3" fmla="*/ 1389510 w 2794116"/>
                <a:gd name="connsiteY3" fmla="*/ 1132156 h 1726798"/>
                <a:gd name="connsiteX4" fmla="*/ 1395119 w 2794116"/>
                <a:gd name="connsiteY4" fmla="*/ 1726798 h 1726798"/>
                <a:gd name="connsiteX5" fmla="*/ 5609 w 2794116"/>
                <a:gd name="connsiteY5" fmla="*/ 1722799 h 1726798"/>
                <a:gd name="connsiteX6" fmla="*/ 0 w 2794116"/>
                <a:gd name="connsiteY6" fmla="*/ 0 h 1726798"/>
                <a:gd name="connsiteX0" fmla="*/ 0 w 2794116"/>
                <a:gd name="connsiteY0" fmla="*/ 0 h 1726798"/>
                <a:gd name="connsiteX1" fmla="*/ 2794116 w 2794116"/>
                <a:gd name="connsiteY1" fmla="*/ 0 h 1726798"/>
                <a:gd name="connsiteX2" fmla="*/ 2788506 w 2794116"/>
                <a:gd name="connsiteY2" fmla="*/ 1122548 h 1726798"/>
                <a:gd name="connsiteX3" fmla="*/ 1389510 w 2794116"/>
                <a:gd name="connsiteY3" fmla="*/ 1132156 h 1726798"/>
                <a:gd name="connsiteX4" fmla="*/ 1395119 w 2794116"/>
                <a:gd name="connsiteY4" fmla="*/ 1726798 h 1726798"/>
                <a:gd name="connsiteX5" fmla="*/ 5609 w 2794116"/>
                <a:gd name="connsiteY5" fmla="*/ 1722799 h 1726798"/>
                <a:gd name="connsiteX6" fmla="*/ 0 w 2794116"/>
                <a:gd name="connsiteY6" fmla="*/ 0 h 1726798"/>
                <a:gd name="connsiteX0" fmla="*/ 0 w 2794116"/>
                <a:gd name="connsiteY0" fmla="*/ 0 h 1752296"/>
                <a:gd name="connsiteX1" fmla="*/ 2794116 w 2794116"/>
                <a:gd name="connsiteY1" fmla="*/ 0 h 1752296"/>
                <a:gd name="connsiteX2" fmla="*/ 2788506 w 2794116"/>
                <a:gd name="connsiteY2" fmla="*/ 1122548 h 1752296"/>
                <a:gd name="connsiteX3" fmla="*/ 1389510 w 2794116"/>
                <a:gd name="connsiteY3" fmla="*/ 1132156 h 1752296"/>
                <a:gd name="connsiteX4" fmla="*/ 1395119 w 2794116"/>
                <a:gd name="connsiteY4" fmla="*/ 1726798 h 1752296"/>
                <a:gd name="connsiteX5" fmla="*/ 12983 w 2794116"/>
                <a:gd name="connsiteY5" fmla="*/ 1752296 h 1752296"/>
                <a:gd name="connsiteX6" fmla="*/ 0 w 2794116"/>
                <a:gd name="connsiteY6" fmla="*/ 0 h 1752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94116" h="1752296">
                  <a:moveTo>
                    <a:pt x="0" y="0"/>
                  </a:moveTo>
                  <a:lnTo>
                    <a:pt x="2794116" y="0"/>
                  </a:lnTo>
                  <a:lnTo>
                    <a:pt x="2788506" y="1122548"/>
                  </a:lnTo>
                  <a:lnTo>
                    <a:pt x="1389510" y="1132156"/>
                  </a:lnTo>
                  <a:cubicBezTo>
                    <a:pt x="1391380" y="1330370"/>
                    <a:pt x="1393249" y="1528584"/>
                    <a:pt x="1395119" y="1726798"/>
                  </a:cubicBezTo>
                  <a:lnTo>
                    <a:pt x="12983" y="1752296"/>
                  </a:lnTo>
                  <a:cubicBezTo>
                    <a:pt x="11113" y="1178030"/>
                    <a:pt x="1870" y="574266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24439DD-FF65-A943-35FB-45A5BDCF78ED}"/>
                </a:ext>
              </a:extLst>
            </p:cNvPr>
            <p:cNvSpPr/>
            <p:nvPr/>
          </p:nvSpPr>
          <p:spPr>
            <a:xfrm>
              <a:off x="8229600" y="2249590"/>
              <a:ext cx="1213874" cy="100418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4285C90-2AFD-F0EC-B8CE-05E691C808EF}"/>
                </a:ext>
              </a:extLst>
            </p:cNvPr>
            <p:cNvGrpSpPr/>
            <p:nvPr/>
          </p:nvGrpSpPr>
          <p:grpSpPr>
            <a:xfrm rot="10800000">
              <a:off x="7543047" y="1060235"/>
              <a:ext cx="465051" cy="298386"/>
              <a:chOff x="656321" y="2822285"/>
              <a:chExt cx="465051" cy="298386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31C810BD-E1F7-651B-FCC1-603C5D35C91B}"/>
                  </a:ext>
                </a:extLst>
              </p:cNvPr>
              <p:cNvGrpSpPr/>
              <p:nvPr/>
            </p:nvGrpSpPr>
            <p:grpSpPr>
              <a:xfrm rot="10800000" flipH="1">
                <a:off x="881816" y="2822285"/>
                <a:ext cx="239556" cy="295938"/>
                <a:chOff x="9076361" y="2963878"/>
                <a:chExt cx="239556" cy="295938"/>
              </a:xfrm>
            </p:grpSpPr>
            <p:sp>
              <p:nvSpPr>
                <p:cNvPr id="63" name="Isosceles Triangle 10">
                  <a:extLst>
                    <a:ext uri="{FF2B5EF4-FFF2-40B4-BE49-F238E27FC236}">
                      <a16:creationId xmlns:a16="http://schemas.microsoft.com/office/drawing/2014/main" id="{0731D153-C54C-700F-1888-7B0CF9CB0822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51C768EA-F21B-CE9D-F205-A77168C0999F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C1BC5F87-451A-D2D0-92D6-47CA0461CBD5}"/>
                  </a:ext>
                </a:extLst>
              </p:cNvPr>
              <p:cNvGrpSpPr/>
              <p:nvPr/>
            </p:nvGrpSpPr>
            <p:grpSpPr>
              <a:xfrm rot="10800000">
                <a:off x="656321" y="2824733"/>
                <a:ext cx="239556" cy="295938"/>
                <a:chOff x="9076361" y="2963878"/>
                <a:chExt cx="239556" cy="295938"/>
              </a:xfrm>
            </p:grpSpPr>
            <p:sp>
              <p:nvSpPr>
                <p:cNvPr id="61" name="Isosceles Triangle 10">
                  <a:extLst>
                    <a:ext uri="{FF2B5EF4-FFF2-40B4-BE49-F238E27FC236}">
                      <a16:creationId xmlns:a16="http://schemas.microsoft.com/office/drawing/2014/main" id="{E5625A27-172E-78D5-C511-F5C40EE9CCA8}"/>
                    </a:ext>
                  </a:extLst>
                </p:cNvPr>
                <p:cNvSpPr/>
                <p:nvPr/>
              </p:nvSpPr>
              <p:spPr>
                <a:xfrm flipH="1" flipV="1">
                  <a:off x="9076361" y="3001836"/>
                  <a:ext cx="239556" cy="257980"/>
                </a:xfrm>
                <a:custGeom>
                  <a:avLst/>
                  <a:gdLst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54996 w 154996"/>
                    <a:gd name="connsiteY2" fmla="*/ 132522 h 132522"/>
                    <a:gd name="connsiteX3" fmla="*/ 0 w 154996"/>
                    <a:gd name="connsiteY3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56930 w 154996"/>
                    <a:gd name="connsiteY2" fmla="*/ 45057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54996"/>
                    <a:gd name="connsiteY0" fmla="*/ 132522 h 132522"/>
                    <a:gd name="connsiteX1" fmla="*/ 0 w 154996"/>
                    <a:gd name="connsiteY1" fmla="*/ 0 h 132522"/>
                    <a:gd name="connsiteX2" fmla="*/ 112589 w 154996"/>
                    <a:gd name="connsiteY2" fmla="*/ 18553 h 132522"/>
                    <a:gd name="connsiteX3" fmla="*/ 154996 w 154996"/>
                    <a:gd name="connsiteY3" fmla="*/ 132522 h 132522"/>
                    <a:gd name="connsiteX4" fmla="*/ 0 w 154996"/>
                    <a:gd name="connsiteY4" fmla="*/ 132522 h 132522"/>
                    <a:gd name="connsiteX0" fmla="*/ 0 w 160273"/>
                    <a:gd name="connsiteY0" fmla="*/ 141085 h 141085"/>
                    <a:gd name="connsiteX1" fmla="*/ 0 w 160273"/>
                    <a:gd name="connsiteY1" fmla="*/ 8563 h 141085"/>
                    <a:gd name="connsiteX2" fmla="*/ 112589 w 160273"/>
                    <a:gd name="connsiteY2" fmla="*/ 27116 h 141085"/>
                    <a:gd name="connsiteX3" fmla="*/ 154996 w 160273"/>
                    <a:gd name="connsiteY3" fmla="*/ 141085 h 141085"/>
                    <a:gd name="connsiteX4" fmla="*/ 0 w 160273"/>
                    <a:gd name="connsiteY4" fmla="*/ 141085 h 141085"/>
                    <a:gd name="connsiteX0" fmla="*/ 0 w 158940"/>
                    <a:gd name="connsiteY0" fmla="*/ 138889 h 138889"/>
                    <a:gd name="connsiteX1" fmla="*/ 0 w 158940"/>
                    <a:gd name="connsiteY1" fmla="*/ 6367 h 138889"/>
                    <a:gd name="connsiteX2" fmla="*/ 112589 w 158940"/>
                    <a:gd name="connsiteY2" fmla="*/ 24920 h 138889"/>
                    <a:gd name="connsiteX3" fmla="*/ 154996 w 158940"/>
                    <a:gd name="connsiteY3" fmla="*/ 138889 h 138889"/>
                    <a:gd name="connsiteX4" fmla="*/ 0 w 158940"/>
                    <a:gd name="connsiteY4" fmla="*/ 138889 h 138889"/>
                    <a:gd name="connsiteX0" fmla="*/ 0 w 159464"/>
                    <a:gd name="connsiteY0" fmla="*/ 137644 h 137644"/>
                    <a:gd name="connsiteX1" fmla="*/ 0 w 159464"/>
                    <a:gd name="connsiteY1" fmla="*/ 5122 h 137644"/>
                    <a:gd name="connsiteX2" fmla="*/ 120540 w 159464"/>
                    <a:gd name="connsiteY2" fmla="*/ 34276 h 137644"/>
                    <a:gd name="connsiteX3" fmla="*/ 154996 w 159464"/>
                    <a:gd name="connsiteY3" fmla="*/ 137644 h 137644"/>
                    <a:gd name="connsiteX4" fmla="*/ 0 w 159464"/>
                    <a:gd name="connsiteY4" fmla="*/ 137644 h 137644"/>
                    <a:gd name="connsiteX0" fmla="*/ 0 w 159976"/>
                    <a:gd name="connsiteY0" fmla="*/ 142975 h 142975"/>
                    <a:gd name="connsiteX1" fmla="*/ 0 w 159976"/>
                    <a:gd name="connsiteY1" fmla="*/ 10453 h 142975"/>
                    <a:gd name="connsiteX2" fmla="*/ 71549 w 159976"/>
                    <a:gd name="connsiteY2" fmla="*/ 11882 h 142975"/>
                    <a:gd name="connsiteX3" fmla="*/ 120540 w 159976"/>
                    <a:gd name="connsiteY3" fmla="*/ 39607 h 142975"/>
                    <a:gd name="connsiteX4" fmla="*/ 154996 w 159976"/>
                    <a:gd name="connsiteY4" fmla="*/ 142975 h 142975"/>
                    <a:gd name="connsiteX5" fmla="*/ 0 w 159976"/>
                    <a:gd name="connsiteY5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6133"/>
                    <a:gd name="connsiteY0" fmla="*/ 142975 h 142975"/>
                    <a:gd name="connsiteX1" fmla="*/ 0 w 166133"/>
                    <a:gd name="connsiteY1" fmla="*/ 10453 h 142975"/>
                    <a:gd name="connsiteX2" fmla="*/ 71549 w 166133"/>
                    <a:gd name="connsiteY2" fmla="*/ 11882 h 142975"/>
                    <a:gd name="connsiteX3" fmla="*/ 120540 w 166133"/>
                    <a:gd name="connsiteY3" fmla="*/ 39607 h 142975"/>
                    <a:gd name="connsiteX4" fmla="*/ 150130 w 166133"/>
                    <a:gd name="connsiteY4" fmla="*/ 85700 h 142975"/>
                    <a:gd name="connsiteX5" fmla="*/ 154996 w 166133"/>
                    <a:gd name="connsiteY5" fmla="*/ 142975 h 142975"/>
                    <a:gd name="connsiteX6" fmla="*/ 0 w 166133"/>
                    <a:gd name="connsiteY6" fmla="*/ 142975 h 142975"/>
                    <a:gd name="connsiteX0" fmla="*/ 0 w 167850"/>
                    <a:gd name="connsiteY0" fmla="*/ 142975 h 142975"/>
                    <a:gd name="connsiteX1" fmla="*/ 0 w 167850"/>
                    <a:gd name="connsiteY1" fmla="*/ 10453 h 142975"/>
                    <a:gd name="connsiteX2" fmla="*/ 71549 w 167850"/>
                    <a:gd name="connsiteY2" fmla="*/ 11882 h 142975"/>
                    <a:gd name="connsiteX3" fmla="*/ 120540 w 167850"/>
                    <a:gd name="connsiteY3" fmla="*/ 39607 h 142975"/>
                    <a:gd name="connsiteX4" fmla="*/ 150130 w 167850"/>
                    <a:gd name="connsiteY4" fmla="*/ 85700 h 142975"/>
                    <a:gd name="connsiteX5" fmla="*/ 154996 w 167850"/>
                    <a:gd name="connsiteY5" fmla="*/ 142975 h 142975"/>
                    <a:gd name="connsiteX6" fmla="*/ 0 w 167850"/>
                    <a:gd name="connsiteY6" fmla="*/ 142975 h 142975"/>
                    <a:gd name="connsiteX0" fmla="*/ 0 w 167241"/>
                    <a:gd name="connsiteY0" fmla="*/ 142975 h 142975"/>
                    <a:gd name="connsiteX1" fmla="*/ 0 w 167241"/>
                    <a:gd name="connsiteY1" fmla="*/ 10453 h 142975"/>
                    <a:gd name="connsiteX2" fmla="*/ 71549 w 167241"/>
                    <a:gd name="connsiteY2" fmla="*/ 11882 h 142975"/>
                    <a:gd name="connsiteX3" fmla="*/ 120540 w 167241"/>
                    <a:gd name="connsiteY3" fmla="*/ 39607 h 142975"/>
                    <a:gd name="connsiteX4" fmla="*/ 150130 w 167241"/>
                    <a:gd name="connsiteY4" fmla="*/ 85700 h 142975"/>
                    <a:gd name="connsiteX5" fmla="*/ 154996 w 167241"/>
                    <a:gd name="connsiteY5" fmla="*/ 142975 h 142975"/>
                    <a:gd name="connsiteX6" fmla="*/ 0 w 167241"/>
                    <a:gd name="connsiteY6" fmla="*/ 142975 h 142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241" h="142975">
                      <a:moveTo>
                        <a:pt x="0" y="142975"/>
                      </a:moveTo>
                      <a:lnTo>
                        <a:pt x="0" y="10453"/>
                      </a:lnTo>
                      <a:cubicBezTo>
                        <a:pt x="11925" y="-11396"/>
                        <a:pt x="56221" y="7023"/>
                        <a:pt x="71549" y="11882"/>
                      </a:cubicBezTo>
                      <a:cubicBezTo>
                        <a:pt x="86877" y="16741"/>
                        <a:pt x="107443" y="27304"/>
                        <a:pt x="120540" y="39607"/>
                      </a:cubicBezTo>
                      <a:cubicBezTo>
                        <a:pt x="133637" y="51910"/>
                        <a:pt x="139625" y="63710"/>
                        <a:pt x="150130" y="85700"/>
                      </a:cubicBezTo>
                      <a:cubicBezTo>
                        <a:pt x="160635" y="107690"/>
                        <a:pt x="180018" y="133429"/>
                        <a:pt x="154996" y="142975"/>
                      </a:cubicBezTo>
                      <a:lnTo>
                        <a:pt x="0" y="142975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1E89B796-C8C9-F9EE-E2F6-326C049F1C3C}"/>
                    </a:ext>
                  </a:extLst>
                </p:cNvPr>
                <p:cNvSpPr/>
                <p:nvPr/>
              </p:nvSpPr>
              <p:spPr>
                <a:xfrm rot="16200000">
                  <a:off x="9158183" y="2889241"/>
                  <a:ext cx="75913" cy="2251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41CFC3A-8B9F-5CC8-8671-91227A6FF291}"/>
                </a:ext>
              </a:extLst>
            </p:cNvPr>
            <p:cNvSpPr/>
            <p:nvPr/>
          </p:nvSpPr>
          <p:spPr>
            <a:xfrm rot="16200000">
              <a:off x="7082312" y="895690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62322C6-171F-4CE7-F228-87C90900A3AD}"/>
                </a:ext>
              </a:extLst>
            </p:cNvPr>
            <p:cNvSpPr/>
            <p:nvPr/>
          </p:nvSpPr>
          <p:spPr>
            <a:xfrm rot="16200000">
              <a:off x="8428673" y="888010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85F3860-62C0-AA8F-D416-EF505EFFF582}"/>
                </a:ext>
              </a:extLst>
            </p:cNvPr>
            <p:cNvSpPr/>
            <p:nvPr/>
          </p:nvSpPr>
          <p:spPr>
            <a:xfrm>
              <a:off x="9421668" y="1460641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8B27A13-73DA-6D7F-3D3D-E821087D306E}"/>
                </a:ext>
              </a:extLst>
            </p:cNvPr>
            <p:cNvSpPr/>
            <p:nvPr/>
          </p:nvSpPr>
          <p:spPr>
            <a:xfrm>
              <a:off x="9409711" y="2553873"/>
              <a:ext cx="45719" cy="41763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EB35962-21AD-6D53-770E-840893F84271}"/>
                </a:ext>
              </a:extLst>
            </p:cNvPr>
            <p:cNvSpPr/>
            <p:nvPr/>
          </p:nvSpPr>
          <p:spPr>
            <a:xfrm>
              <a:off x="6991288" y="1345958"/>
              <a:ext cx="1888217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Warr Bedroom</a:t>
              </a:r>
              <a:endPara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A608569D-BA64-A5F0-71B7-659FC3DAADAF}"/>
                </a:ext>
              </a:extLst>
            </p:cNvPr>
            <p:cNvGrpSpPr/>
            <p:nvPr/>
          </p:nvGrpSpPr>
          <p:grpSpPr>
            <a:xfrm>
              <a:off x="8759727" y="2206873"/>
              <a:ext cx="239556" cy="295938"/>
              <a:chOff x="9076361" y="2963878"/>
              <a:chExt cx="239556" cy="295938"/>
            </a:xfrm>
          </p:grpSpPr>
          <p:sp>
            <p:nvSpPr>
              <p:cNvPr id="115" name="Isosceles Triangle 10">
                <a:extLst>
                  <a:ext uri="{FF2B5EF4-FFF2-40B4-BE49-F238E27FC236}">
                    <a16:creationId xmlns:a16="http://schemas.microsoft.com/office/drawing/2014/main" id="{965A38EA-0475-DBAE-7075-6E24628696AC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7B3EFA82-A5CB-6534-03DC-B58CF86C4A5A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41E9CBA-51BD-6D44-1228-4553D68B7A45}"/>
                </a:ext>
              </a:extLst>
            </p:cNvPr>
            <p:cNvGrpSpPr/>
            <p:nvPr/>
          </p:nvGrpSpPr>
          <p:grpSpPr>
            <a:xfrm rot="10800000">
              <a:off x="6945832" y="2578498"/>
              <a:ext cx="239556" cy="295938"/>
              <a:chOff x="9076361" y="2963878"/>
              <a:chExt cx="239556" cy="295938"/>
            </a:xfrm>
          </p:grpSpPr>
          <p:sp>
            <p:nvSpPr>
              <p:cNvPr id="105" name="Isosceles Triangle 10">
                <a:extLst>
                  <a:ext uri="{FF2B5EF4-FFF2-40B4-BE49-F238E27FC236}">
                    <a16:creationId xmlns:a16="http://schemas.microsoft.com/office/drawing/2014/main" id="{5CEE60D6-0615-F1A5-7F99-C63166DA51F0}"/>
                  </a:ext>
                </a:extLst>
              </p:cNvPr>
              <p:cNvSpPr/>
              <p:nvPr/>
            </p:nvSpPr>
            <p:spPr>
              <a:xfrm flipH="1" flipV="1">
                <a:off x="9076361" y="3001836"/>
                <a:ext cx="239556" cy="257980"/>
              </a:xfrm>
              <a:custGeom>
                <a:avLst/>
                <a:gdLst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54996 w 154996"/>
                  <a:gd name="connsiteY2" fmla="*/ 132522 h 132522"/>
                  <a:gd name="connsiteX3" fmla="*/ 0 w 154996"/>
                  <a:gd name="connsiteY3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56930 w 154996"/>
                  <a:gd name="connsiteY2" fmla="*/ 45057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54996"/>
                  <a:gd name="connsiteY0" fmla="*/ 132522 h 132522"/>
                  <a:gd name="connsiteX1" fmla="*/ 0 w 154996"/>
                  <a:gd name="connsiteY1" fmla="*/ 0 h 132522"/>
                  <a:gd name="connsiteX2" fmla="*/ 112589 w 154996"/>
                  <a:gd name="connsiteY2" fmla="*/ 18553 h 132522"/>
                  <a:gd name="connsiteX3" fmla="*/ 154996 w 154996"/>
                  <a:gd name="connsiteY3" fmla="*/ 132522 h 132522"/>
                  <a:gd name="connsiteX4" fmla="*/ 0 w 154996"/>
                  <a:gd name="connsiteY4" fmla="*/ 132522 h 132522"/>
                  <a:gd name="connsiteX0" fmla="*/ 0 w 160273"/>
                  <a:gd name="connsiteY0" fmla="*/ 141085 h 141085"/>
                  <a:gd name="connsiteX1" fmla="*/ 0 w 160273"/>
                  <a:gd name="connsiteY1" fmla="*/ 8563 h 141085"/>
                  <a:gd name="connsiteX2" fmla="*/ 112589 w 160273"/>
                  <a:gd name="connsiteY2" fmla="*/ 27116 h 141085"/>
                  <a:gd name="connsiteX3" fmla="*/ 154996 w 160273"/>
                  <a:gd name="connsiteY3" fmla="*/ 141085 h 141085"/>
                  <a:gd name="connsiteX4" fmla="*/ 0 w 160273"/>
                  <a:gd name="connsiteY4" fmla="*/ 141085 h 141085"/>
                  <a:gd name="connsiteX0" fmla="*/ 0 w 158940"/>
                  <a:gd name="connsiteY0" fmla="*/ 138889 h 138889"/>
                  <a:gd name="connsiteX1" fmla="*/ 0 w 158940"/>
                  <a:gd name="connsiteY1" fmla="*/ 6367 h 138889"/>
                  <a:gd name="connsiteX2" fmla="*/ 112589 w 158940"/>
                  <a:gd name="connsiteY2" fmla="*/ 24920 h 138889"/>
                  <a:gd name="connsiteX3" fmla="*/ 154996 w 158940"/>
                  <a:gd name="connsiteY3" fmla="*/ 138889 h 138889"/>
                  <a:gd name="connsiteX4" fmla="*/ 0 w 158940"/>
                  <a:gd name="connsiteY4" fmla="*/ 138889 h 138889"/>
                  <a:gd name="connsiteX0" fmla="*/ 0 w 159464"/>
                  <a:gd name="connsiteY0" fmla="*/ 137644 h 137644"/>
                  <a:gd name="connsiteX1" fmla="*/ 0 w 159464"/>
                  <a:gd name="connsiteY1" fmla="*/ 5122 h 137644"/>
                  <a:gd name="connsiteX2" fmla="*/ 120540 w 159464"/>
                  <a:gd name="connsiteY2" fmla="*/ 34276 h 137644"/>
                  <a:gd name="connsiteX3" fmla="*/ 154996 w 159464"/>
                  <a:gd name="connsiteY3" fmla="*/ 137644 h 137644"/>
                  <a:gd name="connsiteX4" fmla="*/ 0 w 159464"/>
                  <a:gd name="connsiteY4" fmla="*/ 137644 h 137644"/>
                  <a:gd name="connsiteX0" fmla="*/ 0 w 159976"/>
                  <a:gd name="connsiteY0" fmla="*/ 142975 h 142975"/>
                  <a:gd name="connsiteX1" fmla="*/ 0 w 159976"/>
                  <a:gd name="connsiteY1" fmla="*/ 10453 h 142975"/>
                  <a:gd name="connsiteX2" fmla="*/ 71549 w 159976"/>
                  <a:gd name="connsiteY2" fmla="*/ 11882 h 142975"/>
                  <a:gd name="connsiteX3" fmla="*/ 120540 w 159976"/>
                  <a:gd name="connsiteY3" fmla="*/ 39607 h 142975"/>
                  <a:gd name="connsiteX4" fmla="*/ 154996 w 159976"/>
                  <a:gd name="connsiteY4" fmla="*/ 142975 h 142975"/>
                  <a:gd name="connsiteX5" fmla="*/ 0 w 159976"/>
                  <a:gd name="connsiteY5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6133"/>
                  <a:gd name="connsiteY0" fmla="*/ 142975 h 142975"/>
                  <a:gd name="connsiteX1" fmla="*/ 0 w 166133"/>
                  <a:gd name="connsiteY1" fmla="*/ 10453 h 142975"/>
                  <a:gd name="connsiteX2" fmla="*/ 71549 w 166133"/>
                  <a:gd name="connsiteY2" fmla="*/ 11882 h 142975"/>
                  <a:gd name="connsiteX3" fmla="*/ 120540 w 166133"/>
                  <a:gd name="connsiteY3" fmla="*/ 39607 h 142975"/>
                  <a:gd name="connsiteX4" fmla="*/ 150130 w 166133"/>
                  <a:gd name="connsiteY4" fmla="*/ 85700 h 142975"/>
                  <a:gd name="connsiteX5" fmla="*/ 154996 w 166133"/>
                  <a:gd name="connsiteY5" fmla="*/ 142975 h 142975"/>
                  <a:gd name="connsiteX6" fmla="*/ 0 w 166133"/>
                  <a:gd name="connsiteY6" fmla="*/ 142975 h 142975"/>
                  <a:gd name="connsiteX0" fmla="*/ 0 w 167850"/>
                  <a:gd name="connsiteY0" fmla="*/ 142975 h 142975"/>
                  <a:gd name="connsiteX1" fmla="*/ 0 w 167850"/>
                  <a:gd name="connsiteY1" fmla="*/ 10453 h 142975"/>
                  <a:gd name="connsiteX2" fmla="*/ 71549 w 167850"/>
                  <a:gd name="connsiteY2" fmla="*/ 11882 h 142975"/>
                  <a:gd name="connsiteX3" fmla="*/ 120540 w 167850"/>
                  <a:gd name="connsiteY3" fmla="*/ 39607 h 142975"/>
                  <a:gd name="connsiteX4" fmla="*/ 150130 w 167850"/>
                  <a:gd name="connsiteY4" fmla="*/ 85700 h 142975"/>
                  <a:gd name="connsiteX5" fmla="*/ 154996 w 167850"/>
                  <a:gd name="connsiteY5" fmla="*/ 142975 h 142975"/>
                  <a:gd name="connsiteX6" fmla="*/ 0 w 167850"/>
                  <a:gd name="connsiteY6" fmla="*/ 142975 h 142975"/>
                  <a:gd name="connsiteX0" fmla="*/ 0 w 167241"/>
                  <a:gd name="connsiteY0" fmla="*/ 142975 h 142975"/>
                  <a:gd name="connsiteX1" fmla="*/ 0 w 167241"/>
                  <a:gd name="connsiteY1" fmla="*/ 10453 h 142975"/>
                  <a:gd name="connsiteX2" fmla="*/ 71549 w 167241"/>
                  <a:gd name="connsiteY2" fmla="*/ 11882 h 142975"/>
                  <a:gd name="connsiteX3" fmla="*/ 120540 w 167241"/>
                  <a:gd name="connsiteY3" fmla="*/ 39607 h 142975"/>
                  <a:gd name="connsiteX4" fmla="*/ 150130 w 167241"/>
                  <a:gd name="connsiteY4" fmla="*/ 85700 h 142975"/>
                  <a:gd name="connsiteX5" fmla="*/ 154996 w 167241"/>
                  <a:gd name="connsiteY5" fmla="*/ 142975 h 142975"/>
                  <a:gd name="connsiteX6" fmla="*/ 0 w 167241"/>
                  <a:gd name="connsiteY6" fmla="*/ 142975 h 14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7241" h="142975">
                    <a:moveTo>
                      <a:pt x="0" y="142975"/>
                    </a:moveTo>
                    <a:lnTo>
                      <a:pt x="0" y="10453"/>
                    </a:lnTo>
                    <a:cubicBezTo>
                      <a:pt x="11925" y="-11396"/>
                      <a:pt x="56221" y="7023"/>
                      <a:pt x="71549" y="11882"/>
                    </a:cubicBezTo>
                    <a:cubicBezTo>
                      <a:pt x="86877" y="16741"/>
                      <a:pt x="107443" y="27304"/>
                      <a:pt x="120540" y="39607"/>
                    </a:cubicBezTo>
                    <a:cubicBezTo>
                      <a:pt x="133637" y="51910"/>
                      <a:pt x="139625" y="63710"/>
                      <a:pt x="150130" y="85700"/>
                    </a:cubicBezTo>
                    <a:cubicBezTo>
                      <a:pt x="160635" y="107690"/>
                      <a:pt x="180018" y="133429"/>
                      <a:pt x="154996" y="142975"/>
                    </a:cubicBezTo>
                    <a:lnTo>
                      <a:pt x="0" y="142975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3E192960-F627-1B4F-8F42-06F278E06743}"/>
                  </a:ext>
                </a:extLst>
              </p:cNvPr>
              <p:cNvSpPr/>
              <p:nvPr/>
            </p:nvSpPr>
            <p:spPr>
              <a:xfrm rot="16200000">
                <a:off x="9158183" y="2889241"/>
                <a:ext cx="75913" cy="225188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" name="Rectangle 86">
            <a:extLst>
              <a:ext uri="{FF2B5EF4-FFF2-40B4-BE49-F238E27FC236}">
                <a16:creationId xmlns:a16="http://schemas.microsoft.com/office/drawing/2014/main" id="{7CB392EB-8E13-78FB-2DB7-2285260D86A8}"/>
              </a:ext>
            </a:extLst>
          </p:cNvPr>
          <p:cNvSpPr/>
          <p:nvPr/>
        </p:nvSpPr>
        <p:spPr>
          <a:xfrm>
            <a:off x="6749254" y="3653228"/>
            <a:ext cx="610427" cy="849860"/>
          </a:xfrm>
          <a:custGeom>
            <a:avLst/>
            <a:gdLst>
              <a:gd name="connsiteX0" fmla="*/ 0 w 610427"/>
              <a:gd name="connsiteY0" fmla="*/ 0 h 374634"/>
              <a:gd name="connsiteX1" fmla="*/ 610427 w 610427"/>
              <a:gd name="connsiteY1" fmla="*/ 0 h 374634"/>
              <a:gd name="connsiteX2" fmla="*/ 610427 w 610427"/>
              <a:gd name="connsiteY2" fmla="*/ 374634 h 374634"/>
              <a:gd name="connsiteX3" fmla="*/ 0 w 610427"/>
              <a:gd name="connsiteY3" fmla="*/ 374634 h 374634"/>
              <a:gd name="connsiteX4" fmla="*/ 0 w 610427"/>
              <a:gd name="connsiteY4" fmla="*/ 0 h 374634"/>
              <a:gd name="connsiteX0" fmla="*/ 0 w 610427"/>
              <a:gd name="connsiteY0" fmla="*/ 475226 h 849860"/>
              <a:gd name="connsiteX1" fmla="*/ 610427 w 610427"/>
              <a:gd name="connsiteY1" fmla="*/ 0 h 849860"/>
              <a:gd name="connsiteX2" fmla="*/ 610427 w 610427"/>
              <a:gd name="connsiteY2" fmla="*/ 849860 h 849860"/>
              <a:gd name="connsiteX3" fmla="*/ 0 w 610427"/>
              <a:gd name="connsiteY3" fmla="*/ 849860 h 849860"/>
              <a:gd name="connsiteX4" fmla="*/ 0 w 610427"/>
              <a:gd name="connsiteY4" fmla="*/ 475226 h 849860"/>
              <a:gd name="connsiteX0" fmla="*/ 0 w 610427"/>
              <a:gd name="connsiteY0" fmla="*/ 475226 h 849860"/>
              <a:gd name="connsiteX1" fmla="*/ 321672 w 610427"/>
              <a:gd name="connsiteY1" fmla="*/ 224528 h 849860"/>
              <a:gd name="connsiteX2" fmla="*/ 610427 w 610427"/>
              <a:gd name="connsiteY2" fmla="*/ 0 h 849860"/>
              <a:gd name="connsiteX3" fmla="*/ 610427 w 610427"/>
              <a:gd name="connsiteY3" fmla="*/ 849860 h 849860"/>
              <a:gd name="connsiteX4" fmla="*/ 0 w 610427"/>
              <a:gd name="connsiteY4" fmla="*/ 849860 h 849860"/>
              <a:gd name="connsiteX5" fmla="*/ 0 w 610427"/>
              <a:gd name="connsiteY5" fmla="*/ 475226 h 849860"/>
              <a:gd name="connsiteX0" fmla="*/ 0 w 610427"/>
              <a:gd name="connsiteY0" fmla="*/ 475226 h 849860"/>
              <a:gd name="connsiteX1" fmla="*/ 177465 w 610427"/>
              <a:gd name="connsiteY1" fmla="*/ 4941 h 849860"/>
              <a:gd name="connsiteX2" fmla="*/ 610427 w 610427"/>
              <a:gd name="connsiteY2" fmla="*/ 0 h 849860"/>
              <a:gd name="connsiteX3" fmla="*/ 610427 w 610427"/>
              <a:gd name="connsiteY3" fmla="*/ 849860 h 849860"/>
              <a:gd name="connsiteX4" fmla="*/ 0 w 610427"/>
              <a:gd name="connsiteY4" fmla="*/ 849860 h 849860"/>
              <a:gd name="connsiteX5" fmla="*/ 0 w 610427"/>
              <a:gd name="connsiteY5" fmla="*/ 475226 h 849860"/>
              <a:gd name="connsiteX0" fmla="*/ 0 w 610427"/>
              <a:gd name="connsiteY0" fmla="*/ 475226 h 849860"/>
              <a:gd name="connsiteX1" fmla="*/ 72588 w 610427"/>
              <a:gd name="connsiteY1" fmla="*/ 283521 h 849860"/>
              <a:gd name="connsiteX2" fmla="*/ 177465 w 610427"/>
              <a:gd name="connsiteY2" fmla="*/ 4941 h 849860"/>
              <a:gd name="connsiteX3" fmla="*/ 610427 w 610427"/>
              <a:gd name="connsiteY3" fmla="*/ 0 h 849860"/>
              <a:gd name="connsiteX4" fmla="*/ 610427 w 610427"/>
              <a:gd name="connsiteY4" fmla="*/ 849860 h 849860"/>
              <a:gd name="connsiteX5" fmla="*/ 0 w 610427"/>
              <a:gd name="connsiteY5" fmla="*/ 849860 h 849860"/>
              <a:gd name="connsiteX6" fmla="*/ 0 w 610427"/>
              <a:gd name="connsiteY6" fmla="*/ 475226 h 849860"/>
              <a:gd name="connsiteX0" fmla="*/ 0 w 610427"/>
              <a:gd name="connsiteY0" fmla="*/ 475226 h 849860"/>
              <a:gd name="connsiteX1" fmla="*/ 226626 w 610427"/>
              <a:gd name="connsiteY1" fmla="*/ 473612 h 849860"/>
              <a:gd name="connsiteX2" fmla="*/ 177465 w 610427"/>
              <a:gd name="connsiteY2" fmla="*/ 4941 h 849860"/>
              <a:gd name="connsiteX3" fmla="*/ 610427 w 610427"/>
              <a:gd name="connsiteY3" fmla="*/ 0 h 849860"/>
              <a:gd name="connsiteX4" fmla="*/ 610427 w 610427"/>
              <a:gd name="connsiteY4" fmla="*/ 849860 h 849860"/>
              <a:gd name="connsiteX5" fmla="*/ 0 w 610427"/>
              <a:gd name="connsiteY5" fmla="*/ 849860 h 849860"/>
              <a:gd name="connsiteX6" fmla="*/ 0 w 610427"/>
              <a:gd name="connsiteY6" fmla="*/ 475226 h 849860"/>
              <a:gd name="connsiteX0" fmla="*/ 0 w 610427"/>
              <a:gd name="connsiteY0" fmla="*/ 475226 h 849860"/>
              <a:gd name="connsiteX1" fmla="*/ 226626 w 610427"/>
              <a:gd name="connsiteY1" fmla="*/ 473612 h 849860"/>
              <a:gd name="connsiteX2" fmla="*/ 223348 w 610427"/>
              <a:gd name="connsiteY2" fmla="*/ 8219 h 849860"/>
              <a:gd name="connsiteX3" fmla="*/ 610427 w 610427"/>
              <a:gd name="connsiteY3" fmla="*/ 0 h 849860"/>
              <a:gd name="connsiteX4" fmla="*/ 610427 w 610427"/>
              <a:gd name="connsiteY4" fmla="*/ 849860 h 849860"/>
              <a:gd name="connsiteX5" fmla="*/ 0 w 610427"/>
              <a:gd name="connsiteY5" fmla="*/ 849860 h 849860"/>
              <a:gd name="connsiteX6" fmla="*/ 0 w 610427"/>
              <a:gd name="connsiteY6" fmla="*/ 475226 h 849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0427" h="849860">
                <a:moveTo>
                  <a:pt x="0" y="475226"/>
                </a:moveTo>
                <a:lnTo>
                  <a:pt x="226626" y="473612"/>
                </a:lnTo>
                <a:cubicBezTo>
                  <a:pt x="225533" y="318481"/>
                  <a:pt x="224441" y="163350"/>
                  <a:pt x="223348" y="8219"/>
                </a:cubicBezTo>
                <a:lnTo>
                  <a:pt x="610427" y="0"/>
                </a:lnTo>
                <a:lnTo>
                  <a:pt x="610427" y="849860"/>
                </a:lnTo>
                <a:lnTo>
                  <a:pt x="0" y="849860"/>
                </a:lnTo>
                <a:lnTo>
                  <a:pt x="0" y="475226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bg1"/>
              </a:gs>
              <a:gs pos="100000">
                <a:schemeClr val="bg2">
                  <a:lumMod val="50000"/>
                </a:schemeClr>
              </a:gs>
            </a:gsLst>
            <a:lin ang="8100000" scaled="1"/>
            <a:tileRect/>
          </a:gra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82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yellow house with a tree in front&#10;&#10;Description automatically generated">
            <a:extLst>
              <a:ext uri="{FF2B5EF4-FFF2-40B4-BE49-F238E27FC236}">
                <a16:creationId xmlns:a16="http://schemas.microsoft.com/office/drawing/2014/main" id="{B138EDDA-F709-62B0-9FAD-99C187CCB7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2" t="6097" r="9265" b="3256"/>
          <a:stretch/>
        </p:blipFill>
        <p:spPr>
          <a:xfrm>
            <a:off x="4889145" y="4346085"/>
            <a:ext cx="2185109" cy="145667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DF80163-1E10-369A-ECCB-3C321DF16414}"/>
              </a:ext>
            </a:extLst>
          </p:cNvPr>
          <p:cNvGrpSpPr/>
          <p:nvPr/>
        </p:nvGrpSpPr>
        <p:grpSpPr>
          <a:xfrm>
            <a:off x="4086224" y="5928242"/>
            <a:ext cx="4019550" cy="2276475"/>
            <a:chOff x="2981325" y="2295525"/>
            <a:chExt cx="4019550" cy="227647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4340052-2F9E-22FE-EF42-311163D65C7D}"/>
                </a:ext>
              </a:extLst>
            </p:cNvPr>
            <p:cNvSpPr/>
            <p:nvPr/>
          </p:nvSpPr>
          <p:spPr>
            <a:xfrm>
              <a:off x="2981325" y="2295525"/>
              <a:ext cx="4019550" cy="2276475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93E9634-218D-520D-E12C-92C432586B8E}"/>
                </a:ext>
              </a:extLst>
            </p:cNvPr>
            <p:cNvSpPr/>
            <p:nvPr/>
          </p:nvSpPr>
          <p:spPr>
            <a:xfrm>
              <a:off x="3576675" y="2700661"/>
              <a:ext cx="2800350" cy="1456677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3614A36-ACE9-5C4B-4B75-1A84F290C295}"/>
              </a:ext>
            </a:extLst>
          </p:cNvPr>
          <p:cNvSpPr/>
          <p:nvPr/>
        </p:nvSpPr>
        <p:spPr>
          <a:xfrm>
            <a:off x="4213139" y="1145361"/>
            <a:ext cx="2639618" cy="2619375"/>
          </a:xfrm>
          <a:custGeom>
            <a:avLst/>
            <a:gdLst>
              <a:gd name="csX0" fmla="*/ 639368 w 2639618"/>
              <a:gd name="csY0" fmla="*/ 723900 h 2619375"/>
              <a:gd name="csX1" fmla="*/ 467918 w 2639618"/>
              <a:gd name="csY1" fmla="*/ 742950 h 2619375"/>
              <a:gd name="csX2" fmla="*/ 325043 w 2639618"/>
              <a:gd name="csY2" fmla="*/ 895350 h 2619375"/>
              <a:gd name="csX3" fmla="*/ 58343 w 2639618"/>
              <a:gd name="csY3" fmla="*/ 962025 h 2619375"/>
              <a:gd name="csX4" fmla="*/ 1193 w 2639618"/>
              <a:gd name="csY4" fmla="*/ 1104900 h 2619375"/>
              <a:gd name="csX5" fmla="*/ 58343 w 2639618"/>
              <a:gd name="csY5" fmla="*/ 1190625 h 2619375"/>
              <a:gd name="csX6" fmla="*/ 325043 w 2639618"/>
              <a:gd name="csY6" fmla="*/ 1381125 h 2619375"/>
              <a:gd name="csX7" fmla="*/ 486968 w 2639618"/>
              <a:gd name="csY7" fmla="*/ 1524000 h 2619375"/>
              <a:gd name="csX8" fmla="*/ 506018 w 2639618"/>
              <a:gd name="csY8" fmla="*/ 1619250 h 2619375"/>
              <a:gd name="csX9" fmla="*/ 429818 w 2639618"/>
              <a:gd name="csY9" fmla="*/ 1704975 h 2619375"/>
              <a:gd name="csX10" fmla="*/ 315518 w 2639618"/>
              <a:gd name="csY10" fmla="*/ 1847850 h 2619375"/>
              <a:gd name="csX11" fmla="*/ 305993 w 2639618"/>
              <a:gd name="csY11" fmla="*/ 1905000 h 2619375"/>
              <a:gd name="csX12" fmla="*/ 296468 w 2639618"/>
              <a:gd name="csY12" fmla="*/ 1971675 h 2619375"/>
              <a:gd name="csX13" fmla="*/ 267893 w 2639618"/>
              <a:gd name="csY13" fmla="*/ 2047875 h 2619375"/>
              <a:gd name="csX14" fmla="*/ 315518 w 2639618"/>
              <a:gd name="csY14" fmla="*/ 2152650 h 2619375"/>
              <a:gd name="csX15" fmla="*/ 696518 w 2639618"/>
              <a:gd name="csY15" fmla="*/ 2228850 h 2619375"/>
              <a:gd name="csX16" fmla="*/ 848918 w 2639618"/>
              <a:gd name="csY16" fmla="*/ 2209800 h 2619375"/>
              <a:gd name="csX17" fmla="*/ 1001318 w 2639618"/>
              <a:gd name="csY17" fmla="*/ 2276475 h 2619375"/>
              <a:gd name="csX18" fmla="*/ 1277543 w 2639618"/>
              <a:gd name="csY18" fmla="*/ 2466975 h 2619375"/>
              <a:gd name="csX19" fmla="*/ 1325168 w 2639618"/>
              <a:gd name="csY19" fmla="*/ 2533650 h 2619375"/>
              <a:gd name="csX20" fmla="*/ 1696643 w 2639618"/>
              <a:gd name="csY20" fmla="*/ 2619375 h 2619375"/>
              <a:gd name="csX21" fmla="*/ 1744268 w 2639618"/>
              <a:gd name="csY21" fmla="*/ 2543175 h 2619375"/>
              <a:gd name="csX22" fmla="*/ 1763318 w 2639618"/>
              <a:gd name="csY22" fmla="*/ 2476500 h 2619375"/>
              <a:gd name="csX23" fmla="*/ 1734743 w 2639618"/>
              <a:gd name="csY23" fmla="*/ 2409825 h 2619375"/>
              <a:gd name="csX24" fmla="*/ 1668068 w 2639618"/>
              <a:gd name="csY24" fmla="*/ 2295525 h 2619375"/>
              <a:gd name="csX25" fmla="*/ 1658543 w 2639618"/>
              <a:gd name="csY25" fmla="*/ 2209800 h 2619375"/>
              <a:gd name="csX26" fmla="*/ 1715693 w 2639618"/>
              <a:gd name="csY26" fmla="*/ 2162175 h 2619375"/>
              <a:gd name="csX27" fmla="*/ 1906193 w 2639618"/>
              <a:gd name="csY27" fmla="*/ 2095500 h 2619375"/>
              <a:gd name="csX28" fmla="*/ 2353868 w 2639618"/>
              <a:gd name="csY28" fmla="*/ 2066925 h 2619375"/>
              <a:gd name="csX29" fmla="*/ 2525318 w 2639618"/>
              <a:gd name="csY29" fmla="*/ 2009775 h 2619375"/>
              <a:gd name="csX30" fmla="*/ 2591993 w 2639618"/>
              <a:gd name="csY30" fmla="*/ 1933575 h 2619375"/>
              <a:gd name="csX31" fmla="*/ 2639618 w 2639618"/>
              <a:gd name="csY31" fmla="*/ 1762125 h 2619375"/>
              <a:gd name="csX32" fmla="*/ 2534843 w 2639618"/>
              <a:gd name="csY32" fmla="*/ 1600200 h 2619375"/>
              <a:gd name="csX33" fmla="*/ 2391968 w 2639618"/>
              <a:gd name="csY33" fmla="*/ 1457325 h 2619375"/>
              <a:gd name="csX34" fmla="*/ 2315768 w 2639618"/>
              <a:gd name="csY34" fmla="*/ 1400175 h 2619375"/>
              <a:gd name="csX35" fmla="*/ 2153843 w 2639618"/>
              <a:gd name="csY35" fmla="*/ 1295400 h 2619375"/>
              <a:gd name="csX36" fmla="*/ 2030018 w 2639618"/>
              <a:gd name="csY36" fmla="*/ 1162050 h 2619375"/>
              <a:gd name="csX37" fmla="*/ 2010968 w 2639618"/>
              <a:gd name="csY37" fmla="*/ 1076325 h 2619375"/>
              <a:gd name="csX38" fmla="*/ 2020493 w 2639618"/>
              <a:gd name="csY38" fmla="*/ 1000125 h 2619375"/>
              <a:gd name="csX39" fmla="*/ 2068118 w 2639618"/>
              <a:gd name="csY39" fmla="*/ 857250 h 2619375"/>
              <a:gd name="csX40" fmla="*/ 2077643 w 2639618"/>
              <a:gd name="csY40" fmla="*/ 762000 h 2619375"/>
              <a:gd name="csX41" fmla="*/ 2010968 w 2639618"/>
              <a:gd name="csY41" fmla="*/ 619125 h 2619375"/>
              <a:gd name="csX42" fmla="*/ 1934768 w 2639618"/>
              <a:gd name="csY42" fmla="*/ 561975 h 2619375"/>
              <a:gd name="csX43" fmla="*/ 1849043 w 2639618"/>
              <a:gd name="csY43" fmla="*/ 552450 h 2619375"/>
              <a:gd name="csX44" fmla="*/ 1763318 w 2639618"/>
              <a:gd name="csY44" fmla="*/ 619125 h 2619375"/>
              <a:gd name="csX45" fmla="*/ 1715693 w 2639618"/>
              <a:gd name="csY45" fmla="*/ 647700 h 2619375"/>
              <a:gd name="csX46" fmla="*/ 1572818 w 2639618"/>
              <a:gd name="csY46" fmla="*/ 457200 h 2619375"/>
              <a:gd name="csX47" fmla="*/ 1563293 w 2639618"/>
              <a:gd name="csY47" fmla="*/ 390525 h 2619375"/>
              <a:gd name="csX48" fmla="*/ 1553768 w 2639618"/>
              <a:gd name="csY48" fmla="*/ 314325 h 2619375"/>
              <a:gd name="csX49" fmla="*/ 1420418 w 2639618"/>
              <a:gd name="csY49" fmla="*/ 161925 h 2619375"/>
              <a:gd name="csX50" fmla="*/ 1144193 w 2639618"/>
              <a:gd name="csY50" fmla="*/ 19050 h 2619375"/>
              <a:gd name="csX51" fmla="*/ 1020368 w 2639618"/>
              <a:gd name="csY51" fmla="*/ 0 h 2619375"/>
              <a:gd name="csX52" fmla="*/ 963218 w 2639618"/>
              <a:gd name="csY52" fmla="*/ 47625 h 2619375"/>
              <a:gd name="csX53" fmla="*/ 934643 w 2639618"/>
              <a:gd name="csY53" fmla="*/ 247650 h 2619375"/>
              <a:gd name="csX54" fmla="*/ 801293 w 2639618"/>
              <a:gd name="csY54" fmla="*/ 238125 h 2619375"/>
              <a:gd name="csX55" fmla="*/ 572693 w 2639618"/>
              <a:gd name="csY55" fmla="*/ 123825 h 2619375"/>
              <a:gd name="csX56" fmla="*/ 486968 w 2639618"/>
              <a:gd name="csY56" fmla="*/ 161925 h 2619375"/>
              <a:gd name="csX57" fmla="*/ 477443 w 2639618"/>
              <a:gd name="csY57" fmla="*/ 228600 h 2619375"/>
              <a:gd name="csX58" fmla="*/ 496493 w 2639618"/>
              <a:gd name="csY58" fmla="*/ 390525 h 2619375"/>
              <a:gd name="csX59" fmla="*/ 534593 w 2639618"/>
              <a:gd name="csY59" fmla="*/ 447675 h 2619375"/>
              <a:gd name="csX60" fmla="*/ 563168 w 2639618"/>
              <a:gd name="csY60" fmla="*/ 495300 h 2619375"/>
              <a:gd name="csX61" fmla="*/ 601268 w 2639618"/>
              <a:gd name="csY61" fmla="*/ 590550 h 2619375"/>
              <a:gd name="csX62" fmla="*/ 620318 w 2639618"/>
              <a:gd name="csY62" fmla="*/ 628650 h 2619375"/>
              <a:gd name="csX63" fmla="*/ 610793 w 2639618"/>
              <a:gd name="csY63" fmla="*/ 676275 h 2619375"/>
              <a:gd name="csX64" fmla="*/ 601268 w 2639618"/>
              <a:gd name="csY64" fmla="*/ 704850 h 2619375"/>
              <a:gd name="csX65" fmla="*/ 553643 w 2639618"/>
              <a:gd name="csY65" fmla="*/ 723900 h 2619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</a:cxnLst>
            <a:rect l="l" t="t" r="r" b="b"/>
            <a:pathLst>
              <a:path w="2639618" h="2619375">
                <a:moveTo>
                  <a:pt x="639368" y="723900"/>
                </a:moveTo>
                <a:lnTo>
                  <a:pt x="467918" y="742950"/>
                </a:lnTo>
                <a:cubicBezTo>
                  <a:pt x="466825" y="743533"/>
                  <a:pt x="378737" y="871486"/>
                  <a:pt x="325043" y="895350"/>
                </a:cubicBezTo>
                <a:cubicBezTo>
                  <a:pt x="263945" y="922505"/>
                  <a:pt x="59146" y="961842"/>
                  <a:pt x="58343" y="962025"/>
                </a:cubicBezTo>
                <a:cubicBezTo>
                  <a:pt x="41209" y="992010"/>
                  <a:pt x="-8279" y="1064645"/>
                  <a:pt x="1193" y="1104900"/>
                </a:cubicBezTo>
                <a:cubicBezTo>
                  <a:pt x="9059" y="1138330"/>
                  <a:pt x="36889" y="1163808"/>
                  <a:pt x="58343" y="1190625"/>
                </a:cubicBezTo>
                <a:cubicBezTo>
                  <a:pt x="211775" y="1382415"/>
                  <a:pt x="90798" y="1220500"/>
                  <a:pt x="325043" y="1381125"/>
                </a:cubicBezTo>
                <a:cubicBezTo>
                  <a:pt x="384409" y="1421833"/>
                  <a:pt x="486968" y="1524000"/>
                  <a:pt x="486968" y="1524000"/>
                </a:cubicBezTo>
                <a:cubicBezTo>
                  <a:pt x="493318" y="1555750"/>
                  <a:pt x="515768" y="1588374"/>
                  <a:pt x="506018" y="1619250"/>
                </a:cubicBezTo>
                <a:cubicBezTo>
                  <a:pt x="494505" y="1655707"/>
                  <a:pt x="455966" y="1677083"/>
                  <a:pt x="429818" y="1704975"/>
                </a:cubicBezTo>
                <a:cubicBezTo>
                  <a:pt x="330981" y="1810401"/>
                  <a:pt x="390267" y="1728252"/>
                  <a:pt x="315518" y="1847850"/>
                </a:cubicBezTo>
                <a:cubicBezTo>
                  <a:pt x="312343" y="1866900"/>
                  <a:pt x="308930" y="1885912"/>
                  <a:pt x="305993" y="1905000"/>
                </a:cubicBezTo>
                <a:cubicBezTo>
                  <a:pt x="302579" y="1927190"/>
                  <a:pt x="302253" y="1949982"/>
                  <a:pt x="296468" y="1971675"/>
                </a:cubicBezTo>
                <a:cubicBezTo>
                  <a:pt x="289478" y="1997886"/>
                  <a:pt x="277418" y="2022475"/>
                  <a:pt x="267893" y="2047875"/>
                </a:cubicBezTo>
                <a:cubicBezTo>
                  <a:pt x="283768" y="2082800"/>
                  <a:pt x="282923" y="2132418"/>
                  <a:pt x="315518" y="2152650"/>
                </a:cubicBezTo>
                <a:cubicBezTo>
                  <a:pt x="429431" y="2223355"/>
                  <a:pt x="569774" y="2220928"/>
                  <a:pt x="696518" y="2228850"/>
                </a:cubicBezTo>
                <a:cubicBezTo>
                  <a:pt x="747318" y="2222500"/>
                  <a:pt x="798336" y="2201897"/>
                  <a:pt x="848918" y="2209800"/>
                </a:cubicBezTo>
                <a:cubicBezTo>
                  <a:pt x="903702" y="2218360"/>
                  <a:pt x="951025" y="2253125"/>
                  <a:pt x="1001318" y="2276475"/>
                </a:cubicBezTo>
                <a:cubicBezTo>
                  <a:pt x="1098294" y="2321500"/>
                  <a:pt x="1213831" y="2377778"/>
                  <a:pt x="1277543" y="2466975"/>
                </a:cubicBezTo>
                <a:cubicBezTo>
                  <a:pt x="1293418" y="2489200"/>
                  <a:pt x="1301838" y="2519449"/>
                  <a:pt x="1325168" y="2533650"/>
                </a:cubicBezTo>
                <a:cubicBezTo>
                  <a:pt x="1458922" y="2615065"/>
                  <a:pt x="1544930" y="2604926"/>
                  <a:pt x="1696643" y="2619375"/>
                </a:cubicBezTo>
                <a:cubicBezTo>
                  <a:pt x="1712518" y="2593975"/>
                  <a:pt x="1731601" y="2570318"/>
                  <a:pt x="1744268" y="2543175"/>
                </a:cubicBezTo>
                <a:cubicBezTo>
                  <a:pt x="1754043" y="2522229"/>
                  <a:pt x="1764965" y="2499556"/>
                  <a:pt x="1763318" y="2476500"/>
                </a:cubicBezTo>
                <a:cubicBezTo>
                  <a:pt x="1761595" y="2452381"/>
                  <a:pt x="1746005" y="2431222"/>
                  <a:pt x="1734743" y="2409825"/>
                </a:cubicBezTo>
                <a:cubicBezTo>
                  <a:pt x="1714200" y="2370793"/>
                  <a:pt x="1690293" y="2333625"/>
                  <a:pt x="1668068" y="2295525"/>
                </a:cubicBezTo>
                <a:cubicBezTo>
                  <a:pt x="1664893" y="2266950"/>
                  <a:pt x="1648873" y="2236876"/>
                  <a:pt x="1658543" y="2209800"/>
                </a:cubicBezTo>
                <a:cubicBezTo>
                  <a:pt x="1666883" y="2186447"/>
                  <a:pt x="1695060" y="2175930"/>
                  <a:pt x="1715693" y="2162175"/>
                </a:cubicBezTo>
                <a:cubicBezTo>
                  <a:pt x="1805692" y="2102176"/>
                  <a:pt x="1798312" y="2115115"/>
                  <a:pt x="1906193" y="2095500"/>
                </a:cubicBezTo>
                <a:cubicBezTo>
                  <a:pt x="2118389" y="1989402"/>
                  <a:pt x="1844058" y="2111645"/>
                  <a:pt x="2353868" y="2066925"/>
                </a:cubicBezTo>
                <a:cubicBezTo>
                  <a:pt x="2413879" y="2061661"/>
                  <a:pt x="2468168" y="2028825"/>
                  <a:pt x="2525318" y="2009775"/>
                </a:cubicBezTo>
                <a:cubicBezTo>
                  <a:pt x="2547543" y="1984375"/>
                  <a:pt x="2574105" y="1962196"/>
                  <a:pt x="2591993" y="1933575"/>
                </a:cubicBezTo>
                <a:cubicBezTo>
                  <a:pt x="2619406" y="1889715"/>
                  <a:pt x="2630205" y="1809188"/>
                  <a:pt x="2639618" y="1762125"/>
                </a:cubicBezTo>
                <a:cubicBezTo>
                  <a:pt x="2610380" y="1659792"/>
                  <a:pt x="2633172" y="1702626"/>
                  <a:pt x="2534843" y="1600200"/>
                </a:cubicBezTo>
                <a:cubicBezTo>
                  <a:pt x="2488200" y="1551613"/>
                  <a:pt x="2445850" y="1497736"/>
                  <a:pt x="2391968" y="1457325"/>
                </a:cubicBezTo>
                <a:cubicBezTo>
                  <a:pt x="2366568" y="1438275"/>
                  <a:pt x="2342424" y="1417423"/>
                  <a:pt x="2315768" y="1400175"/>
                </a:cubicBezTo>
                <a:cubicBezTo>
                  <a:pt x="2214521" y="1334662"/>
                  <a:pt x="2244312" y="1374561"/>
                  <a:pt x="2153843" y="1295400"/>
                </a:cubicBezTo>
                <a:cubicBezTo>
                  <a:pt x="2096160" y="1244928"/>
                  <a:pt x="2075751" y="1216930"/>
                  <a:pt x="2030018" y="1162050"/>
                </a:cubicBezTo>
                <a:cubicBezTo>
                  <a:pt x="2023668" y="1133475"/>
                  <a:pt x="2012687" y="1105547"/>
                  <a:pt x="2010968" y="1076325"/>
                </a:cubicBezTo>
                <a:cubicBezTo>
                  <a:pt x="2009465" y="1050772"/>
                  <a:pt x="2015473" y="1025226"/>
                  <a:pt x="2020493" y="1000125"/>
                </a:cubicBezTo>
                <a:cubicBezTo>
                  <a:pt x="2029958" y="952799"/>
                  <a:pt x="2051422" y="901772"/>
                  <a:pt x="2068118" y="857250"/>
                </a:cubicBezTo>
                <a:cubicBezTo>
                  <a:pt x="2071293" y="825500"/>
                  <a:pt x="2080818" y="793750"/>
                  <a:pt x="2077643" y="762000"/>
                </a:cubicBezTo>
                <a:cubicBezTo>
                  <a:pt x="2072005" y="705620"/>
                  <a:pt x="2052125" y="656852"/>
                  <a:pt x="2010968" y="619125"/>
                </a:cubicBezTo>
                <a:cubicBezTo>
                  <a:pt x="1987563" y="597671"/>
                  <a:pt x="1964127" y="574064"/>
                  <a:pt x="1934768" y="561975"/>
                </a:cubicBezTo>
                <a:cubicBezTo>
                  <a:pt x="1908183" y="551028"/>
                  <a:pt x="1877618" y="555625"/>
                  <a:pt x="1849043" y="552450"/>
                </a:cubicBezTo>
                <a:cubicBezTo>
                  <a:pt x="1820468" y="574675"/>
                  <a:pt x="1792776" y="598084"/>
                  <a:pt x="1763318" y="619125"/>
                </a:cubicBezTo>
                <a:cubicBezTo>
                  <a:pt x="1748253" y="629886"/>
                  <a:pt x="1729799" y="659690"/>
                  <a:pt x="1715693" y="647700"/>
                </a:cubicBezTo>
                <a:cubicBezTo>
                  <a:pt x="1655214" y="596293"/>
                  <a:pt x="1572818" y="457200"/>
                  <a:pt x="1572818" y="457200"/>
                </a:cubicBezTo>
                <a:cubicBezTo>
                  <a:pt x="1569643" y="434975"/>
                  <a:pt x="1566260" y="412779"/>
                  <a:pt x="1563293" y="390525"/>
                </a:cubicBezTo>
                <a:cubicBezTo>
                  <a:pt x="1559910" y="365152"/>
                  <a:pt x="1562756" y="338293"/>
                  <a:pt x="1553768" y="314325"/>
                </a:cubicBezTo>
                <a:cubicBezTo>
                  <a:pt x="1529309" y="249102"/>
                  <a:pt x="1473096" y="202631"/>
                  <a:pt x="1420418" y="161925"/>
                </a:cubicBezTo>
                <a:cubicBezTo>
                  <a:pt x="1316061" y="81286"/>
                  <a:pt x="1274349" y="54955"/>
                  <a:pt x="1144193" y="19050"/>
                </a:cubicBezTo>
                <a:cubicBezTo>
                  <a:pt x="1103936" y="7945"/>
                  <a:pt x="1061643" y="6350"/>
                  <a:pt x="1020368" y="0"/>
                </a:cubicBezTo>
                <a:cubicBezTo>
                  <a:pt x="1001318" y="15875"/>
                  <a:pt x="976973" y="26992"/>
                  <a:pt x="963218" y="47625"/>
                </a:cubicBezTo>
                <a:cubicBezTo>
                  <a:pt x="936932" y="87054"/>
                  <a:pt x="936162" y="226384"/>
                  <a:pt x="934643" y="247650"/>
                </a:cubicBezTo>
                <a:cubicBezTo>
                  <a:pt x="890193" y="244475"/>
                  <a:pt x="844286" y="249850"/>
                  <a:pt x="801293" y="238125"/>
                </a:cubicBezTo>
                <a:cubicBezTo>
                  <a:pt x="657761" y="198980"/>
                  <a:pt x="653980" y="188854"/>
                  <a:pt x="572693" y="123825"/>
                </a:cubicBezTo>
                <a:cubicBezTo>
                  <a:pt x="544118" y="136525"/>
                  <a:pt x="508003" y="138787"/>
                  <a:pt x="486968" y="161925"/>
                </a:cubicBezTo>
                <a:cubicBezTo>
                  <a:pt x="471866" y="178537"/>
                  <a:pt x="476508" y="206169"/>
                  <a:pt x="477443" y="228600"/>
                </a:cubicBezTo>
                <a:cubicBezTo>
                  <a:pt x="479706" y="282900"/>
                  <a:pt x="482775" y="337938"/>
                  <a:pt x="496493" y="390525"/>
                </a:cubicBezTo>
                <a:cubicBezTo>
                  <a:pt x="502272" y="412679"/>
                  <a:pt x="522301" y="428359"/>
                  <a:pt x="534593" y="447675"/>
                </a:cubicBezTo>
                <a:cubicBezTo>
                  <a:pt x="544532" y="463294"/>
                  <a:pt x="555339" y="478524"/>
                  <a:pt x="563168" y="495300"/>
                </a:cubicBezTo>
                <a:cubicBezTo>
                  <a:pt x="577629" y="526288"/>
                  <a:pt x="585975" y="559964"/>
                  <a:pt x="601268" y="590550"/>
                </a:cubicBezTo>
                <a:lnTo>
                  <a:pt x="620318" y="628650"/>
                </a:lnTo>
                <a:cubicBezTo>
                  <a:pt x="617143" y="644525"/>
                  <a:pt x="614720" y="660569"/>
                  <a:pt x="610793" y="676275"/>
                </a:cubicBezTo>
                <a:cubicBezTo>
                  <a:pt x="608358" y="686015"/>
                  <a:pt x="608981" y="698422"/>
                  <a:pt x="601268" y="704850"/>
                </a:cubicBezTo>
                <a:cubicBezTo>
                  <a:pt x="588133" y="715796"/>
                  <a:pt x="569518" y="717550"/>
                  <a:pt x="553643" y="723900"/>
                </a:cubicBezTo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Barn with solid fill">
            <a:extLst>
              <a:ext uri="{FF2B5EF4-FFF2-40B4-BE49-F238E27FC236}">
                <a16:creationId xmlns:a16="http://schemas.microsoft.com/office/drawing/2014/main" id="{E2F07497-ED5E-B8E1-BA05-28FD8C0284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1547" y="4505155"/>
            <a:ext cx="914400" cy="9144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202F273-8B2B-CD9E-DECD-6E6E55E6BB68}"/>
              </a:ext>
            </a:extLst>
          </p:cNvPr>
          <p:cNvSpPr/>
          <p:nvPr/>
        </p:nvSpPr>
        <p:spPr>
          <a:xfrm>
            <a:off x="8687394" y="5419555"/>
            <a:ext cx="2082705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Stable-turned Garage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2" name="Graphic 21" descr="Barn with solid fill">
            <a:extLst>
              <a:ext uri="{FF2B5EF4-FFF2-40B4-BE49-F238E27FC236}">
                <a16:creationId xmlns:a16="http://schemas.microsoft.com/office/drawing/2014/main" id="{D9C8ACB0-A5C1-EA33-958D-9CF1849EA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5056" y="775764"/>
            <a:ext cx="914400" cy="914400"/>
          </a:xfrm>
          <a:prstGeom prst="rect">
            <a:avLst/>
          </a:prstGeom>
        </p:spPr>
      </p:pic>
      <p:pic>
        <p:nvPicPr>
          <p:cNvPr id="24" name="Graphic 23" descr="Barn with solid fill">
            <a:extLst>
              <a:ext uri="{FF2B5EF4-FFF2-40B4-BE49-F238E27FC236}">
                <a16:creationId xmlns:a16="http://schemas.microsoft.com/office/drawing/2014/main" id="{2D357D86-A59D-E184-2266-F8E76879AF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0670" y="1429514"/>
            <a:ext cx="914400" cy="9144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56B2DAE-EC40-694E-7B0B-6DC5E4BB6E01}"/>
              </a:ext>
            </a:extLst>
          </p:cNvPr>
          <p:cNvSpPr/>
          <p:nvPr/>
        </p:nvSpPr>
        <p:spPr>
          <a:xfrm>
            <a:off x="7444362" y="1315005"/>
            <a:ext cx="104865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Wash House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7" name="Graphic 26" descr="Court with solid fill">
            <a:extLst>
              <a:ext uri="{FF2B5EF4-FFF2-40B4-BE49-F238E27FC236}">
                <a16:creationId xmlns:a16="http://schemas.microsoft.com/office/drawing/2014/main" id="{18225D8E-0343-E7C5-AEFE-AB3EC66A56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1541" y="857805"/>
            <a:ext cx="914400" cy="9144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1AE3CF8-B4DE-06FC-731C-BD2CA570FB20}"/>
              </a:ext>
            </a:extLst>
          </p:cNvPr>
          <p:cNvSpPr/>
          <p:nvPr/>
        </p:nvSpPr>
        <p:spPr>
          <a:xfrm>
            <a:off x="2540537" y="1690164"/>
            <a:ext cx="177017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West Family Mausoleum</a:t>
            </a:r>
          </a:p>
          <a:p>
            <a:pPr algn="ctr"/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0" name="Graphic 29" descr="Car outline">
            <a:extLst>
              <a:ext uri="{FF2B5EF4-FFF2-40B4-BE49-F238E27FC236}">
                <a16:creationId xmlns:a16="http://schemas.microsoft.com/office/drawing/2014/main" id="{96A55E2A-335B-E853-252F-27F9755B4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690451" y="5605054"/>
            <a:ext cx="914400" cy="9144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C4CBE5C-488A-78B7-2A6E-8C4E06863DF9}"/>
              </a:ext>
            </a:extLst>
          </p:cNvPr>
          <p:cNvSpPr/>
          <p:nvPr/>
        </p:nvSpPr>
        <p:spPr>
          <a:xfrm>
            <a:off x="845313" y="-558301"/>
            <a:ext cx="10501373" cy="8763018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artial Circle 3">
            <a:extLst>
              <a:ext uri="{FF2B5EF4-FFF2-40B4-BE49-F238E27FC236}">
                <a16:creationId xmlns:a16="http://schemas.microsoft.com/office/drawing/2014/main" id="{41EE6F22-9123-295D-6365-86F012B0CBDD}"/>
              </a:ext>
            </a:extLst>
          </p:cNvPr>
          <p:cNvSpPr/>
          <p:nvPr/>
        </p:nvSpPr>
        <p:spPr>
          <a:xfrm>
            <a:off x="820200" y="-543946"/>
            <a:ext cx="5227638" cy="4890031"/>
          </a:xfrm>
          <a:custGeom>
            <a:avLst/>
            <a:gdLst>
              <a:gd name="csX0" fmla="*/ 845609 w 845609"/>
              <a:gd name="csY0" fmla="*/ 798925 h 798925"/>
              <a:gd name="csX1" fmla="*/ 4062 w 845609"/>
              <a:gd name="csY1" fmla="*/ 798925 h 798925"/>
              <a:gd name="csX2" fmla="*/ 189660 w 845609"/>
              <a:gd name="csY2" fmla="*/ 263631 h 798925"/>
              <a:gd name="csX3" fmla="*/ 845608 w 845609"/>
              <a:gd name="csY3" fmla="*/ 4307 h 798925"/>
              <a:gd name="csX4" fmla="*/ 845609 w 845609"/>
              <a:gd name="csY4" fmla="*/ 798925 h 798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45609" h="798925">
                <a:moveTo>
                  <a:pt x="845609" y="798925"/>
                </a:moveTo>
                <a:lnTo>
                  <a:pt x="4062" y="798925"/>
                </a:lnTo>
                <a:cubicBezTo>
                  <a:pt x="-20609" y="608000"/>
                  <a:pt x="70333" y="417207"/>
                  <a:pt x="189660" y="263631"/>
                </a:cubicBezTo>
                <a:cubicBezTo>
                  <a:pt x="343872" y="135423"/>
                  <a:pt x="639537" y="-28768"/>
                  <a:pt x="845608" y="4307"/>
                </a:cubicBezTo>
                <a:cubicBezTo>
                  <a:pt x="845608" y="269180"/>
                  <a:pt x="845609" y="534052"/>
                  <a:pt x="845609" y="798925"/>
                </a:cubicBezTo>
                <a:close/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Partial Circle 3">
            <a:extLst>
              <a:ext uri="{FF2B5EF4-FFF2-40B4-BE49-F238E27FC236}">
                <a16:creationId xmlns:a16="http://schemas.microsoft.com/office/drawing/2014/main" id="{CA4C1279-2C69-EA99-8832-1EC6A69B21EF}"/>
              </a:ext>
            </a:extLst>
          </p:cNvPr>
          <p:cNvSpPr/>
          <p:nvPr/>
        </p:nvSpPr>
        <p:spPr>
          <a:xfrm flipH="1">
            <a:off x="6047839" y="-558301"/>
            <a:ext cx="5298846" cy="4890030"/>
          </a:xfrm>
          <a:custGeom>
            <a:avLst/>
            <a:gdLst>
              <a:gd name="csX0" fmla="*/ 841547 w 841547"/>
              <a:gd name="csY0" fmla="*/ 794618 h 794618"/>
              <a:gd name="csX1" fmla="*/ 0 w 841547"/>
              <a:gd name="csY1" fmla="*/ 794618 h 794618"/>
              <a:gd name="csX2" fmla="*/ 841546 w 841547"/>
              <a:gd name="csY2" fmla="*/ 0 h 794618"/>
              <a:gd name="csX3" fmla="*/ 841547 w 841547"/>
              <a:gd name="csY3" fmla="*/ 794618 h 794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41547" h="794618">
                <a:moveTo>
                  <a:pt x="841547" y="794618"/>
                </a:moveTo>
                <a:lnTo>
                  <a:pt x="0" y="794618"/>
                </a:lnTo>
                <a:cubicBezTo>
                  <a:pt x="0" y="355763"/>
                  <a:pt x="376773" y="0"/>
                  <a:pt x="841546" y="0"/>
                </a:cubicBezTo>
                <a:cubicBezTo>
                  <a:pt x="841546" y="264873"/>
                  <a:pt x="841547" y="529745"/>
                  <a:pt x="841547" y="794618"/>
                </a:cubicBezTo>
                <a:close/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Partial Circle 3">
            <a:extLst>
              <a:ext uri="{FF2B5EF4-FFF2-40B4-BE49-F238E27FC236}">
                <a16:creationId xmlns:a16="http://schemas.microsoft.com/office/drawing/2014/main" id="{96E89DE3-0530-91B0-D6D8-14CA2B14AFDA}"/>
              </a:ext>
            </a:extLst>
          </p:cNvPr>
          <p:cNvSpPr/>
          <p:nvPr/>
        </p:nvSpPr>
        <p:spPr>
          <a:xfrm flipV="1">
            <a:off x="948906" y="4353749"/>
            <a:ext cx="5655943" cy="3850967"/>
          </a:xfrm>
          <a:custGeom>
            <a:avLst/>
            <a:gdLst>
              <a:gd name="csX0" fmla="*/ 841547 w 841547"/>
              <a:gd name="csY0" fmla="*/ 794618 h 794618"/>
              <a:gd name="csX1" fmla="*/ 0 w 841547"/>
              <a:gd name="csY1" fmla="*/ 794618 h 794618"/>
              <a:gd name="csX2" fmla="*/ 841546 w 841547"/>
              <a:gd name="csY2" fmla="*/ 0 h 794618"/>
              <a:gd name="csX3" fmla="*/ 841547 w 841547"/>
              <a:gd name="csY3" fmla="*/ 794618 h 794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41547" h="794618">
                <a:moveTo>
                  <a:pt x="841547" y="794618"/>
                </a:moveTo>
                <a:lnTo>
                  <a:pt x="0" y="794618"/>
                </a:lnTo>
                <a:cubicBezTo>
                  <a:pt x="0" y="355763"/>
                  <a:pt x="376773" y="0"/>
                  <a:pt x="841546" y="0"/>
                </a:cubicBezTo>
                <a:cubicBezTo>
                  <a:pt x="841546" y="264873"/>
                  <a:pt x="841547" y="529745"/>
                  <a:pt x="841547" y="794618"/>
                </a:cubicBezTo>
                <a:close/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Partial Circle 3">
            <a:extLst>
              <a:ext uri="{FF2B5EF4-FFF2-40B4-BE49-F238E27FC236}">
                <a16:creationId xmlns:a16="http://schemas.microsoft.com/office/drawing/2014/main" id="{04BB2043-25EE-1C83-5EAB-F35D2E6EDD19}"/>
              </a:ext>
            </a:extLst>
          </p:cNvPr>
          <p:cNvSpPr/>
          <p:nvPr/>
        </p:nvSpPr>
        <p:spPr>
          <a:xfrm flipH="1" flipV="1">
            <a:off x="6604848" y="4346079"/>
            <a:ext cx="4741837" cy="3850966"/>
          </a:xfrm>
          <a:custGeom>
            <a:avLst/>
            <a:gdLst>
              <a:gd name="csX0" fmla="*/ 841547 w 841547"/>
              <a:gd name="csY0" fmla="*/ 794618 h 794618"/>
              <a:gd name="csX1" fmla="*/ 0 w 841547"/>
              <a:gd name="csY1" fmla="*/ 794618 h 794618"/>
              <a:gd name="csX2" fmla="*/ 841546 w 841547"/>
              <a:gd name="csY2" fmla="*/ 0 h 794618"/>
              <a:gd name="csX3" fmla="*/ 841547 w 841547"/>
              <a:gd name="csY3" fmla="*/ 794618 h 794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41547" h="794618">
                <a:moveTo>
                  <a:pt x="841547" y="794618"/>
                </a:moveTo>
                <a:lnTo>
                  <a:pt x="0" y="794618"/>
                </a:lnTo>
                <a:cubicBezTo>
                  <a:pt x="0" y="355763"/>
                  <a:pt x="376773" y="0"/>
                  <a:pt x="841546" y="0"/>
                </a:cubicBezTo>
                <a:cubicBezTo>
                  <a:pt x="841546" y="264873"/>
                  <a:pt x="841547" y="529745"/>
                  <a:pt x="841547" y="794618"/>
                </a:cubicBezTo>
                <a:close/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27C353-172A-1E73-4395-9837D5A7914F}"/>
              </a:ext>
            </a:extLst>
          </p:cNvPr>
          <p:cNvSpPr/>
          <p:nvPr/>
        </p:nvSpPr>
        <p:spPr>
          <a:xfrm>
            <a:off x="-374511" y="5802761"/>
            <a:ext cx="456404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Grounds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1374E30-4B77-C713-C844-BDCCA5570F50}"/>
              </a:ext>
            </a:extLst>
          </p:cNvPr>
          <p:cNvGrpSpPr/>
          <p:nvPr/>
        </p:nvGrpSpPr>
        <p:grpSpPr>
          <a:xfrm>
            <a:off x="1450309" y="2904737"/>
            <a:ext cx="914400" cy="1177874"/>
            <a:chOff x="1450309" y="2904737"/>
            <a:chExt cx="914400" cy="1177874"/>
          </a:xfrm>
        </p:grpSpPr>
        <p:pic>
          <p:nvPicPr>
            <p:cNvPr id="7" name="Graphic 6" descr="Map compass with solid fill">
              <a:extLst>
                <a:ext uri="{FF2B5EF4-FFF2-40B4-BE49-F238E27FC236}">
                  <a16:creationId xmlns:a16="http://schemas.microsoft.com/office/drawing/2014/main" id="{677DC274-8968-4875-008B-82EF292185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50309" y="3168211"/>
              <a:ext cx="914400" cy="914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0330DB-8381-930B-D399-37EC1D6B4277}"/>
                </a:ext>
              </a:extLst>
            </p:cNvPr>
            <p:cNvSpPr txBox="1"/>
            <p:nvPr/>
          </p:nvSpPr>
          <p:spPr>
            <a:xfrm>
              <a:off x="1740636" y="2904737"/>
              <a:ext cx="333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0146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110</Words>
  <Application>Microsoft Office PowerPoint</Application>
  <PresentationFormat>Widescreen</PresentationFormat>
  <Paragraphs>63</Paragraphs>
  <Slides>7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Anaya Jones</dc:creator>
  <cp:lastModifiedBy>Anaya Jones</cp:lastModifiedBy>
  <cp:revision>7</cp:revision>
  <dcterms:created xsi:type="dcterms:W3CDTF">2023-09-19T00:48:29Z</dcterms:created>
  <dcterms:modified xsi:type="dcterms:W3CDTF">2026-09-14T03:55:43Z</dcterms:modified>
</cp:coreProperties>
</file>